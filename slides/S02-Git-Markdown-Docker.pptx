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9"/>
  </p:notesMasterIdLst>
  <p:sldIdLst>
    <p:sldId id="256" r:id="rId2"/>
    <p:sldId id="328" r:id="rId3"/>
    <p:sldId id="329" r:id="rId4"/>
    <p:sldId id="330" r:id="rId5"/>
    <p:sldId id="331" r:id="rId6"/>
    <p:sldId id="341" r:id="rId7"/>
    <p:sldId id="333" r:id="rId8"/>
    <p:sldId id="318" r:id="rId9"/>
    <p:sldId id="327" r:id="rId10"/>
    <p:sldId id="320" r:id="rId11"/>
    <p:sldId id="336" r:id="rId12"/>
    <p:sldId id="337" r:id="rId13"/>
    <p:sldId id="334" r:id="rId14"/>
    <p:sldId id="335" r:id="rId15"/>
    <p:sldId id="338" r:id="rId16"/>
    <p:sldId id="339" r:id="rId17"/>
    <p:sldId id="340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46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6AECE4-DF3D-42EC-A654-687F0241CD36}" v="1" dt="2025-01-13T04:01:49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688" autoAdjust="0"/>
  </p:normalViewPr>
  <p:slideViewPr>
    <p:cSldViewPr>
      <p:cViewPr varScale="1">
        <p:scale>
          <a:sx n="106" d="100"/>
          <a:sy n="106" d="100"/>
        </p:scale>
        <p:origin x="201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E3DEA371-493A-4FAA-9390-2FC33FF4B5FF}"/>
    <pc:docChg chg="modSld">
      <pc:chgData name="Brandt Redd" userId="be8ed540b98adac0" providerId="LiveId" clId="{E3DEA371-493A-4FAA-9390-2FC33FF4B5FF}" dt="2022-01-14T15:57:40.153" v="5"/>
      <pc:docMkLst>
        <pc:docMk/>
      </pc:docMkLst>
      <pc:sldChg chg="addSp modSp">
        <pc:chgData name="Brandt Redd" userId="be8ed540b98adac0" providerId="LiveId" clId="{E3DEA371-493A-4FAA-9390-2FC33FF4B5FF}" dt="2022-01-14T15:57:40.153" v="5"/>
        <pc:sldMkLst>
          <pc:docMk/>
          <pc:sldMk cId="3662912626" sldId="321"/>
        </pc:sldMkLst>
      </pc:sldChg>
      <pc:sldChg chg="addSp delSp modSp">
        <pc:chgData name="Brandt Redd" userId="be8ed540b98adac0" providerId="LiveId" clId="{E3DEA371-493A-4FAA-9390-2FC33FF4B5FF}" dt="2022-01-14T15:57:40.153" v="5"/>
        <pc:sldMkLst>
          <pc:docMk/>
          <pc:sldMk cId="2721497507" sldId="322"/>
        </pc:sldMkLst>
      </pc:sldChg>
      <pc:sldChg chg="addSp">
        <pc:chgData name="Brandt Redd" userId="be8ed540b98adac0" providerId="LiveId" clId="{E3DEA371-493A-4FAA-9390-2FC33FF4B5FF}" dt="2022-01-14T15:57:40.153" v="5"/>
        <pc:sldMkLst>
          <pc:docMk/>
          <pc:sldMk cId="1186239342" sldId="323"/>
        </pc:sldMkLst>
      </pc:sldChg>
      <pc:sldChg chg="addSp delSp">
        <pc:chgData name="Brandt Redd" userId="be8ed540b98adac0" providerId="LiveId" clId="{E3DEA371-493A-4FAA-9390-2FC33FF4B5FF}" dt="2022-01-14T15:57:40.153" v="5"/>
        <pc:sldMkLst>
          <pc:docMk/>
          <pc:sldMk cId="4161918894" sldId="324"/>
        </pc:sldMkLst>
      </pc:sldChg>
    </pc:docChg>
  </pc:docChgLst>
  <pc:docChgLst>
    <pc:chgData name="Brandt Redd" userId="be8ed540b98adac0" providerId="LiveId" clId="{989D13DA-3800-420D-B780-A183CB50EE81}"/>
    <pc:docChg chg="undo custSel addSld delSld modSld">
      <pc:chgData name="Brandt Redd" userId="be8ed540b98adac0" providerId="LiveId" clId="{989D13DA-3800-420D-B780-A183CB50EE81}" dt="2023-09-11T21:09:48.213" v="4161" actId="3626"/>
      <pc:docMkLst>
        <pc:docMk/>
      </pc:docMkLst>
      <pc:sldChg chg="modSp mod">
        <pc:chgData name="Brandt Redd" userId="be8ed540b98adac0" providerId="LiveId" clId="{989D13DA-3800-420D-B780-A183CB50EE81}" dt="2023-09-11T04:46:28.689" v="2452" actId="20577"/>
        <pc:sldMkLst>
          <pc:docMk/>
          <pc:sldMk cId="0" sldId="256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62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63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64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65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66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68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77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78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81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91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94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95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296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305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306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307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308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0" sldId="310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1421077915" sldId="319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3662912626" sldId="321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2721497507" sldId="322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1186239342" sldId="323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4161918894" sldId="324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1019628344" sldId="325"/>
        </pc:sldMkLst>
      </pc:sldChg>
      <pc:sldChg chg="del">
        <pc:chgData name="Brandt Redd" userId="be8ed540b98adac0" providerId="LiveId" clId="{989D13DA-3800-420D-B780-A183CB50EE81}" dt="2023-09-11T04:18:22.134" v="59" actId="47"/>
        <pc:sldMkLst>
          <pc:docMk/>
          <pc:sldMk cId="1459029676" sldId="326"/>
        </pc:sldMkLst>
      </pc:sldChg>
      <pc:sldChg chg="addSp modSp mod">
        <pc:chgData name="Brandt Redd" userId="be8ed540b98adac0" providerId="LiveId" clId="{989D13DA-3800-420D-B780-A183CB50EE81}" dt="2023-09-11T21:09:48.213" v="4161" actId="3626"/>
        <pc:sldMkLst>
          <pc:docMk/>
          <pc:sldMk cId="1430112716" sldId="327"/>
        </pc:sldMkLst>
      </pc:sldChg>
      <pc:sldChg chg="addSp delSp modSp new mod">
        <pc:chgData name="Brandt Redd" userId="be8ed540b98adac0" providerId="LiveId" clId="{989D13DA-3800-420D-B780-A183CB50EE81}" dt="2023-09-11T19:52:58.863" v="4138" actId="1076"/>
        <pc:sldMkLst>
          <pc:docMk/>
          <pc:sldMk cId="2455089889" sldId="328"/>
        </pc:sldMkLst>
      </pc:sldChg>
      <pc:sldChg chg="modSp new mod">
        <pc:chgData name="Brandt Redd" userId="be8ed540b98adac0" providerId="LiveId" clId="{989D13DA-3800-420D-B780-A183CB50EE81}" dt="2023-09-11T04:24:32.549" v="450" actId="20577"/>
        <pc:sldMkLst>
          <pc:docMk/>
          <pc:sldMk cId="3041098259" sldId="329"/>
        </pc:sldMkLst>
      </pc:sldChg>
      <pc:sldChg chg="addSp delSp modSp new mod modClrScheme chgLayout">
        <pc:chgData name="Brandt Redd" userId="be8ed540b98adac0" providerId="LiveId" clId="{989D13DA-3800-420D-B780-A183CB50EE81}" dt="2023-09-11T04:28:09.054" v="756" actId="20577"/>
        <pc:sldMkLst>
          <pc:docMk/>
          <pc:sldMk cId="588555808" sldId="330"/>
        </pc:sldMkLst>
      </pc:sldChg>
      <pc:sldChg chg="addSp delSp modSp new mod modClrScheme chgLayout">
        <pc:chgData name="Brandt Redd" userId="be8ed540b98adac0" providerId="LiveId" clId="{989D13DA-3800-420D-B780-A183CB50EE81}" dt="2023-09-11T04:36:21.474" v="1677" actId="113"/>
        <pc:sldMkLst>
          <pc:docMk/>
          <pc:sldMk cId="3553223906" sldId="331"/>
        </pc:sldMkLst>
      </pc:sldChg>
      <pc:sldChg chg="addSp modSp new mod">
        <pc:chgData name="Brandt Redd" userId="be8ed540b98adac0" providerId="LiveId" clId="{989D13DA-3800-420D-B780-A183CB50EE81}" dt="2023-09-11T19:55:03.229" v="4151" actId="14100"/>
        <pc:sldMkLst>
          <pc:docMk/>
          <pc:sldMk cId="3948337993" sldId="332"/>
        </pc:sldMkLst>
      </pc:sldChg>
      <pc:sldChg chg="addSp delSp modSp new mod modClrScheme chgLayout">
        <pc:chgData name="Brandt Redd" userId="be8ed540b98adac0" providerId="LiveId" clId="{989D13DA-3800-420D-B780-A183CB50EE81}" dt="2023-09-11T04:41:35.415" v="2000" actId="14100"/>
        <pc:sldMkLst>
          <pc:docMk/>
          <pc:sldMk cId="3976572450" sldId="333"/>
        </pc:sldMkLst>
      </pc:sldChg>
      <pc:sldChg chg="addSp delSp modSp new mod modClrScheme chgLayout">
        <pc:chgData name="Brandt Redd" userId="be8ed540b98adac0" providerId="LiveId" clId="{989D13DA-3800-420D-B780-A183CB50EE81}" dt="2023-09-11T04:45:58.970" v="2445" actId="404"/>
        <pc:sldMkLst>
          <pc:docMk/>
          <pc:sldMk cId="2594088382" sldId="334"/>
        </pc:sldMkLst>
      </pc:sldChg>
      <pc:sldChg chg="addSp modSp new mod">
        <pc:chgData name="Brandt Redd" userId="be8ed540b98adac0" providerId="LiveId" clId="{989D13DA-3800-420D-B780-A183CB50EE81}" dt="2023-09-11T13:59:43.373" v="4118" actId="1076"/>
        <pc:sldMkLst>
          <pc:docMk/>
          <pc:sldMk cId="3774688508" sldId="335"/>
        </pc:sldMkLst>
      </pc:sldChg>
      <pc:sldChg chg="addSp delSp modSp new mod modClrScheme chgLayout">
        <pc:chgData name="Brandt Redd" userId="be8ed540b98adac0" providerId="LiveId" clId="{989D13DA-3800-420D-B780-A183CB50EE81}" dt="2023-09-11T04:51:40.013" v="3085" actId="14100"/>
        <pc:sldMkLst>
          <pc:docMk/>
          <pc:sldMk cId="629344408" sldId="336"/>
        </pc:sldMkLst>
      </pc:sldChg>
      <pc:sldChg chg="addSp delSp modSp new mod modClrScheme chgLayout">
        <pc:chgData name="Brandt Redd" userId="be8ed540b98adac0" providerId="LiveId" clId="{989D13DA-3800-420D-B780-A183CB50EE81}" dt="2023-09-11T05:03:10.883" v="3487" actId="1076"/>
        <pc:sldMkLst>
          <pc:docMk/>
          <pc:sldMk cId="2471084874" sldId="337"/>
        </pc:sldMkLst>
      </pc:sldChg>
      <pc:sldChg chg="modSp new mod">
        <pc:chgData name="Brandt Redd" userId="be8ed540b98adac0" providerId="LiveId" clId="{989D13DA-3800-420D-B780-A183CB50EE81}" dt="2023-09-11T05:07:12.697" v="3934" actId="20577"/>
        <pc:sldMkLst>
          <pc:docMk/>
          <pc:sldMk cId="837094550" sldId="338"/>
        </pc:sldMkLst>
      </pc:sldChg>
      <pc:sldChg chg="addSp modSp new mod">
        <pc:chgData name="Brandt Redd" userId="be8ed540b98adac0" providerId="LiveId" clId="{989D13DA-3800-420D-B780-A183CB50EE81}" dt="2023-09-11T14:00:05.745" v="4129" actId="20577"/>
        <pc:sldMkLst>
          <pc:docMk/>
          <pc:sldMk cId="1210347501" sldId="339"/>
        </pc:sldMkLst>
      </pc:sldChg>
    </pc:docChg>
  </pc:docChgLst>
  <pc:docChgLst>
    <pc:chgData name="Brandt Redd" userId="be8ed540b98adac0" providerId="LiveId" clId="{3A808751-25D1-4AF0-9760-8A81C495B3CB}"/>
    <pc:docChg chg="modSld">
      <pc:chgData name="Brandt Redd" userId="be8ed540b98adac0" providerId="LiveId" clId="{3A808751-25D1-4AF0-9760-8A81C495B3CB}" dt="2024-09-09T13:59:57.911" v="31" actId="404"/>
      <pc:docMkLst>
        <pc:docMk/>
      </pc:docMkLst>
      <pc:sldChg chg="modSp mod">
        <pc:chgData name="Brandt Redd" userId="be8ed540b98adac0" providerId="LiveId" clId="{3A808751-25D1-4AF0-9760-8A81C495B3CB}" dt="2024-09-09T13:59:57.911" v="31" actId="404"/>
        <pc:sldMkLst>
          <pc:docMk/>
          <pc:sldMk cId="1210347501" sldId="339"/>
        </pc:sldMkLst>
      </pc:sldChg>
    </pc:docChg>
  </pc:docChgLst>
  <pc:docChgLst>
    <pc:chgData name="Brandt Redd" userId="be8ed540b98adac0" providerId="LiveId" clId="{341E7C0D-224B-457A-AB08-39B7692056D8}"/>
    <pc:docChg chg="undo custSel addSld delSld modSld sldOrd">
      <pc:chgData name="Brandt Redd" userId="be8ed540b98adac0" providerId="LiveId" clId="{341E7C0D-224B-457A-AB08-39B7692056D8}" dt="2021-09-13T14:56:12.816" v="486"/>
      <pc:docMkLst>
        <pc:docMk/>
      </pc:docMkLst>
      <pc:sldChg chg="modSp mod ord">
        <pc:chgData name="Brandt Redd" userId="be8ed540b98adac0" providerId="LiveId" clId="{341E7C0D-224B-457A-AB08-39B7692056D8}" dt="2021-09-13T14:01:26.023" v="485" actId="20577"/>
        <pc:sldMkLst>
          <pc:docMk/>
          <pc:sldMk cId="0" sldId="256"/>
        </pc:sldMkLst>
      </pc:sldChg>
      <pc:sldChg chg="modSp mod">
        <pc:chgData name="Brandt Redd" userId="be8ed540b98adac0" providerId="LiveId" clId="{341E7C0D-224B-457A-AB08-39B7692056D8}" dt="2021-09-11T22:54:01.596" v="34" actId="114"/>
        <pc:sldMkLst>
          <pc:docMk/>
          <pc:sldMk cId="0" sldId="268"/>
        </pc:sldMkLst>
      </pc:sldChg>
      <pc:sldChg chg="modSp mod">
        <pc:chgData name="Brandt Redd" userId="be8ed540b98adac0" providerId="LiveId" clId="{341E7C0D-224B-457A-AB08-39B7692056D8}" dt="2021-09-11T22:56:19.514" v="96" actId="6549"/>
        <pc:sldMkLst>
          <pc:docMk/>
          <pc:sldMk cId="0" sldId="291"/>
        </pc:sldMkLst>
      </pc:sldChg>
      <pc:sldChg chg="del">
        <pc:chgData name="Brandt Redd" userId="be8ed540b98adac0" providerId="LiveId" clId="{341E7C0D-224B-457A-AB08-39B7692056D8}" dt="2021-09-11T22:50:23.851" v="28" actId="47"/>
        <pc:sldMkLst>
          <pc:docMk/>
          <pc:sldMk cId="0" sldId="297"/>
        </pc:sldMkLst>
      </pc:sldChg>
      <pc:sldChg chg="modSp mod">
        <pc:chgData name="Brandt Redd" userId="be8ed540b98adac0" providerId="LiveId" clId="{341E7C0D-224B-457A-AB08-39B7692056D8}" dt="2021-09-11T22:49:32.487" v="26" actId="20577"/>
        <pc:sldMkLst>
          <pc:docMk/>
          <pc:sldMk cId="2882049078" sldId="316"/>
        </pc:sldMkLst>
      </pc:sldChg>
      <pc:sldChg chg="del">
        <pc:chgData name="Brandt Redd" userId="be8ed540b98adac0" providerId="LiveId" clId="{341E7C0D-224B-457A-AB08-39B7692056D8}" dt="2021-09-11T22:49:36.158" v="27" actId="47"/>
        <pc:sldMkLst>
          <pc:docMk/>
          <pc:sldMk cId="3971224157" sldId="317"/>
        </pc:sldMkLst>
      </pc:sldChg>
      <pc:sldChg chg="addSp modSp">
        <pc:chgData name="Brandt Redd" userId="be8ed540b98adac0" providerId="LiveId" clId="{341E7C0D-224B-457A-AB08-39B7692056D8}" dt="2021-09-12T01:29:12.059" v="147" actId="1076"/>
        <pc:sldMkLst>
          <pc:docMk/>
          <pc:sldMk cId="3937944872" sldId="320"/>
        </pc:sldMkLst>
      </pc:sldChg>
      <pc:sldChg chg="addSp delSp mod">
        <pc:chgData name="Brandt Redd" userId="be8ed540b98adac0" providerId="LiveId" clId="{341E7C0D-224B-457A-AB08-39B7692056D8}" dt="2021-09-13T14:56:12.816" v="486"/>
        <pc:sldMkLst>
          <pc:docMk/>
          <pc:sldMk cId="3662912626" sldId="321"/>
        </pc:sldMkLst>
      </pc:sldChg>
      <pc:sldChg chg="addSp delSp mod">
        <pc:chgData name="Brandt Redd" userId="be8ed540b98adac0" providerId="LiveId" clId="{341E7C0D-224B-457A-AB08-39B7692056D8}" dt="2021-09-13T14:56:12.816" v="486"/>
        <pc:sldMkLst>
          <pc:docMk/>
          <pc:sldMk cId="2721497507" sldId="322"/>
        </pc:sldMkLst>
      </pc:sldChg>
      <pc:sldChg chg="addSp delSp mod">
        <pc:chgData name="Brandt Redd" userId="be8ed540b98adac0" providerId="LiveId" clId="{341E7C0D-224B-457A-AB08-39B7692056D8}" dt="2021-09-13T14:56:12.816" v="486"/>
        <pc:sldMkLst>
          <pc:docMk/>
          <pc:sldMk cId="4161918894" sldId="324"/>
        </pc:sldMkLst>
      </pc:sldChg>
      <pc:sldChg chg="addSp delSp modSp new mod ord modClrScheme chgLayout">
        <pc:chgData name="Brandt Redd" userId="be8ed540b98adac0" providerId="LiveId" clId="{341E7C0D-224B-457A-AB08-39B7692056D8}" dt="2021-09-12T02:22:31.430" v="481" actId="20577"/>
        <pc:sldMkLst>
          <pc:docMk/>
          <pc:sldMk cId="1459029676" sldId="326"/>
        </pc:sldMkLst>
      </pc:sldChg>
      <pc:sldChg chg="modSp new mod">
        <pc:chgData name="Brandt Redd" userId="be8ed540b98adac0" providerId="LiveId" clId="{341E7C0D-224B-457A-AB08-39B7692056D8}" dt="2021-09-12T01:41:38.282" v="399" actId="20577"/>
        <pc:sldMkLst>
          <pc:docMk/>
          <pc:sldMk cId="1430112716" sldId="327"/>
        </pc:sldMkLst>
      </pc:sldChg>
    </pc:docChg>
  </pc:docChgLst>
  <pc:docChgLst>
    <pc:chgData name="Brandt Redd" userId="be8ed540b98adac0" providerId="LiveId" clId="{0654CADC-EC8F-4622-B4D5-EADC73EB00CD}"/>
    <pc:docChg chg="undo redo custSel addSld delSld modSld">
      <pc:chgData name="Brandt Redd" userId="be8ed540b98adac0" providerId="LiveId" clId="{0654CADC-EC8F-4622-B4D5-EADC73EB00CD}" dt="2024-01-19T16:25:03.494" v="465" actId="47"/>
      <pc:docMkLst>
        <pc:docMk/>
      </pc:docMkLst>
      <pc:sldChg chg="del">
        <pc:chgData name="Brandt Redd" userId="be8ed540b98adac0" providerId="LiveId" clId="{0654CADC-EC8F-4622-B4D5-EADC73EB00CD}" dt="2024-01-19T16:25:03.494" v="465" actId="47"/>
        <pc:sldMkLst>
          <pc:docMk/>
          <pc:sldMk cId="3948337993" sldId="332"/>
        </pc:sldMkLst>
      </pc:sldChg>
      <pc:sldChg chg="modSp mod">
        <pc:chgData name="Brandt Redd" userId="be8ed540b98adac0" providerId="LiveId" clId="{0654CADC-EC8F-4622-B4D5-EADC73EB00CD}" dt="2024-01-12T03:49:21.180" v="380" actId="14100"/>
        <pc:sldMkLst>
          <pc:docMk/>
          <pc:sldMk cId="837094550" sldId="338"/>
        </pc:sldMkLst>
      </pc:sldChg>
      <pc:sldChg chg="modSp new mod">
        <pc:chgData name="Brandt Redd" userId="be8ed540b98adac0" providerId="LiveId" clId="{0654CADC-EC8F-4622-B4D5-EADC73EB00CD}" dt="2024-01-12T03:50:24.563" v="463" actId="14100"/>
        <pc:sldMkLst>
          <pc:docMk/>
          <pc:sldMk cId="1924785286" sldId="340"/>
        </pc:sldMkLst>
      </pc:sldChg>
      <pc:sldChg chg="add">
        <pc:chgData name="Brandt Redd" userId="be8ed540b98adac0" providerId="LiveId" clId="{0654CADC-EC8F-4622-B4D5-EADC73EB00CD}" dt="2024-01-19T16:25:00.189" v="464"/>
        <pc:sldMkLst>
          <pc:docMk/>
          <pc:sldMk cId="640115604" sldId="341"/>
        </pc:sldMkLst>
      </pc:sldChg>
    </pc:docChg>
  </pc:docChgLst>
  <pc:docChgLst>
    <pc:chgData name="Brandt Redd" userId="be8ed540b98adac0" providerId="LiveId" clId="{586A3A80-76A6-44BF-BF35-471AF7ACD0F7}"/>
    <pc:docChg chg="delSld">
      <pc:chgData name="Brandt Redd" userId="be8ed540b98adac0" providerId="LiveId" clId="{586A3A80-76A6-44BF-BF35-471AF7ACD0F7}" dt="2021-12-23T16:08:14.712" v="0" actId="47"/>
      <pc:docMkLst>
        <pc:docMk/>
      </pc:docMkLst>
      <pc:sldChg chg="del">
        <pc:chgData name="Brandt Redd" userId="be8ed540b98adac0" providerId="LiveId" clId="{586A3A80-76A6-44BF-BF35-471AF7ACD0F7}" dt="2021-12-23T16:08:14.712" v="0" actId="47"/>
        <pc:sldMkLst>
          <pc:docMk/>
          <pc:sldMk cId="2882049078" sldId="316"/>
        </pc:sldMkLst>
      </pc:sldChg>
    </pc:docChg>
  </pc:docChgLst>
  <pc:docChgLst>
    <pc:chgData name="Brandt Redd" userId="be8ed540b98adac0" providerId="LiveId" clId="{B0F43357-5FF1-44E2-943F-9FC9D66F18E9}"/>
    <pc:docChg chg="undo custSel addSld delSld modSld sldOrd">
      <pc:chgData name="Brandt Redd" userId="be8ed540b98adac0" providerId="LiveId" clId="{B0F43357-5FF1-44E2-943F-9FC9D66F18E9}" dt="2021-01-25T19:13:32.612" v="1988" actId="20577"/>
      <pc:docMkLst>
        <pc:docMk/>
      </pc:docMkLst>
      <pc:sldChg chg="modSp mod">
        <pc:chgData name="Brandt Redd" userId="be8ed540b98adac0" providerId="LiveId" clId="{B0F43357-5FF1-44E2-943F-9FC9D66F18E9}" dt="2021-01-25T04:47:34.073" v="4" actId="20577"/>
        <pc:sldMkLst>
          <pc:docMk/>
          <pc:sldMk cId="0" sldId="256"/>
        </pc:sldMkLst>
      </pc:sldChg>
      <pc:sldChg chg="modSp mod">
        <pc:chgData name="Brandt Redd" userId="be8ed540b98adac0" providerId="LiveId" clId="{B0F43357-5FF1-44E2-943F-9FC9D66F18E9}" dt="2021-01-25T05:42:23.518" v="391" actId="313"/>
        <pc:sldMkLst>
          <pc:docMk/>
          <pc:sldMk cId="0" sldId="262"/>
        </pc:sldMkLst>
      </pc:sldChg>
      <pc:sldChg chg="modSp mod">
        <pc:chgData name="Brandt Redd" userId="be8ed540b98adac0" providerId="LiveId" clId="{B0F43357-5FF1-44E2-943F-9FC9D66F18E9}" dt="2021-01-25T17:25:16.832" v="943" actId="14100"/>
        <pc:sldMkLst>
          <pc:docMk/>
          <pc:sldMk cId="0" sldId="266"/>
        </pc:sldMkLst>
      </pc:sldChg>
      <pc:sldChg chg="modSp del mod">
        <pc:chgData name="Brandt Redd" userId="be8ed540b98adac0" providerId="LiveId" clId="{B0F43357-5FF1-44E2-943F-9FC9D66F18E9}" dt="2021-01-25T17:25:27.031" v="944" actId="47"/>
        <pc:sldMkLst>
          <pc:docMk/>
          <pc:sldMk cId="0" sldId="267"/>
        </pc:sldMkLst>
      </pc:sldChg>
      <pc:sldChg chg="modSp mod">
        <pc:chgData name="Brandt Redd" userId="be8ed540b98adac0" providerId="LiveId" clId="{B0F43357-5FF1-44E2-943F-9FC9D66F18E9}" dt="2021-01-25T06:08:45.767" v="505" actId="14100"/>
        <pc:sldMkLst>
          <pc:docMk/>
          <pc:sldMk cId="0" sldId="268"/>
        </pc:sldMkLst>
      </pc:sldChg>
      <pc:sldChg chg="del">
        <pc:chgData name="Brandt Redd" userId="be8ed540b98adac0" providerId="LiveId" clId="{B0F43357-5FF1-44E2-943F-9FC9D66F18E9}" dt="2021-01-25T06:08:54.935" v="506" actId="47"/>
        <pc:sldMkLst>
          <pc:docMk/>
          <pc:sldMk cId="0" sldId="269"/>
        </pc:sldMkLst>
      </pc:sldChg>
      <pc:sldChg chg="del">
        <pc:chgData name="Brandt Redd" userId="be8ed540b98adac0" providerId="LiveId" clId="{B0F43357-5FF1-44E2-943F-9FC9D66F18E9}" dt="2021-01-25T06:09:07.198" v="507" actId="47"/>
        <pc:sldMkLst>
          <pc:docMk/>
          <pc:sldMk cId="0" sldId="270"/>
        </pc:sldMkLst>
      </pc:sldChg>
      <pc:sldChg chg="del">
        <pc:chgData name="Brandt Redd" userId="be8ed540b98adac0" providerId="LiveId" clId="{B0F43357-5FF1-44E2-943F-9FC9D66F18E9}" dt="2021-01-25T06:09:11.321" v="508" actId="47"/>
        <pc:sldMkLst>
          <pc:docMk/>
          <pc:sldMk cId="0" sldId="271"/>
        </pc:sldMkLst>
      </pc:sldChg>
      <pc:sldChg chg="del">
        <pc:chgData name="Brandt Redd" userId="be8ed540b98adac0" providerId="LiveId" clId="{B0F43357-5FF1-44E2-943F-9FC9D66F18E9}" dt="2021-01-25T06:09:40.739" v="511" actId="47"/>
        <pc:sldMkLst>
          <pc:docMk/>
          <pc:sldMk cId="0" sldId="272"/>
        </pc:sldMkLst>
      </pc:sldChg>
      <pc:sldChg chg="del">
        <pc:chgData name="Brandt Redd" userId="be8ed540b98adac0" providerId="LiveId" clId="{B0F43357-5FF1-44E2-943F-9FC9D66F18E9}" dt="2021-01-25T06:09:42.475" v="512" actId="47"/>
        <pc:sldMkLst>
          <pc:docMk/>
          <pc:sldMk cId="0" sldId="273"/>
        </pc:sldMkLst>
      </pc:sldChg>
      <pc:sldChg chg="del">
        <pc:chgData name="Brandt Redd" userId="be8ed540b98adac0" providerId="LiveId" clId="{B0F43357-5FF1-44E2-943F-9FC9D66F18E9}" dt="2021-01-25T06:09:43.964" v="513" actId="47"/>
        <pc:sldMkLst>
          <pc:docMk/>
          <pc:sldMk cId="0" sldId="274"/>
        </pc:sldMkLst>
      </pc:sldChg>
      <pc:sldChg chg="del">
        <pc:chgData name="Brandt Redd" userId="be8ed540b98adac0" providerId="LiveId" clId="{B0F43357-5FF1-44E2-943F-9FC9D66F18E9}" dt="2021-01-25T06:09:45.565" v="514" actId="47"/>
        <pc:sldMkLst>
          <pc:docMk/>
          <pc:sldMk cId="0" sldId="275"/>
        </pc:sldMkLst>
      </pc:sldChg>
      <pc:sldChg chg="del">
        <pc:chgData name="Brandt Redd" userId="be8ed540b98adac0" providerId="LiveId" clId="{B0F43357-5FF1-44E2-943F-9FC9D66F18E9}" dt="2021-01-25T06:09:48.256" v="515" actId="47"/>
        <pc:sldMkLst>
          <pc:docMk/>
          <pc:sldMk cId="0" sldId="276"/>
        </pc:sldMkLst>
      </pc:sldChg>
      <pc:sldChg chg="modSp mod">
        <pc:chgData name="Brandt Redd" userId="be8ed540b98adac0" providerId="LiveId" clId="{B0F43357-5FF1-44E2-943F-9FC9D66F18E9}" dt="2021-01-25T06:09:58.795" v="516" actId="6549"/>
        <pc:sldMkLst>
          <pc:docMk/>
          <pc:sldMk cId="0" sldId="277"/>
        </pc:sldMkLst>
      </pc:sldChg>
      <pc:sldChg chg="modSp mod">
        <pc:chgData name="Brandt Redd" userId="be8ed540b98adac0" providerId="LiveId" clId="{B0F43357-5FF1-44E2-943F-9FC9D66F18E9}" dt="2021-01-25T06:10:24.241" v="517" actId="6549"/>
        <pc:sldMkLst>
          <pc:docMk/>
          <pc:sldMk cId="0" sldId="278"/>
        </pc:sldMkLst>
      </pc:sldChg>
      <pc:sldChg chg="del">
        <pc:chgData name="Brandt Redd" userId="be8ed540b98adac0" providerId="LiveId" clId="{B0F43357-5FF1-44E2-943F-9FC9D66F18E9}" dt="2021-01-25T06:10:34.947" v="518" actId="47"/>
        <pc:sldMkLst>
          <pc:docMk/>
          <pc:sldMk cId="0" sldId="279"/>
        </pc:sldMkLst>
      </pc:sldChg>
      <pc:sldChg chg="ord">
        <pc:chgData name="Brandt Redd" userId="be8ed540b98adac0" providerId="LiveId" clId="{B0F43357-5FF1-44E2-943F-9FC9D66F18E9}" dt="2021-01-25T05:41:04.024" v="358"/>
        <pc:sldMkLst>
          <pc:docMk/>
          <pc:sldMk cId="0" sldId="281"/>
        </pc:sldMkLst>
      </pc:sldChg>
      <pc:sldChg chg="add del">
        <pc:chgData name="Brandt Redd" userId="be8ed540b98adac0" providerId="LiveId" clId="{B0F43357-5FF1-44E2-943F-9FC9D66F18E9}" dt="2021-01-25T06:09:18.724" v="510" actId="47"/>
        <pc:sldMkLst>
          <pc:docMk/>
          <pc:sldMk cId="0" sldId="291"/>
        </pc:sldMkLst>
      </pc:sldChg>
      <pc:sldChg chg="del">
        <pc:chgData name="Brandt Redd" userId="be8ed540b98adac0" providerId="LiveId" clId="{B0F43357-5FF1-44E2-943F-9FC9D66F18E9}" dt="2021-01-25T05:27:16.977" v="112" actId="47"/>
        <pc:sldMkLst>
          <pc:docMk/>
          <pc:sldMk cId="0" sldId="292"/>
        </pc:sldMkLst>
      </pc:sldChg>
      <pc:sldChg chg="del">
        <pc:chgData name="Brandt Redd" userId="be8ed540b98adac0" providerId="LiveId" clId="{B0F43357-5FF1-44E2-943F-9FC9D66F18E9}" dt="2021-01-25T05:27:16.977" v="112" actId="47"/>
        <pc:sldMkLst>
          <pc:docMk/>
          <pc:sldMk cId="0" sldId="293"/>
        </pc:sldMkLst>
      </pc:sldChg>
      <pc:sldChg chg="addSp modSp mod modClrScheme chgLayout modNotesTx">
        <pc:chgData name="Brandt Redd" userId="be8ed540b98adac0" providerId="LiveId" clId="{B0F43357-5FF1-44E2-943F-9FC9D66F18E9}" dt="2021-01-25T05:29:21.865" v="196" actId="20577"/>
        <pc:sldMkLst>
          <pc:docMk/>
          <pc:sldMk cId="0" sldId="296"/>
        </pc:sldMkLst>
      </pc:sldChg>
      <pc:sldChg chg="modSp mod">
        <pc:chgData name="Brandt Redd" userId="be8ed540b98adac0" providerId="LiveId" clId="{B0F43357-5FF1-44E2-943F-9FC9D66F18E9}" dt="2021-01-25T05:28:07.541" v="134" actId="404"/>
        <pc:sldMkLst>
          <pc:docMk/>
          <pc:sldMk cId="0" sldId="297"/>
        </pc:sldMkLst>
      </pc:sldChg>
      <pc:sldChg chg="modSp mod">
        <pc:chgData name="Brandt Redd" userId="be8ed540b98adac0" providerId="LiveId" clId="{B0F43357-5FF1-44E2-943F-9FC9D66F18E9}" dt="2021-01-25T05:29:54.732" v="231" actId="404"/>
        <pc:sldMkLst>
          <pc:docMk/>
          <pc:sldMk cId="0" sldId="305"/>
        </pc:sldMkLst>
      </pc:sldChg>
      <pc:sldChg chg="modSp mod">
        <pc:chgData name="Brandt Redd" userId="be8ed540b98adac0" providerId="LiveId" clId="{B0F43357-5FF1-44E2-943F-9FC9D66F18E9}" dt="2021-01-25T05:46:24.195" v="394" actId="14100"/>
        <pc:sldMkLst>
          <pc:docMk/>
          <pc:sldMk cId="0" sldId="308"/>
        </pc:sldMkLst>
      </pc:sldChg>
      <pc:sldChg chg="del">
        <pc:chgData name="Brandt Redd" userId="be8ed540b98adac0" providerId="LiveId" clId="{B0F43357-5FF1-44E2-943F-9FC9D66F18E9}" dt="2021-01-25T05:30:31.529" v="232" actId="47"/>
        <pc:sldMkLst>
          <pc:docMk/>
          <pc:sldMk cId="0" sldId="311"/>
        </pc:sldMkLst>
      </pc:sldChg>
      <pc:sldChg chg="del">
        <pc:chgData name="Brandt Redd" userId="be8ed540b98adac0" providerId="LiveId" clId="{B0F43357-5FF1-44E2-943F-9FC9D66F18E9}" dt="2021-01-25T05:30:55.474" v="233" actId="47"/>
        <pc:sldMkLst>
          <pc:docMk/>
          <pc:sldMk cId="0" sldId="314"/>
        </pc:sldMkLst>
      </pc:sldChg>
      <pc:sldChg chg="del">
        <pc:chgData name="Brandt Redd" userId="be8ed540b98adac0" providerId="LiveId" clId="{B0F43357-5FF1-44E2-943F-9FC9D66F18E9}" dt="2021-01-25T05:41:30.293" v="359" actId="2696"/>
        <pc:sldMkLst>
          <pc:docMk/>
          <pc:sldMk cId="0" sldId="315"/>
        </pc:sldMkLst>
      </pc:sldChg>
      <pc:sldChg chg="modSp mod">
        <pc:chgData name="Brandt Redd" userId="be8ed540b98adac0" providerId="LiveId" clId="{B0F43357-5FF1-44E2-943F-9FC9D66F18E9}" dt="2021-01-25T15:09:20.078" v="599" actId="20577"/>
        <pc:sldMkLst>
          <pc:docMk/>
          <pc:sldMk cId="2882049078" sldId="316"/>
        </pc:sldMkLst>
      </pc:sldChg>
      <pc:sldChg chg="delSp modSp">
        <pc:chgData name="Brandt Redd" userId="be8ed540b98adac0" providerId="LiveId" clId="{B0F43357-5FF1-44E2-943F-9FC9D66F18E9}" dt="2021-01-25T06:14:57.913" v="547" actId="14100"/>
        <pc:sldMkLst>
          <pc:docMk/>
          <pc:sldMk cId="3971224157" sldId="317"/>
        </pc:sldMkLst>
      </pc:sldChg>
      <pc:sldChg chg="modSp mod">
        <pc:chgData name="Brandt Redd" userId="be8ed540b98adac0" providerId="LiveId" clId="{B0F43357-5FF1-44E2-943F-9FC9D66F18E9}" dt="2021-01-25T17:31:43.408" v="1149" actId="14100"/>
        <pc:sldMkLst>
          <pc:docMk/>
          <pc:sldMk cId="2706494644" sldId="318"/>
        </pc:sldMkLst>
      </pc:sldChg>
      <pc:sldChg chg="addSp delSp modSp new mod modClrScheme chgLayout">
        <pc:chgData name="Brandt Redd" userId="be8ed540b98adac0" providerId="LiveId" clId="{B0F43357-5FF1-44E2-943F-9FC9D66F18E9}" dt="2021-01-25T04:49:40.682" v="111" actId="20577"/>
        <pc:sldMkLst>
          <pc:docMk/>
          <pc:sldMk cId="3937944872" sldId="320"/>
        </pc:sldMkLst>
      </pc:sldChg>
      <pc:sldChg chg="addSp delSp modSp new mod modClrScheme chgLayout">
        <pc:chgData name="Brandt Redd" userId="be8ed540b98adac0" providerId="LiveId" clId="{B0F43357-5FF1-44E2-943F-9FC9D66F18E9}" dt="2021-01-25T15:56:54.711" v="600"/>
        <pc:sldMkLst>
          <pc:docMk/>
          <pc:sldMk cId="3662912626" sldId="321"/>
        </pc:sldMkLst>
      </pc:sldChg>
      <pc:sldChg chg="addSp delSp modSp new mod modClrScheme chgLayout">
        <pc:chgData name="Brandt Redd" userId="be8ed540b98adac0" providerId="LiveId" clId="{B0F43357-5FF1-44E2-943F-9FC9D66F18E9}" dt="2021-01-25T15:56:54.711" v="600"/>
        <pc:sldMkLst>
          <pc:docMk/>
          <pc:sldMk cId="2721497507" sldId="322"/>
        </pc:sldMkLst>
      </pc:sldChg>
      <pc:sldChg chg="addSp delSp modSp new mod modClrScheme chgLayout">
        <pc:chgData name="Brandt Redd" userId="be8ed540b98adac0" providerId="LiveId" clId="{B0F43357-5FF1-44E2-943F-9FC9D66F18E9}" dt="2021-01-25T05:47:55.822" v="467" actId="14100"/>
        <pc:sldMkLst>
          <pc:docMk/>
          <pc:sldMk cId="1186239342" sldId="323"/>
        </pc:sldMkLst>
      </pc:sldChg>
      <pc:sldChg chg="addSp delSp modSp add mod">
        <pc:chgData name="Brandt Redd" userId="be8ed540b98adac0" providerId="LiveId" clId="{B0F43357-5FF1-44E2-943F-9FC9D66F18E9}" dt="2021-01-25T17:29:34.760" v="1053"/>
        <pc:sldMkLst>
          <pc:docMk/>
          <pc:sldMk cId="4161918894" sldId="324"/>
        </pc:sldMkLst>
      </pc:sldChg>
      <pc:sldChg chg="modSp new mod">
        <pc:chgData name="Brandt Redd" userId="be8ed540b98adac0" providerId="LiveId" clId="{B0F43357-5FF1-44E2-943F-9FC9D66F18E9}" dt="2021-01-25T19:13:32.612" v="1988" actId="20577"/>
        <pc:sldMkLst>
          <pc:docMk/>
          <pc:sldMk cId="1019628344" sldId="325"/>
        </pc:sldMkLst>
      </pc:sldChg>
    </pc:docChg>
  </pc:docChgLst>
  <pc:docChgLst>
    <pc:chgData name="Brandt Redd" userId="be8ed540b98adac0" providerId="LiveId" clId="{361CDE72-F010-415C-8FE5-1DEC215B0426}"/>
    <pc:docChg chg="custSel modSld">
      <pc:chgData name="Brandt Redd" userId="be8ed540b98adac0" providerId="LiveId" clId="{361CDE72-F010-415C-8FE5-1DEC215B0426}" dt="2023-01-23T15:56:39.441" v="22"/>
      <pc:docMkLst>
        <pc:docMk/>
      </pc:docMkLst>
      <pc:sldChg chg="addSp delSp mod">
        <pc:chgData name="Brandt Redd" userId="be8ed540b98adac0" providerId="LiveId" clId="{361CDE72-F010-415C-8FE5-1DEC215B0426}" dt="2023-01-23T15:56:39.441" v="22"/>
        <pc:sldMkLst>
          <pc:docMk/>
          <pc:sldMk cId="3662912626" sldId="321"/>
        </pc:sldMkLst>
      </pc:sldChg>
      <pc:sldChg chg="addSp delSp mod">
        <pc:chgData name="Brandt Redd" userId="be8ed540b98adac0" providerId="LiveId" clId="{361CDE72-F010-415C-8FE5-1DEC215B0426}" dt="2023-01-23T15:56:39.441" v="22"/>
        <pc:sldMkLst>
          <pc:docMk/>
          <pc:sldMk cId="2721497507" sldId="322"/>
        </pc:sldMkLst>
      </pc:sldChg>
      <pc:sldChg chg="addSp delSp modSp mod">
        <pc:chgData name="Brandt Redd" userId="be8ed540b98adac0" providerId="LiveId" clId="{361CDE72-F010-415C-8FE5-1DEC215B0426}" dt="2023-01-23T04:35:37.568" v="20" actId="14100"/>
        <pc:sldMkLst>
          <pc:docMk/>
          <pc:sldMk cId="1186239342" sldId="323"/>
        </pc:sldMkLst>
      </pc:sldChg>
      <pc:sldChg chg="delSp mod">
        <pc:chgData name="Brandt Redd" userId="be8ed540b98adac0" providerId="LiveId" clId="{361CDE72-F010-415C-8FE5-1DEC215B0426}" dt="2023-01-23T04:36:21.034" v="21" actId="478"/>
        <pc:sldMkLst>
          <pc:docMk/>
          <pc:sldMk cId="4161918894" sldId="324"/>
        </pc:sldMkLst>
      </pc:sldChg>
    </pc:docChg>
  </pc:docChgLst>
  <pc:docChgLst>
    <pc:chgData name="Brandt Redd" userId="be8ed540b98adac0" providerId="LiveId" clId="{6B6AECE4-DF3D-42EC-A654-687F0241CD36}"/>
    <pc:docChg chg="custSel modSld">
      <pc:chgData name="Brandt Redd" userId="be8ed540b98adac0" providerId="LiveId" clId="{6B6AECE4-DF3D-42EC-A654-687F0241CD36}" dt="2025-01-13T04:02:45.858" v="186" actId="20577"/>
      <pc:docMkLst>
        <pc:docMk/>
      </pc:docMkLst>
      <pc:sldChg chg="modSp mod">
        <pc:chgData name="Brandt Redd" userId="be8ed540b98adac0" providerId="LiveId" clId="{6B6AECE4-DF3D-42EC-A654-687F0241CD36}" dt="2025-01-13T04:00:45.299" v="111" actId="20577"/>
        <pc:sldMkLst>
          <pc:docMk/>
          <pc:sldMk cId="629344408" sldId="336"/>
        </pc:sldMkLst>
        <pc:spChg chg="mod">
          <ac:chgData name="Brandt Redd" userId="be8ed540b98adac0" providerId="LiveId" clId="{6B6AECE4-DF3D-42EC-A654-687F0241CD36}" dt="2025-01-13T04:00:45.299" v="111" actId="20577"/>
          <ac:spMkLst>
            <pc:docMk/>
            <pc:sldMk cId="629344408" sldId="336"/>
            <ac:spMk id="5" creationId="{3937722D-F77D-EEB5-89E8-917A7D77B3A1}"/>
          </ac:spMkLst>
        </pc:spChg>
      </pc:sldChg>
      <pc:sldChg chg="modSp mod">
        <pc:chgData name="Brandt Redd" userId="be8ed540b98adac0" providerId="LiveId" clId="{6B6AECE4-DF3D-42EC-A654-687F0241CD36}" dt="2025-01-13T04:01:49.787" v="113" actId="14100"/>
        <pc:sldMkLst>
          <pc:docMk/>
          <pc:sldMk cId="837094550" sldId="338"/>
        </pc:sldMkLst>
        <pc:spChg chg="mod">
          <ac:chgData name="Brandt Redd" userId="be8ed540b98adac0" providerId="LiveId" clId="{6B6AECE4-DF3D-42EC-A654-687F0241CD36}" dt="2025-01-13T04:01:49.787" v="113" actId="14100"/>
          <ac:spMkLst>
            <pc:docMk/>
            <pc:sldMk cId="837094550" sldId="338"/>
            <ac:spMk id="3" creationId="{A342130D-A20E-4DCB-17BB-72EEA4BD195D}"/>
          </ac:spMkLst>
        </pc:spChg>
      </pc:sldChg>
      <pc:sldChg chg="modSp mod">
        <pc:chgData name="Brandt Redd" userId="be8ed540b98adac0" providerId="LiveId" clId="{6B6AECE4-DF3D-42EC-A654-687F0241CD36}" dt="2025-01-13T04:02:45.858" v="186" actId="20577"/>
        <pc:sldMkLst>
          <pc:docMk/>
          <pc:sldMk cId="1210347501" sldId="339"/>
        </pc:sldMkLst>
        <pc:spChg chg="mod">
          <ac:chgData name="Brandt Redd" userId="be8ed540b98adac0" providerId="LiveId" clId="{6B6AECE4-DF3D-42EC-A654-687F0241CD36}" dt="2025-01-13T04:02:45.858" v="186" actId="20577"/>
          <ac:spMkLst>
            <pc:docMk/>
            <pc:sldMk cId="1210347501" sldId="339"/>
            <ac:spMk id="3" creationId="{CF445E88-F1D1-C3AA-518C-CBCB48B8C513}"/>
          </ac:spMkLst>
        </pc:spChg>
      </pc:sldChg>
    </pc:docChg>
  </pc:docChgLst>
  <pc:docChgLst>
    <pc:chgData name="Brandt Redd" userId="be8ed540b98adac0" providerId="LiveId" clId="{8ECBF93C-3101-433B-B74B-4F1AA0633F05}"/>
    <pc:docChg chg="custSel modSld">
      <pc:chgData name="Brandt Redd" userId="be8ed540b98adac0" providerId="LiveId" clId="{8ECBF93C-3101-433B-B74B-4F1AA0633F05}" dt="2022-09-12T14:50:52.111" v="4"/>
      <pc:docMkLst>
        <pc:docMk/>
      </pc:docMkLst>
      <pc:sldChg chg="addSp delSp mod">
        <pc:chgData name="Brandt Redd" userId="be8ed540b98adac0" providerId="LiveId" clId="{8ECBF93C-3101-433B-B74B-4F1AA0633F05}" dt="2022-09-12T14:50:52.111" v="4"/>
        <pc:sldMkLst>
          <pc:docMk/>
          <pc:sldMk cId="3662912626" sldId="321"/>
        </pc:sldMkLst>
      </pc:sldChg>
      <pc:sldChg chg="addSp delSp mod">
        <pc:chgData name="Brandt Redd" userId="be8ed540b98adac0" providerId="LiveId" clId="{8ECBF93C-3101-433B-B74B-4F1AA0633F05}" dt="2022-09-12T14:50:52.111" v="4"/>
        <pc:sldMkLst>
          <pc:docMk/>
          <pc:sldMk cId="2721497507" sldId="322"/>
        </pc:sldMkLst>
      </pc:sldChg>
      <pc:sldChg chg="addSp delSp mod">
        <pc:chgData name="Brandt Redd" userId="be8ed540b98adac0" providerId="LiveId" clId="{8ECBF93C-3101-433B-B74B-4F1AA0633F05}" dt="2022-09-12T14:50:52.111" v="4"/>
        <pc:sldMkLst>
          <pc:docMk/>
          <pc:sldMk cId="1186239342" sldId="323"/>
        </pc:sldMkLst>
      </pc:sldChg>
      <pc:sldChg chg="addSp delSp mod">
        <pc:chgData name="Brandt Redd" userId="be8ed540b98adac0" providerId="LiveId" clId="{8ECBF93C-3101-433B-B74B-4F1AA0633F05}" dt="2022-09-12T14:50:52.111" v="4"/>
        <pc:sldMkLst>
          <pc:docMk/>
          <pc:sldMk cId="4161918894" sldId="324"/>
        </pc:sldMkLst>
      </pc:sldChg>
    </pc:docChg>
  </pc:docChgLst>
  <pc:docChgLst>
    <pc:chgData name="Brandt Redd" userId="be8ed540b98adac0" providerId="LiveId" clId="{A352FF9A-1F8F-49E9-A3FF-92F9886073C4}"/>
    <pc:docChg chg="undo custSel addSld modSld">
      <pc:chgData name="Brandt Redd" userId="be8ed540b98adac0" providerId="LiveId" clId="{A352FF9A-1F8F-49E9-A3FF-92F9886073C4}" dt="2020-09-14T15:42:02.252" v="1388" actId="20577"/>
      <pc:docMkLst>
        <pc:docMk/>
      </pc:docMkLst>
      <pc:sldChg chg="modSp mod">
        <pc:chgData name="Brandt Redd" userId="be8ed540b98adac0" providerId="LiveId" clId="{A352FF9A-1F8F-49E9-A3FF-92F9886073C4}" dt="2020-09-13T02:59:31.404" v="48" actId="20577"/>
        <pc:sldMkLst>
          <pc:docMk/>
          <pc:sldMk cId="0" sldId="256"/>
        </pc:sldMkLst>
      </pc:sldChg>
      <pc:sldChg chg="modSp">
        <pc:chgData name="Brandt Redd" userId="be8ed540b98adac0" providerId="LiveId" clId="{A352FF9A-1F8F-49E9-A3FF-92F9886073C4}" dt="2020-09-14T14:48:01.102" v="1356" actId="1076"/>
        <pc:sldMkLst>
          <pc:docMk/>
          <pc:sldMk cId="0" sldId="295"/>
        </pc:sldMkLst>
      </pc:sldChg>
      <pc:sldChg chg="addSp modSp mod">
        <pc:chgData name="Brandt Redd" userId="be8ed540b98adac0" providerId="LiveId" clId="{A352FF9A-1F8F-49E9-A3FF-92F9886073C4}" dt="2020-09-13T03:28:42.910" v="910" actId="1076"/>
        <pc:sldMkLst>
          <pc:docMk/>
          <pc:sldMk cId="0" sldId="296"/>
        </pc:sldMkLst>
      </pc:sldChg>
      <pc:sldChg chg="modSp mod">
        <pc:chgData name="Brandt Redd" userId="be8ed540b98adac0" providerId="LiveId" clId="{A352FF9A-1F8F-49E9-A3FF-92F9886073C4}" dt="2020-09-13T03:30:48.914" v="995" actId="20577"/>
        <pc:sldMkLst>
          <pc:docMk/>
          <pc:sldMk cId="0" sldId="315"/>
        </pc:sldMkLst>
      </pc:sldChg>
      <pc:sldChg chg="modSp new mod">
        <pc:chgData name="Brandt Redd" userId="be8ed540b98adac0" providerId="LiveId" clId="{A352FF9A-1F8F-49E9-A3FF-92F9886073C4}" dt="2020-09-13T03:11:05.617" v="559" actId="20577"/>
        <pc:sldMkLst>
          <pc:docMk/>
          <pc:sldMk cId="2882049078" sldId="316"/>
        </pc:sldMkLst>
      </pc:sldChg>
      <pc:sldChg chg="addSp delSp modSp new mod modClrScheme chgLayout">
        <pc:chgData name="Brandt Redd" userId="be8ed540b98adac0" providerId="LiveId" clId="{A352FF9A-1F8F-49E9-A3FF-92F9886073C4}" dt="2020-09-13T03:11:32.887" v="565" actId="700"/>
        <pc:sldMkLst>
          <pc:docMk/>
          <pc:sldMk cId="3971224157" sldId="317"/>
        </pc:sldMkLst>
      </pc:sldChg>
      <pc:sldChg chg="addSp delSp modSp new mod modClrScheme chgLayout">
        <pc:chgData name="Brandt Redd" userId="be8ed540b98adac0" providerId="LiveId" clId="{A352FF9A-1F8F-49E9-A3FF-92F9886073C4}" dt="2020-09-13T03:23:52.593" v="908" actId="6549"/>
        <pc:sldMkLst>
          <pc:docMk/>
          <pc:sldMk cId="2706494644" sldId="318"/>
        </pc:sldMkLst>
      </pc:sldChg>
      <pc:sldChg chg="modSp new mod">
        <pc:chgData name="Brandt Redd" userId="be8ed540b98adac0" providerId="LiveId" clId="{A352FF9A-1F8F-49E9-A3FF-92F9886073C4}" dt="2020-09-14T15:42:02.252" v="1388" actId="20577"/>
        <pc:sldMkLst>
          <pc:docMk/>
          <pc:sldMk cId="1421077915" sldId="319"/>
        </pc:sldMkLst>
      </pc:sldChg>
    </pc:docChg>
  </pc:docChgLst>
  <pc:docChgLst>
    <pc:chgData name="Brandt Redd" userId="be8ed540b98adac0" providerId="LiveId" clId="{E0CA9BFA-1982-4345-A23B-622D5CB3A16C}"/>
    <pc:docChg chg="modSld">
      <pc:chgData name="Brandt Redd" userId="be8ed540b98adac0" providerId="LiveId" clId="{E0CA9BFA-1982-4345-A23B-622D5CB3A16C}" dt="2023-08-23T19:55:03.643" v="8" actId="732"/>
      <pc:docMkLst>
        <pc:docMk/>
      </pc:docMkLst>
      <pc:sldChg chg="modSp">
        <pc:chgData name="Brandt Redd" userId="be8ed540b98adac0" providerId="LiveId" clId="{E0CA9BFA-1982-4345-A23B-622D5CB3A16C}" dt="2023-08-23T19:55:03.643" v="8" actId="732"/>
        <pc:sldMkLst>
          <pc:docMk/>
          <pc:sldMk cId="0" sldId="306"/>
        </pc:sldMkLst>
      </pc:sldChg>
      <pc:sldChg chg="modSp">
        <pc:chgData name="Brandt Redd" userId="be8ed540b98adac0" providerId="LiveId" clId="{E0CA9BFA-1982-4345-A23B-622D5CB3A16C}" dt="2023-08-23T19:52:25.928" v="2" actId="1076"/>
        <pc:sldMkLst>
          <pc:docMk/>
          <pc:sldMk cId="0" sldId="307"/>
        </pc:sldMkLst>
      </pc:sldChg>
      <pc:sldChg chg="modSp">
        <pc:chgData name="Brandt Redd" userId="be8ed540b98adac0" providerId="LiveId" clId="{E0CA9BFA-1982-4345-A23B-622D5CB3A16C}" dt="2023-08-23T19:53:07.906" v="4" actId="732"/>
        <pc:sldMkLst>
          <pc:docMk/>
          <pc:sldMk cId="0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E39833-4621-4DAE-8018-0F170DF075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FE90C-44C6-404A-9298-5FDE236BEE3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AA5363F-58DD-4B81-ADD1-344D4A83E2EC}" type="datetime1">
              <a:rPr lang="en-US"/>
              <a:pPr>
                <a:defRPr/>
              </a:pPr>
              <a:t>2025-01-12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092A097-9B71-42F2-B636-DCD130C44A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17AB64C-B87E-47D4-BC2F-57E3F50FE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E39DB-1271-451A-8A74-764EDE267E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48BAA-1037-4410-B947-289999143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1B087D6-6E98-44F9-921D-672918FA134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09422E17-7363-45CA-99F6-F09E3E9E954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78C68DB2-0454-4F05-A99C-9D4A6E7797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>
                <a:extLst>
                  <a:ext uri="{FF2B5EF4-FFF2-40B4-BE49-F238E27FC236}">
                    <a16:creationId xmlns:a16="http://schemas.microsoft.com/office/drawing/2014/main" id="{3DBF8DAF-26FA-469B-B5EA-1B1BD44F87D8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16" name="Group 5">
                <a:extLst>
                  <a:ext uri="{FF2B5EF4-FFF2-40B4-BE49-F238E27FC236}">
                    <a16:creationId xmlns:a16="http://schemas.microsoft.com/office/drawing/2014/main" id="{34B70B0A-84F2-4DEB-8A21-ABBA955F330E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>
                  <a:extLst>
                    <a:ext uri="{FF2B5EF4-FFF2-40B4-BE49-F238E27FC236}">
                      <a16:creationId xmlns:a16="http://schemas.microsoft.com/office/drawing/2014/main" id="{3855D29F-B671-4523-B51F-8D3AD29E18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7">
                  <a:extLst>
                    <a:ext uri="{FF2B5EF4-FFF2-40B4-BE49-F238E27FC236}">
                      <a16:creationId xmlns:a16="http://schemas.microsoft.com/office/drawing/2014/main" id="{8BDAF52D-7F2F-4DD8-8DA4-61185D1AAE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">
                  <a:extLst>
                    <a:ext uri="{FF2B5EF4-FFF2-40B4-BE49-F238E27FC236}">
                      <a16:creationId xmlns:a16="http://schemas.microsoft.com/office/drawing/2014/main" id="{808753BA-9063-4FD1-9D6C-EF75B440BF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9">
                  <a:extLst>
                    <a:ext uri="{FF2B5EF4-FFF2-40B4-BE49-F238E27FC236}">
                      <a16:creationId xmlns:a16="http://schemas.microsoft.com/office/drawing/2014/main" id="{D14C7352-4ECE-4632-9AFB-613FA7AFA9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0">
                  <a:extLst>
                    <a:ext uri="{FF2B5EF4-FFF2-40B4-BE49-F238E27FC236}">
                      <a16:creationId xmlns:a16="http://schemas.microsoft.com/office/drawing/2014/main" id="{101242C3-84B2-4554-9E36-666BEBE333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1">
                  <a:extLst>
                    <a:ext uri="{FF2B5EF4-FFF2-40B4-BE49-F238E27FC236}">
                      <a16:creationId xmlns:a16="http://schemas.microsoft.com/office/drawing/2014/main" id="{89881EF2-F5CE-4787-9F16-F8B19BF078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2">
                  <a:extLst>
                    <a:ext uri="{FF2B5EF4-FFF2-40B4-BE49-F238E27FC236}">
                      <a16:creationId xmlns:a16="http://schemas.microsoft.com/office/drawing/2014/main" id="{9D27ABC6-D5F2-49CE-B137-77F9621D3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3">
                  <a:extLst>
                    <a:ext uri="{FF2B5EF4-FFF2-40B4-BE49-F238E27FC236}">
                      <a16:creationId xmlns:a16="http://schemas.microsoft.com/office/drawing/2014/main" id="{777DC916-28B0-4C28-A3F7-FC4728DE81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4">
                  <a:extLst>
                    <a:ext uri="{FF2B5EF4-FFF2-40B4-BE49-F238E27FC236}">
                      <a16:creationId xmlns:a16="http://schemas.microsoft.com/office/drawing/2014/main" id="{B442DA35-D1B4-4E8C-BF01-DC7B11F0CF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5">
                  <a:extLst>
                    <a:ext uri="{FF2B5EF4-FFF2-40B4-BE49-F238E27FC236}">
                      <a16:creationId xmlns:a16="http://schemas.microsoft.com/office/drawing/2014/main" id="{6AECA2C6-8A74-4853-92CE-E61392B73F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6">
                  <a:extLst>
                    <a:ext uri="{FF2B5EF4-FFF2-40B4-BE49-F238E27FC236}">
                      <a16:creationId xmlns:a16="http://schemas.microsoft.com/office/drawing/2014/main" id="{C68258F5-B904-49A5-8853-9CA3CB7F97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7">
                  <a:extLst>
                    <a:ext uri="{FF2B5EF4-FFF2-40B4-BE49-F238E27FC236}">
                      <a16:creationId xmlns:a16="http://schemas.microsoft.com/office/drawing/2014/main" id="{58E7CC3F-A5B7-4641-A05D-B01E475910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18">
                  <a:extLst>
                    <a:ext uri="{FF2B5EF4-FFF2-40B4-BE49-F238E27FC236}">
                      <a16:creationId xmlns:a16="http://schemas.microsoft.com/office/drawing/2014/main" id="{74EB9D07-78AA-40B4-8D80-A7573BA162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19">
                  <a:extLst>
                    <a:ext uri="{FF2B5EF4-FFF2-40B4-BE49-F238E27FC236}">
                      <a16:creationId xmlns:a16="http://schemas.microsoft.com/office/drawing/2014/main" id="{075335BB-BC52-482F-A09F-B7AE411F27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0">
                  <a:extLst>
                    <a:ext uri="{FF2B5EF4-FFF2-40B4-BE49-F238E27FC236}">
                      <a16:creationId xmlns:a16="http://schemas.microsoft.com/office/drawing/2014/main" id="{0FB9F5C3-63C4-4EE5-BD90-F10C1A08B9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1">
                  <a:extLst>
                    <a:ext uri="{FF2B5EF4-FFF2-40B4-BE49-F238E27FC236}">
                      <a16:creationId xmlns:a16="http://schemas.microsoft.com/office/drawing/2014/main" id="{8728D42E-C246-47C0-B7B1-FB22B17D18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2">
                  <a:extLst>
                    <a:ext uri="{FF2B5EF4-FFF2-40B4-BE49-F238E27FC236}">
                      <a16:creationId xmlns:a16="http://schemas.microsoft.com/office/drawing/2014/main" id="{112C7D32-79BD-4631-9386-51FE65A84E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3">
                  <a:extLst>
                    <a:ext uri="{FF2B5EF4-FFF2-40B4-BE49-F238E27FC236}">
                      <a16:creationId xmlns:a16="http://schemas.microsoft.com/office/drawing/2014/main" id="{A358261D-DF48-456D-9E81-285A70EB3F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4">
                  <a:extLst>
                    <a:ext uri="{FF2B5EF4-FFF2-40B4-BE49-F238E27FC236}">
                      <a16:creationId xmlns:a16="http://schemas.microsoft.com/office/drawing/2014/main" id="{26068273-D6F4-4501-9C40-541595C9DE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5">
                  <a:extLst>
                    <a:ext uri="{FF2B5EF4-FFF2-40B4-BE49-F238E27FC236}">
                      <a16:creationId xmlns:a16="http://schemas.microsoft.com/office/drawing/2014/main" id="{382266F2-DD0D-497E-BBB9-4CF8468847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6">
                  <a:extLst>
                    <a:ext uri="{FF2B5EF4-FFF2-40B4-BE49-F238E27FC236}">
                      <a16:creationId xmlns:a16="http://schemas.microsoft.com/office/drawing/2014/main" id="{FA7F4B34-9CF8-48DD-8E1A-DF967BC680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7">
                  <a:extLst>
                    <a:ext uri="{FF2B5EF4-FFF2-40B4-BE49-F238E27FC236}">
                      <a16:creationId xmlns:a16="http://schemas.microsoft.com/office/drawing/2014/main" id="{AE367C09-E146-4A78-980C-D554779706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28">
                  <a:extLst>
                    <a:ext uri="{FF2B5EF4-FFF2-40B4-BE49-F238E27FC236}">
                      <a16:creationId xmlns:a16="http://schemas.microsoft.com/office/drawing/2014/main" id="{EAECB002-A2D3-4734-8941-C8BFAC57DF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29">
                  <a:extLst>
                    <a:ext uri="{FF2B5EF4-FFF2-40B4-BE49-F238E27FC236}">
                      <a16:creationId xmlns:a16="http://schemas.microsoft.com/office/drawing/2014/main" id="{14CE62BD-6F9A-4CDC-B06D-D643206E05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0">
                  <a:extLst>
                    <a:ext uri="{FF2B5EF4-FFF2-40B4-BE49-F238E27FC236}">
                      <a16:creationId xmlns:a16="http://schemas.microsoft.com/office/drawing/2014/main" id="{D5E9DAE7-104F-4BB7-B601-E93DC02EBC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1">
                  <a:extLst>
                    <a:ext uri="{FF2B5EF4-FFF2-40B4-BE49-F238E27FC236}">
                      <a16:creationId xmlns:a16="http://schemas.microsoft.com/office/drawing/2014/main" id="{CDD43A79-68F7-4982-A24B-222AC10C73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2">
                  <a:extLst>
                    <a:ext uri="{FF2B5EF4-FFF2-40B4-BE49-F238E27FC236}">
                      <a16:creationId xmlns:a16="http://schemas.microsoft.com/office/drawing/2014/main" id="{381D16DE-2415-4D9A-9244-D7016FF7EF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3">
                  <a:extLst>
                    <a:ext uri="{FF2B5EF4-FFF2-40B4-BE49-F238E27FC236}">
                      <a16:creationId xmlns:a16="http://schemas.microsoft.com/office/drawing/2014/main" id="{D98C8FEC-740D-4526-AF0D-E2DD312CDA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4">
                  <a:extLst>
                    <a:ext uri="{FF2B5EF4-FFF2-40B4-BE49-F238E27FC236}">
                      <a16:creationId xmlns:a16="http://schemas.microsoft.com/office/drawing/2014/main" id="{FF63E930-C1A3-4018-8138-3690FBE2DF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5">
                  <a:extLst>
                    <a:ext uri="{FF2B5EF4-FFF2-40B4-BE49-F238E27FC236}">
                      <a16:creationId xmlns:a16="http://schemas.microsoft.com/office/drawing/2014/main" id="{44F13A0F-514A-4D10-932D-8795AC1E03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6">
                  <a:extLst>
                    <a:ext uri="{FF2B5EF4-FFF2-40B4-BE49-F238E27FC236}">
                      <a16:creationId xmlns:a16="http://schemas.microsoft.com/office/drawing/2014/main" id="{8DB8875A-8518-4823-998B-860E52F3D3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7">
                  <a:extLst>
                    <a:ext uri="{FF2B5EF4-FFF2-40B4-BE49-F238E27FC236}">
                      <a16:creationId xmlns:a16="http://schemas.microsoft.com/office/drawing/2014/main" id="{6CB30E10-4692-4BBD-A197-F70680DE6A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38">
                  <a:extLst>
                    <a:ext uri="{FF2B5EF4-FFF2-40B4-BE49-F238E27FC236}">
                      <a16:creationId xmlns:a16="http://schemas.microsoft.com/office/drawing/2014/main" id="{08382838-CB46-423C-8FFD-EC9EDB2FEE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39">
                  <a:extLst>
                    <a:ext uri="{FF2B5EF4-FFF2-40B4-BE49-F238E27FC236}">
                      <a16:creationId xmlns:a16="http://schemas.microsoft.com/office/drawing/2014/main" id="{7F6545BE-AC14-48B3-B273-009B99152C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0">
                  <a:extLst>
                    <a:ext uri="{FF2B5EF4-FFF2-40B4-BE49-F238E27FC236}">
                      <a16:creationId xmlns:a16="http://schemas.microsoft.com/office/drawing/2014/main" id="{80179894-D92E-4742-BDAD-88161F920C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1">
                  <a:extLst>
                    <a:ext uri="{FF2B5EF4-FFF2-40B4-BE49-F238E27FC236}">
                      <a16:creationId xmlns:a16="http://schemas.microsoft.com/office/drawing/2014/main" id="{9EF3ABB6-FFE2-4E55-A0AA-91C2389285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2">
                  <a:extLst>
                    <a:ext uri="{FF2B5EF4-FFF2-40B4-BE49-F238E27FC236}">
                      <a16:creationId xmlns:a16="http://schemas.microsoft.com/office/drawing/2014/main" id="{1F931F71-1514-4716-B392-B7888748F1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3">
                  <a:extLst>
                    <a:ext uri="{FF2B5EF4-FFF2-40B4-BE49-F238E27FC236}">
                      <a16:creationId xmlns:a16="http://schemas.microsoft.com/office/drawing/2014/main" id="{CD42CF5A-F037-4F47-97C3-E198BE6A78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4">
                  <a:extLst>
                    <a:ext uri="{FF2B5EF4-FFF2-40B4-BE49-F238E27FC236}">
                      <a16:creationId xmlns:a16="http://schemas.microsoft.com/office/drawing/2014/main" id="{5D913D59-E540-44B2-A30A-433CFFB67B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5">
                  <a:extLst>
                    <a:ext uri="{FF2B5EF4-FFF2-40B4-BE49-F238E27FC236}">
                      <a16:creationId xmlns:a16="http://schemas.microsoft.com/office/drawing/2014/main" id="{78D64671-FCC8-4A89-AEEF-FAD9E0F9C5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6">
                  <a:extLst>
                    <a:ext uri="{FF2B5EF4-FFF2-40B4-BE49-F238E27FC236}">
                      <a16:creationId xmlns:a16="http://schemas.microsoft.com/office/drawing/2014/main" id="{3480E0D4-793C-4F90-9C1D-A0DD3B0DC7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7">
                  <a:extLst>
                    <a:ext uri="{FF2B5EF4-FFF2-40B4-BE49-F238E27FC236}">
                      <a16:creationId xmlns:a16="http://schemas.microsoft.com/office/drawing/2014/main" id="{D2307CDA-0FC8-469C-8B17-B31E05A530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48">
                  <a:extLst>
                    <a:ext uri="{FF2B5EF4-FFF2-40B4-BE49-F238E27FC236}">
                      <a16:creationId xmlns:a16="http://schemas.microsoft.com/office/drawing/2014/main" id="{1DDC1465-7164-4485-8B5C-F9012CFCCC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49">
                  <a:extLst>
                    <a:ext uri="{FF2B5EF4-FFF2-40B4-BE49-F238E27FC236}">
                      <a16:creationId xmlns:a16="http://schemas.microsoft.com/office/drawing/2014/main" id="{4F6A4E32-D68C-4EDA-80A0-2EDA20904F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0">
                  <a:extLst>
                    <a:ext uri="{FF2B5EF4-FFF2-40B4-BE49-F238E27FC236}">
                      <a16:creationId xmlns:a16="http://schemas.microsoft.com/office/drawing/2014/main" id="{4F0F8EB7-944C-48C3-BC11-5329C5FDDB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1">
                  <a:extLst>
                    <a:ext uri="{FF2B5EF4-FFF2-40B4-BE49-F238E27FC236}">
                      <a16:creationId xmlns:a16="http://schemas.microsoft.com/office/drawing/2014/main" id="{F5576639-5582-4042-859C-F18D91F73F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Line 52">
                  <a:extLst>
                    <a:ext uri="{FF2B5EF4-FFF2-40B4-BE49-F238E27FC236}">
                      <a16:creationId xmlns:a16="http://schemas.microsoft.com/office/drawing/2014/main" id="{770142B8-D668-41EC-8291-9D6A5087C5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Line 53">
                  <a:extLst>
                    <a:ext uri="{FF2B5EF4-FFF2-40B4-BE49-F238E27FC236}">
                      <a16:creationId xmlns:a16="http://schemas.microsoft.com/office/drawing/2014/main" id="{DA6501E3-9FAD-4A72-B26A-E3ADC2F34B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Line 54">
                  <a:extLst>
                    <a:ext uri="{FF2B5EF4-FFF2-40B4-BE49-F238E27FC236}">
                      <a16:creationId xmlns:a16="http://schemas.microsoft.com/office/drawing/2014/main" id="{05E8D40F-B5C8-44ED-A4BC-F6996AF216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Line 55">
                  <a:extLst>
                    <a:ext uri="{FF2B5EF4-FFF2-40B4-BE49-F238E27FC236}">
                      <a16:creationId xmlns:a16="http://schemas.microsoft.com/office/drawing/2014/main" id="{AAD64CE2-3BBB-49A5-96E7-C146E664E8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Line 56">
                  <a:extLst>
                    <a:ext uri="{FF2B5EF4-FFF2-40B4-BE49-F238E27FC236}">
                      <a16:creationId xmlns:a16="http://schemas.microsoft.com/office/drawing/2014/main" id="{32FD08D2-DB69-41A3-8ECF-3A6CFFFCA3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7" name="Line 57">
                <a:extLst>
                  <a:ext uri="{FF2B5EF4-FFF2-40B4-BE49-F238E27FC236}">
                    <a16:creationId xmlns:a16="http://schemas.microsoft.com/office/drawing/2014/main" id="{992D7B0F-889D-406D-B463-6BF5A4017EF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58">
              <a:extLst>
                <a:ext uri="{FF2B5EF4-FFF2-40B4-BE49-F238E27FC236}">
                  <a16:creationId xmlns:a16="http://schemas.microsoft.com/office/drawing/2014/main" id="{67E53289-8C51-49CD-B3DE-7307FC3ADF2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>
                <a:extLst>
                  <a:ext uri="{FF2B5EF4-FFF2-40B4-BE49-F238E27FC236}">
                    <a16:creationId xmlns:a16="http://schemas.microsoft.com/office/drawing/2014/main" id="{049A6F77-C804-4E1D-9389-4243A0CF026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60">
                <a:extLst>
                  <a:ext uri="{FF2B5EF4-FFF2-40B4-BE49-F238E27FC236}">
                    <a16:creationId xmlns:a16="http://schemas.microsoft.com/office/drawing/2014/main" id="{165F4400-24C5-4145-93C0-BFF5ADB5498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61">
                <a:extLst>
                  <a:ext uri="{FF2B5EF4-FFF2-40B4-BE49-F238E27FC236}">
                    <a16:creationId xmlns:a16="http://schemas.microsoft.com/office/drawing/2014/main" id="{4AA8F5E1-C104-4E77-A526-3BD56A5E304F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Arc 62">
                <a:extLst>
                  <a:ext uri="{FF2B5EF4-FFF2-40B4-BE49-F238E27FC236}">
                    <a16:creationId xmlns:a16="http://schemas.microsoft.com/office/drawing/2014/main" id="{F83EA9F1-9ABF-4F2F-9422-B7A58D4397F2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63">
              <a:extLst>
                <a:ext uri="{FF2B5EF4-FFF2-40B4-BE49-F238E27FC236}">
                  <a16:creationId xmlns:a16="http://schemas.microsoft.com/office/drawing/2014/main" id="{3244A956-A791-4CC3-8E71-0CC5B1F9144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>
                <a:extLst>
                  <a:ext uri="{FF2B5EF4-FFF2-40B4-BE49-F238E27FC236}">
                    <a16:creationId xmlns:a16="http://schemas.microsoft.com/office/drawing/2014/main" id="{C30D2BF3-3B92-46F1-ADD8-61B0F16B72B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65">
                <a:extLst>
                  <a:ext uri="{FF2B5EF4-FFF2-40B4-BE49-F238E27FC236}">
                    <a16:creationId xmlns:a16="http://schemas.microsoft.com/office/drawing/2014/main" id="{DBAFA607-0BEB-480E-8D7A-080F7954792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Arc 66">
                <a:extLst>
                  <a:ext uri="{FF2B5EF4-FFF2-40B4-BE49-F238E27FC236}">
                    <a16:creationId xmlns:a16="http://schemas.microsoft.com/office/drawing/2014/main" id="{CC7BAB11-5160-418A-A28F-5D20311152D7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Rectangle 69">
            <a:extLst>
              <a:ext uri="{FF2B5EF4-FFF2-40B4-BE49-F238E27FC236}">
                <a16:creationId xmlns:a16="http://schemas.microsoft.com/office/drawing/2014/main" id="{9BC61F39-E8BC-42CC-A39A-B1A215C2C9D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" name="Rectangle 70">
            <a:extLst>
              <a:ext uri="{FF2B5EF4-FFF2-40B4-BE49-F238E27FC236}">
                <a16:creationId xmlns:a16="http://schemas.microsoft.com/office/drawing/2014/main" id="{79D7C42C-F589-498D-B021-826919B050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" name="Rectangle 71">
            <a:extLst>
              <a:ext uri="{FF2B5EF4-FFF2-40B4-BE49-F238E27FC236}">
                <a16:creationId xmlns:a16="http://schemas.microsoft.com/office/drawing/2014/main" id="{7BC25DF4-CBCB-421E-A4F1-95C5A2FBFB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52CE0-C459-41FE-9F7C-88C57C8BD3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674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D111E3C4-2091-4F5B-8C36-F45F644FA0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1D5E1D2B-FD2C-4F21-B89F-BA11A4A98F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42084EE2-36A9-475D-BC85-7FAE84826D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FE205-CBCC-472E-B86D-3C0A29BCD1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941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D451DE57-6AC7-4B7B-8687-A08E5E4309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F0E63BFB-0860-4C3F-9BA9-F10CEFB6F1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21F32ECE-F85F-41E2-89E3-342CB8CC04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2A3DA4-55DE-488E-9F63-64462D0D31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487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04CAC09E-6648-4372-8D61-F7C0D120CE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AD4D26CE-09DD-4C5B-A986-6501BA897B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D6C58BB1-09DA-41A2-BD8A-8F07B4B8FF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04F0C2-6279-4A62-8FC9-59AEC740EF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070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5">
            <a:extLst>
              <a:ext uri="{FF2B5EF4-FFF2-40B4-BE49-F238E27FC236}">
                <a16:creationId xmlns:a16="http://schemas.microsoft.com/office/drawing/2014/main" id="{193837D0-D03D-4659-ACBE-A9996A1829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AE9DACA4-7C7E-4BAA-851A-FB38CBE480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7">
            <a:extLst>
              <a:ext uri="{FF2B5EF4-FFF2-40B4-BE49-F238E27FC236}">
                <a16:creationId xmlns:a16="http://schemas.microsoft.com/office/drawing/2014/main" id="{9CC06312-9A3C-4065-A4DF-1226B894AF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A9987F-17E1-4DF2-9E1B-8CF8A3B5C4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382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5">
            <a:extLst>
              <a:ext uri="{FF2B5EF4-FFF2-40B4-BE49-F238E27FC236}">
                <a16:creationId xmlns:a16="http://schemas.microsoft.com/office/drawing/2014/main" id="{0A7B9264-7A8E-4046-A748-FDA9CDDF2F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6">
            <a:extLst>
              <a:ext uri="{FF2B5EF4-FFF2-40B4-BE49-F238E27FC236}">
                <a16:creationId xmlns:a16="http://schemas.microsoft.com/office/drawing/2014/main" id="{401D2499-1034-42FC-87D7-F7D5A8B5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id="{C5578B14-CBE2-4C66-B1E0-A43664A525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89065B-F92B-4C29-8F31-28D90BF32C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5038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EA35EDE4-F928-4B63-8C17-35CAA4563A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9851837A-E183-4EA4-A781-116FF33464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4D40233C-02EB-45A7-8B2D-5600020D64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1526AE-461F-4BF9-8F62-5FEA96C6D8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107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E1B620E3-2FDE-4E6B-A610-57EEDC51EC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26848EA2-E565-4120-8BA4-335D4DDBD2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EBD03DD3-C28A-4F78-AB4C-13D278A778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BA8A23-9FEA-483E-8AC6-48C986FA89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4580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FAA6F57F-2616-440C-9B2F-FD7309CBA7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16E2B076-83B5-4634-802E-DB370F3FD6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D1BEE042-98CB-47EC-A9F9-8402DC357C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A3E65D-1B31-4997-B140-F532550DBE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161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BD15D09D-D4BA-4EFD-A52D-86D6471ED8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F88A300C-B6B9-424D-9D24-1AB40A432F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D4D42A72-AA2F-4F7B-B8F8-FFBA912A48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895EFF-2369-41A9-9898-8FF2DCB0DE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6033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703A9993-B245-46D0-B5E6-E8A9E2DBA0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9921546A-483F-4321-93D5-95E4DC4B5E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24C361BE-A00B-4B62-83E4-77FDE7466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372AC2-36C5-4DAE-957E-BFD1FC7BB8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4842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0A745B7F-0756-4CB1-8898-3F4D31F3FC1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727BF876-44E5-4905-89C0-09DE864C26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8244AE43-7C80-4C6E-9B75-64D2F96123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01251D34-4AF9-4FF5-BDF3-F69EBAC020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F9D82BFA-CE1B-4276-AA26-3F630EF847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8BBC4282-C6CB-4A67-9D06-E6FB935BAE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B169824C-0C78-4962-AB70-9B794A221F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466269BF-136E-4629-A2E9-6F003F70F0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8C92143D-AEC2-4CAD-8FBE-C6BCFD3121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F18F9694-5A3B-4327-9441-7994D973F3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9082F2A9-E971-45BA-BFFE-2918C543C9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BF96958E-8EC9-484C-A17D-CDCC1CB579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AA44659C-92B8-4A4E-9DA6-C5316C1898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FBF12969-A8B5-4C11-9BDE-5C84530188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37A173AB-26EF-4D7D-BD53-E8B0975F6A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4389A4CD-580C-4546-8A09-63B1D912DC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035E5602-B7DB-4EC2-A97A-38A524F241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1018B849-7D8A-40EB-B0F8-B71EE00815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5E70102A-536D-4D83-9FBB-B7E9CD2CD3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2C11A543-D8DA-4F40-809B-A87D081F19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67606B39-FC93-4D12-9EF1-2F686F622E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4D2140D3-1758-4890-B367-F800D7D0BD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8773DFA9-2812-4405-BC78-49D1F083C4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C299C454-9B57-4A78-B6BE-3AAD439A84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5BC45F3B-DE42-41A4-ABB8-367BC7CE0C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64207AE6-2BF0-4CC4-A826-165A72B246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27F4998A-9594-43FA-95C3-05272FEFB8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27CC3915-7EC7-4F85-A8E1-5F5014FB69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14A82095-897A-4D5F-9815-1359B3A603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9F471543-761F-49AB-A05C-89BD145767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DA43926D-62F0-4D11-926E-A0FDABF874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1810CA8E-7886-4A97-A00D-6DB8EE9669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93539045-0413-4C31-8DCC-CB5ED3843A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8F0BCA77-4AFE-4D02-9710-3001BC9BD7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44F8DA3C-ECA1-4E1D-9C48-7289C4303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7BD5648E-0DA5-4704-A989-AE538C6325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B7DD8798-B342-4C11-9155-E8F3FF9079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8DD01CCC-0AAE-4452-A2CF-8B1CD4E03D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3321E504-DD19-4EF0-8E74-C536B4C57E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9B855044-505A-4D7D-B463-76757EEAB0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E4841026-8FCC-4FBE-9E50-5DF242986A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A3299A52-ECCE-4BF7-BABE-93B2961E41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AD6C9FB7-6A37-4A83-BF9D-6A11B845A9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54432492-B7E2-4130-9A19-BEF7FFB341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C65AABAF-9270-4121-8DB4-0AFBE68E59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75322C87-8F24-4EA4-B790-B16E6E229B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C7E7B6DC-5802-4FED-A413-01E3A5F308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7B600463-C14E-487B-8AA3-496B49D5EC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BE485E30-C974-44CF-9AE1-FE609AD4B7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A480452C-C435-4A0D-B939-A9FA4DC6B7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97F8E278-1022-4A27-A0BC-89FF5CDFB3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9CC5F160-D520-4C4E-BCAB-7BE4BE7437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366905A7-A4B6-408B-BCF0-52CF1120D1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E07666BB-8F2D-4E66-B0D8-211FF1336F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21A1A7F6-74B5-4618-AA37-EAF3C83633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E8F4316D-22E7-47F3-B6DB-5A934D4C84C0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689C60EC-E8E7-49CD-B05E-9B81D906DBA7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504A7A56-84C9-44B7-A727-42F9EE64E9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897A6F6F-1809-43E1-996D-BE33764C3702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EB882242-4FA9-4C91-B219-5CDAC89BF30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A9BDCB42-8324-4C39-AD3D-5E45B5D0330E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95B0F13D-68B2-416F-9FE8-815E648A7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EE33487-D1B2-4456-BD14-21634A74C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137" name="Rectangle 65">
            <a:extLst>
              <a:ext uri="{FF2B5EF4-FFF2-40B4-BE49-F238E27FC236}">
                <a16:creationId xmlns:a16="http://schemas.microsoft.com/office/drawing/2014/main" id="{387B547E-6BDF-4AFF-9837-208863AD5C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38" name="Rectangle 66">
            <a:extLst>
              <a:ext uri="{FF2B5EF4-FFF2-40B4-BE49-F238E27FC236}">
                <a16:creationId xmlns:a16="http://schemas.microsoft.com/office/drawing/2014/main" id="{0DFE9FC4-FA77-4305-8A5E-9EB34FB64A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39" name="Rectangle 67">
            <a:extLst>
              <a:ext uri="{FF2B5EF4-FFF2-40B4-BE49-F238E27FC236}">
                <a16:creationId xmlns:a16="http://schemas.microsoft.com/office/drawing/2014/main" id="{DA384CF9-74F9-4C00-BA52-D8A8F54B340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F23A541-F7FF-4B5A-AC1B-61BE6BE4D1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MS PGothic" pitchFamily="34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MS PGothic" pitchFamily="34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MS PGothic" pitchFamily="34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MS PGothic" pitchFamily="34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E63D749-116D-47CC-8705-E9139E0B60A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Tools: Git, Markdown,</a:t>
            </a:r>
            <a:br>
              <a:rPr lang="en-US" altLang="en-US" sz="3600" dirty="0"/>
            </a:br>
            <a:r>
              <a:rPr lang="en-US" altLang="en-US" sz="3600" dirty="0"/>
              <a:t>WSL, and Docker</a:t>
            </a:r>
            <a:endParaRPr lang="en-US" altLang="en-US" dirty="0"/>
          </a:p>
        </p:txBody>
      </p:sp>
      <p:sp>
        <p:nvSpPr>
          <p:cNvPr id="307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8BFEDA6-BC0D-408D-BA91-0980BA29AB5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IT&amp;C 210A – S02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C580-E9C3-9979-7E6B-DCC33AAFE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Git – Distributed 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2E3E6-9519-D2A6-6624-58B0A5861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000"/>
            <a:ext cx="7772400" cy="4495800"/>
          </a:xfrm>
        </p:spPr>
        <p:txBody>
          <a:bodyPr/>
          <a:lstStyle/>
          <a:p>
            <a:r>
              <a:rPr lang="en-US" dirty="0"/>
              <a:t>Manages source code</a:t>
            </a:r>
          </a:p>
          <a:p>
            <a:r>
              <a:rPr lang="en-US" dirty="0"/>
              <a:t>Tracks all changes, who made them, and when</a:t>
            </a:r>
          </a:p>
          <a:p>
            <a:r>
              <a:rPr lang="en-US" dirty="0"/>
              <a:t>Coordinates multiple people working on the same project</a:t>
            </a:r>
          </a:p>
          <a:p>
            <a:r>
              <a:rPr lang="en-US" dirty="0"/>
              <a:t>Saves you from mistakes</a:t>
            </a:r>
          </a:p>
          <a:p>
            <a:r>
              <a:rPr lang="en-US" dirty="0"/>
              <a:t>Protects you from hardware or software failures</a:t>
            </a:r>
          </a:p>
        </p:txBody>
      </p:sp>
      <p:pic>
        <p:nvPicPr>
          <p:cNvPr id="1028" name="Picture 4" descr="Logo Git – Logos PNG">
            <a:extLst>
              <a:ext uri="{FF2B5EF4-FFF2-40B4-BE49-F238E27FC236}">
                <a16:creationId xmlns:a16="http://schemas.microsoft.com/office/drawing/2014/main" id="{A9894454-8C08-F637-4288-9FA0EC9C9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628650"/>
            <a:ext cx="25527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089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65AA-D002-988A-A188-3E24BE66B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Version Control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18974-D239-5BB3-70C0-9FDA3E0F4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CVS (Concurrent Versions System)</a:t>
            </a:r>
          </a:p>
          <a:p>
            <a:r>
              <a:rPr lang="en-US" dirty="0"/>
              <a:t>Mercurial</a:t>
            </a:r>
          </a:p>
          <a:p>
            <a:r>
              <a:rPr lang="en-US" dirty="0"/>
              <a:t>Microsoft SourceSafe (Discontinued)</a:t>
            </a:r>
          </a:p>
        </p:txBody>
      </p:sp>
    </p:spTree>
    <p:extLst>
      <p:ext uri="{BB962C8B-B14F-4D97-AF65-F5344CB8AC3E}">
        <p14:creationId xmlns:p14="http://schemas.microsoft.com/office/powerpoint/2010/main" val="304109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880980-BD5F-297B-176B-1C305074D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6BAD5A-79DD-DB92-B5C4-8CAE2B495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811588" cy="639762"/>
          </a:xfrm>
        </p:spPr>
        <p:txBody>
          <a:bodyPr/>
          <a:lstStyle/>
          <a:p>
            <a:r>
              <a:rPr lang="en-US" sz="2000" dirty="0"/>
              <a:t>Most Multiuser Systems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B47F9-3791-E59E-1FC4-749C25098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3811588" cy="3951288"/>
          </a:xfrm>
        </p:spPr>
        <p:txBody>
          <a:bodyPr/>
          <a:lstStyle/>
          <a:p>
            <a:r>
              <a:rPr lang="en-US" dirty="0"/>
              <a:t>Fine-grained access control to limit contributor’s ability to change things.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A0BEA1-CC83-FD55-0E59-82BFC047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000" dirty="0"/>
              <a:t>Git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F701F2-915C-08C2-C2FA-56FF6D8A53A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Grant all team members full access.</a:t>
            </a:r>
          </a:p>
          <a:p>
            <a:r>
              <a:rPr lang="en-US" dirty="0"/>
              <a:t>Make it easy to detect and reverse errors.</a:t>
            </a:r>
          </a:p>
        </p:txBody>
      </p:sp>
    </p:spTree>
    <p:extLst>
      <p:ext uri="{BB962C8B-B14F-4D97-AF65-F5344CB8AC3E}">
        <p14:creationId xmlns:p14="http://schemas.microsoft.com/office/powerpoint/2010/main" val="588555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72607C6-5C38-FDB6-8CFF-68D720BB6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169"/>
            <a:ext cx="7772400" cy="685800"/>
          </a:xfrm>
        </p:spPr>
        <p:txBody>
          <a:bodyPr/>
          <a:lstStyle/>
          <a:p>
            <a:r>
              <a:rPr lang="en-US" dirty="0"/>
              <a:t>Git Vocabulary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63E5BE-B62C-F234-C0CE-FAD67D5BB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0969"/>
            <a:ext cx="7772400" cy="5298831"/>
          </a:xfrm>
        </p:spPr>
        <p:txBody>
          <a:bodyPr/>
          <a:lstStyle/>
          <a:p>
            <a:r>
              <a:rPr lang="en-US" sz="2000" b="1" dirty="0"/>
              <a:t>Repo</a:t>
            </a:r>
            <a:r>
              <a:rPr lang="en-US" sz="2000" dirty="0"/>
              <a:t> – A repository of source code that is managed by Git</a:t>
            </a:r>
          </a:p>
          <a:p>
            <a:r>
              <a:rPr lang="en-US" sz="2000" b="1" dirty="0"/>
              <a:t>Commit</a:t>
            </a:r>
            <a:r>
              <a:rPr lang="en-US" sz="2000" dirty="0"/>
              <a:t> – A set of source code changes that are committed to the repo.</a:t>
            </a:r>
          </a:p>
          <a:p>
            <a:r>
              <a:rPr lang="en-US" sz="2000" b="1" dirty="0"/>
              <a:t>Remote</a:t>
            </a:r>
            <a:r>
              <a:rPr lang="en-US" sz="2000" dirty="0"/>
              <a:t> – A shared copy of a repository on a managed service such as GitHub</a:t>
            </a:r>
          </a:p>
          <a:p>
            <a:r>
              <a:rPr lang="en-US" sz="2000" b="1" dirty="0"/>
              <a:t>Push</a:t>
            </a:r>
            <a:r>
              <a:rPr lang="en-US" sz="2000" dirty="0"/>
              <a:t> – Copy your commits to a remote</a:t>
            </a:r>
          </a:p>
          <a:p>
            <a:r>
              <a:rPr lang="en-US" sz="2000" b="1" dirty="0"/>
              <a:t>Pull</a:t>
            </a:r>
            <a:r>
              <a:rPr lang="en-US" sz="2000" dirty="0"/>
              <a:t> – Retrieve and merge commits from a remote</a:t>
            </a:r>
          </a:p>
          <a:p>
            <a:r>
              <a:rPr lang="en-US" sz="2000" b="1" dirty="0"/>
              <a:t>Sync</a:t>
            </a:r>
            <a:r>
              <a:rPr lang="en-US" sz="2000" dirty="0"/>
              <a:t> – Pull then push</a:t>
            </a:r>
          </a:p>
          <a:p>
            <a:r>
              <a:rPr lang="en-US" sz="2000" b="1" dirty="0"/>
              <a:t>Branch</a:t>
            </a:r>
            <a:r>
              <a:rPr lang="en-US" sz="2000" dirty="0"/>
              <a:t> – A set of commits that are isolated from the main trunk with the intention of merging them later.</a:t>
            </a:r>
          </a:p>
          <a:p>
            <a:r>
              <a:rPr lang="en-US" sz="2000" b="1" dirty="0"/>
              <a:t>Fork</a:t>
            </a:r>
            <a:r>
              <a:rPr lang="en-US" sz="2000" dirty="0"/>
              <a:t> – A copy of a repo on which new commits are made that diverge from the original.</a:t>
            </a:r>
          </a:p>
          <a:p>
            <a:r>
              <a:rPr lang="en-US" sz="2000" b="1" dirty="0"/>
              <a:t>Pull request </a:t>
            </a:r>
            <a:r>
              <a:rPr lang="en-US" sz="2000" dirty="0"/>
              <a:t>– A request for a repo manager to merge in a set of commits from a branch or fork.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53223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3A29-4472-E50E-E110-92DF9005F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Remote Hosts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F2219-7BE0-7F5B-53DA-362DED55F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– The most well-known</a:t>
            </a:r>
          </a:p>
          <a:p>
            <a:r>
              <a:rPr lang="en-US" dirty="0"/>
              <a:t>Atlassian </a:t>
            </a:r>
            <a:r>
              <a:rPr lang="en-US" dirty="0" err="1"/>
              <a:t>BitBucket</a:t>
            </a:r>
            <a:r>
              <a:rPr lang="en-US" dirty="0"/>
              <a:t> – Quite popular</a:t>
            </a:r>
          </a:p>
          <a:p>
            <a:r>
              <a:rPr lang="en-US" dirty="0" err="1"/>
              <a:t>SourceForge</a:t>
            </a:r>
            <a:endParaRPr lang="en-US" dirty="0"/>
          </a:p>
          <a:p>
            <a:r>
              <a:rPr lang="en-US" dirty="0"/>
              <a:t>GitLab – Open Source Git host</a:t>
            </a:r>
            <a:br>
              <a:rPr lang="en-US" dirty="0"/>
            </a:br>
            <a:r>
              <a:rPr lang="en-US" dirty="0"/>
              <a:t>that you can deploy yourself</a:t>
            </a:r>
          </a:p>
          <a:p>
            <a:r>
              <a:rPr lang="en-US" dirty="0"/>
              <a:t>Shared Directory – You can push and pull from a shared file system directory</a:t>
            </a:r>
          </a:p>
        </p:txBody>
      </p:sp>
      <p:pic>
        <p:nvPicPr>
          <p:cNvPr id="1026" name="Picture 2" descr="Blend Swap | octocat">
            <a:extLst>
              <a:ext uri="{FF2B5EF4-FFF2-40B4-BE49-F238E27FC236}">
                <a16:creationId xmlns:a16="http://schemas.microsoft.com/office/drawing/2014/main" id="{0D0596AA-D9DB-2E79-1FE8-39E07821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28600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Bitbucket Logo PNG Transparent &amp; SVG Vector - Freebie Supply">
            <a:extLst>
              <a:ext uri="{FF2B5EF4-FFF2-40B4-BE49-F238E27FC236}">
                <a16:creationId xmlns:a16="http://schemas.microsoft.com/office/drawing/2014/main" id="{15028FCC-4F8D-168F-B902-FF932CE6E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2133600"/>
            <a:ext cx="925548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itLab logo in transparent PNG and vectorized SVG formats">
            <a:extLst>
              <a:ext uri="{FF2B5EF4-FFF2-40B4-BE49-F238E27FC236}">
                <a16:creationId xmlns:a16="http://schemas.microsoft.com/office/drawing/2014/main" id="{A56D40FC-7982-A169-B630-1E53C6B2F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4429" y="3860582"/>
            <a:ext cx="1142119" cy="105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logo of a fire flame&#10;&#10;Description automatically generated">
            <a:extLst>
              <a:ext uri="{FF2B5EF4-FFF2-40B4-BE49-F238E27FC236}">
                <a16:creationId xmlns:a16="http://schemas.microsoft.com/office/drawing/2014/main" id="{88AB3F86-6767-774F-63A8-1273BE5B3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042" y="2961323"/>
            <a:ext cx="1253958" cy="125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15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DA97-4CD3-E16E-A55A-5F6BD6400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0"/>
            <a:ext cx="7772400" cy="1143000"/>
          </a:xfrm>
        </p:spPr>
        <p:txBody>
          <a:bodyPr/>
          <a:lstStyle/>
          <a:p>
            <a:r>
              <a:rPr lang="en-US" dirty="0"/>
              <a:t>Git Commit and Revert Demo</a:t>
            </a:r>
          </a:p>
        </p:txBody>
      </p:sp>
      <p:pic>
        <p:nvPicPr>
          <p:cNvPr id="6" name="Picture 5" descr="See the source image">
            <a:extLst>
              <a:ext uri="{FF2B5EF4-FFF2-40B4-BE49-F238E27FC236}">
                <a16:creationId xmlns:a16="http://schemas.microsoft.com/office/drawing/2014/main" id="{2E2915D2-B43E-BD66-6EFF-316472BCF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572000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572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A6BFB5-A67B-40A1-959A-B70821F5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r>
              <a:rPr lang="en-US" dirty="0"/>
              <a:t>Markdown:</a:t>
            </a:r>
            <a:br>
              <a:rPr lang="en-US" dirty="0"/>
            </a:br>
            <a:r>
              <a:rPr lang="en-US" sz="2800" dirty="0"/>
              <a:t>Shorthand for HTML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9FB326-694C-4CB0-BD90-D307E65D1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7772400" cy="44958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# Heading 1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This is a paragraph with a [link](https://byu.edu) embedded in it.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## Heading 2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This paragraph is followed by an image.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![UML Diagram](UmlDiagram.jpg)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* Lists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* Are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* Easy</a:t>
            </a:r>
          </a:p>
        </p:txBody>
      </p:sp>
    </p:spTree>
    <p:extLst>
      <p:ext uri="{BB962C8B-B14F-4D97-AF65-F5344CB8AC3E}">
        <p14:creationId xmlns:p14="http://schemas.microsoft.com/office/powerpoint/2010/main" val="2706494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B3D8-7FFF-4A64-8FFF-F1B9968BC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 err="1"/>
              <a:t>MarkDown</a:t>
            </a:r>
            <a:r>
              <a:rPr lang="en-AS" dirty="0"/>
              <a:t> 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861D4-EC9A-4A60-99EC-DCC3317DD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S" dirty="0"/>
              <a:t>GitHub:</a:t>
            </a:r>
          </a:p>
          <a:p>
            <a:pPr lvl="1"/>
            <a:r>
              <a:rPr lang="en-AS" dirty="0"/>
              <a:t>README.md</a:t>
            </a:r>
          </a:p>
          <a:p>
            <a:pPr lvl="1"/>
            <a:r>
              <a:rPr lang="en-AS" dirty="0"/>
              <a:t>Issues Tracker</a:t>
            </a:r>
          </a:p>
          <a:p>
            <a:pPr lvl="1"/>
            <a:r>
              <a:rPr lang="en-AS" dirty="0"/>
              <a:t>GitHub Pages (optional)</a:t>
            </a:r>
            <a:endParaRPr lang="en-US" dirty="0"/>
          </a:p>
          <a:p>
            <a:r>
              <a:rPr lang="en-US" dirty="0"/>
              <a:t>Discord</a:t>
            </a:r>
            <a:endParaRPr lang="en-AS" dirty="0"/>
          </a:p>
          <a:p>
            <a:r>
              <a:rPr lang="en-AS" dirty="0"/>
              <a:t>Jekyll static website generator</a:t>
            </a:r>
          </a:p>
          <a:p>
            <a:r>
              <a:rPr lang="en-AS" dirty="0"/>
              <a:t>Blogging software</a:t>
            </a:r>
          </a:p>
          <a:p>
            <a:r>
              <a:rPr lang="en-AS" dirty="0"/>
              <a:t>Your own documents</a:t>
            </a:r>
            <a:endParaRPr lang="en-US" dirty="0"/>
          </a:p>
        </p:txBody>
      </p:sp>
      <p:pic>
        <p:nvPicPr>
          <p:cNvPr id="2050" name="Picture 2" descr="Markdown - Full Stack Python">
            <a:extLst>
              <a:ext uri="{FF2B5EF4-FFF2-40B4-BE49-F238E27FC236}">
                <a16:creationId xmlns:a16="http://schemas.microsoft.com/office/drawing/2014/main" id="{46B21F09-21FE-1D81-21BE-2E880D402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600200"/>
            <a:ext cx="2468492" cy="151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11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3040-C934-43C1-8500-8D6A3E40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0"/>
            <a:ext cx="7772400" cy="1362075"/>
          </a:xfrm>
        </p:spPr>
        <p:txBody>
          <a:bodyPr/>
          <a:lstStyle/>
          <a:p>
            <a:r>
              <a:rPr lang="en-US" cap="none" dirty="0" err="1"/>
              <a:t>MarkDown</a:t>
            </a:r>
            <a:r>
              <a:rPr lang="en-US" cap="none" dirty="0"/>
              <a:t> Demo</a:t>
            </a:r>
            <a:br>
              <a:rPr lang="en-US" cap="none" dirty="0"/>
            </a:br>
            <a:r>
              <a:rPr lang="en-US" cap="none" dirty="0"/>
              <a:t>(VS Code)</a:t>
            </a: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:a16="http://schemas.microsoft.com/office/drawing/2014/main" id="{68BE00A5-1DFA-41E5-8312-5296C208E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572000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944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CB1240-E4FE-169E-D219-97DB78F3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Windows Subsystem for Linux (WSL2)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37722D-F77D-EEB5-89E8-917A7D77B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772400" cy="4419600"/>
          </a:xfrm>
        </p:spPr>
        <p:txBody>
          <a:bodyPr/>
          <a:lstStyle/>
          <a:p>
            <a:r>
              <a:rPr lang="en-US" sz="2800" dirty="0"/>
              <a:t>Lets you run a Linux Kernel on Windows</a:t>
            </a:r>
          </a:p>
          <a:p>
            <a:r>
              <a:rPr lang="en-US" sz="2800" dirty="0"/>
              <a:t>Shares resources between the Linux Kernel and the Windows host such as file system, memory allocation, CPU allocation, etc.</a:t>
            </a:r>
          </a:p>
          <a:p>
            <a:r>
              <a:rPr lang="en-US" sz="2800" dirty="0"/>
              <a:t>By default, loads Ubuntu but other distributions are available in the Windows Store.</a:t>
            </a:r>
          </a:p>
          <a:p>
            <a:r>
              <a:rPr lang="en-US" sz="2800" dirty="0"/>
              <a:t>No longer restricted to CLI apps though you must install a virtual GPU to run GUI apps.</a:t>
            </a:r>
          </a:p>
        </p:txBody>
      </p:sp>
    </p:spTree>
    <p:extLst>
      <p:ext uri="{BB962C8B-B14F-4D97-AF65-F5344CB8AC3E}">
        <p14:creationId xmlns:p14="http://schemas.microsoft.com/office/powerpoint/2010/main" val="629344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F95A-0137-B89F-AA1C-05C75A87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WSL2 File System Mappings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78F4A-D498-D779-A648-14DCBE7CE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WSL2 and Windows each has its own file system.</a:t>
            </a:r>
          </a:p>
          <a:p>
            <a:r>
              <a:rPr lang="en-US" sz="2800" dirty="0"/>
              <a:t>The WSL2 file system is stored in a large file within the Windows File System.</a:t>
            </a:r>
          </a:p>
          <a:p>
            <a:r>
              <a:rPr lang="en-US" sz="2800" dirty="0"/>
              <a:t>You can access the Windows file system from WSL2 at the /</a:t>
            </a:r>
            <a:r>
              <a:rPr lang="en-US" sz="2800" dirty="0" err="1"/>
              <a:t>mnt</a:t>
            </a:r>
            <a:r>
              <a:rPr lang="en-US" sz="2800" dirty="0"/>
              <a:t> path (e.g. ‘/</a:t>
            </a:r>
            <a:r>
              <a:rPr lang="en-US" sz="2800" dirty="0" err="1"/>
              <a:t>mnt</a:t>
            </a:r>
            <a:r>
              <a:rPr lang="en-US" sz="2800" dirty="0"/>
              <a:t>/c/users/My Documents’</a:t>
            </a:r>
          </a:p>
          <a:p>
            <a:r>
              <a:rPr lang="en-US" sz="2800" dirty="0"/>
              <a:t>You can access the WSL2 file system from Windows at \\wsl$\Ubuntu (e.g. ‘\\</a:t>
            </a:r>
            <a:r>
              <a:rPr lang="en-US" sz="2800" dirty="0" err="1"/>
              <a:t>wsl</a:t>
            </a:r>
            <a:r>
              <a:rPr lang="en-US" sz="2800" dirty="0"/>
              <a:t>$\Ubuntu\ </a:t>
            </a: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859648DF-26B1-91F7-69BB-5FF6E03EA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867400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084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2EEDE2-5FF1-5C5A-E84D-732627DC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 (Docker)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A20BA8-D1C4-8C35-A2A4-039DDF1E6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6400"/>
            <a:ext cx="7772400" cy="4343400"/>
          </a:xfrm>
        </p:spPr>
        <p:txBody>
          <a:bodyPr/>
          <a:lstStyle/>
          <a:p>
            <a:r>
              <a:rPr lang="en-US" sz="2800" dirty="0"/>
              <a:t>A container is like a lightweight virtual machine in which libraries and applications can be installed.</a:t>
            </a:r>
          </a:p>
          <a:p>
            <a:r>
              <a:rPr lang="en-US" sz="2800" dirty="0"/>
              <a:t>Unlike a virtual machine, a container may share resources with the host machine like file system access, memory management, CPU allocation, etc.</a:t>
            </a:r>
          </a:p>
          <a:p>
            <a:r>
              <a:rPr lang="en-US" sz="2800" dirty="0"/>
              <a:t>Containers are less demanding of the host than virtual machines.</a:t>
            </a:r>
          </a:p>
        </p:txBody>
      </p:sp>
    </p:spTree>
    <p:extLst>
      <p:ext uri="{BB962C8B-B14F-4D97-AF65-F5344CB8AC3E}">
        <p14:creationId xmlns:p14="http://schemas.microsoft.com/office/powerpoint/2010/main" val="2594088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00F5-DC1A-85FB-4D19-AD9E63D23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800BA-E0C2-CEB6-9BAB-9AAECC3FF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is the most popular container host.</a:t>
            </a:r>
          </a:p>
          <a:p>
            <a:r>
              <a:rPr lang="en-US" dirty="0"/>
              <a:t>Docker Desktop is a container host for Windows, macOS, Linux, and others.</a:t>
            </a:r>
          </a:p>
          <a:p>
            <a:r>
              <a:rPr lang="en-US" dirty="0"/>
              <a:t>On Windows, Docker relies on WSL2 for Linux services.</a:t>
            </a:r>
          </a:p>
        </p:txBody>
      </p:sp>
      <p:pic>
        <p:nvPicPr>
          <p:cNvPr id="3074" name="Picture 2" descr="Docker Desktop danger discovered, patch now – Naked Security">
            <a:extLst>
              <a:ext uri="{FF2B5EF4-FFF2-40B4-BE49-F238E27FC236}">
                <a16:creationId xmlns:a16="http://schemas.microsoft.com/office/drawing/2014/main" id="{43659BC0-3984-6FD5-5876-926205995E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t="14696" r="19230" b="8152"/>
          <a:stretch/>
        </p:blipFill>
        <p:spPr bwMode="auto">
          <a:xfrm>
            <a:off x="6185568" y="228600"/>
            <a:ext cx="22098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688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6175-B623-6BF5-C42D-C1145C0D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docker-</a:t>
            </a:r>
            <a:r>
              <a:rPr lang="en-US" dirty="0" err="1"/>
              <a:t>compose.yml</a:t>
            </a:r>
            <a:r>
              <a:rPr lang="en-US" dirty="0"/>
              <a:t> and DOCKERFILE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2130D-A20E-4DCB-17BB-72EEA4BD1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000"/>
            <a:ext cx="8001000" cy="4114800"/>
          </a:xfrm>
        </p:spPr>
        <p:txBody>
          <a:bodyPr/>
          <a:lstStyle/>
          <a:p>
            <a:r>
              <a:rPr lang="en-US" dirty="0"/>
              <a:t>Docker-Compose loads one or more containers and connects them on virtual networks and/or shared file mappings.</a:t>
            </a:r>
          </a:p>
          <a:p>
            <a:pPr lvl="1"/>
            <a:r>
              <a:rPr lang="en-US" dirty="0"/>
              <a:t>References a huge library of pre-built docker containers on </a:t>
            </a:r>
            <a:r>
              <a:rPr lang="en-US" dirty="0">
                <a:hlinkClick r:id="rId2"/>
              </a:rPr>
              <a:t>https://hub.docker.com</a:t>
            </a:r>
            <a:endParaRPr lang="en-US" dirty="0"/>
          </a:p>
          <a:p>
            <a:r>
              <a:rPr lang="en-US" dirty="0"/>
              <a:t>DOCKERFILE is a set of instructions to create a new container, often by adding features to an existing container.</a:t>
            </a:r>
          </a:p>
        </p:txBody>
      </p:sp>
    </p:spTree>
    <p:extLst>
      <p:ext uri="{BB962C8B-B14F-4D97-AF65-F5344CB8AC3E}">
        <p14:creationId xmlns:p14="http://schemas.microsoft.com/office/powerpoint/2010/main" val="837094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40F79-0417-EAEE-73E6-EA5760C5F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</a:t>
            </a:r>
            <a:br>
              <a:rPr lang="en-US" dirty="0"/>
            </a:br>
            <a:r>
              <a:rPr lang="en-US" sz="2800" dirty="0"/>
              <a:t>(That we use in this class)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45E88-F1D1-C3AA-518C-CBCB48B8C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compose up</a:t>
            </a:r>
          </a:p>
          <a:p>
            <a:r>
              <a:rPr lang="en-US" dirty="0"/>
              <a:t>docker compose up –d</a:t>
            </a:r>
          </a:p>
          <a:p>
            <a:pPr lvl="1"/>
            <a:r>
              <a:rPr lang="en-US" dirty="0"/>
              <a:t>Detaches the console of the container</a:t>
            </a:r>
          </a:p>
          <a:p>
            <a:r>
              <a:rPr lang="en-US" dirty="0"/>
              <a:t>docker compose down</a:t>
            </a:r>
          </a:p>
          <a:p>
            <a:r>
              <a:rPr lang="en-US" dirty="0"/>
              <a:t>docker compose down –v</a:t>
            </a:r>
          </a:p>
          <a:p>
            <a:pPr lvl="1"/>
            <a:r>
              <a:rPr lang="en-US" dirty="0"/>
              <a:t>Erases any “volume” data that was saved in the container.</a:t>
            </a: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2C992B4F-781F-F034-319C-C87F15FD1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572000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347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4A3C7-F7C2-C000-4F78-5614651E3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AF6E6-1DE9-8128-34B3-33309024C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000"/>
            <a:ext cx="7848600" cy="4114800"/>
          </a:xfrm>
        </p:spPr>
        <p:txBody>
          <a:bodyPr/>
          <a:lstStyle/>
          <a:p>
            <a:r>
              <a:rPr lang="en-US" dirty="0"/>
              <a:t>What do the following Git terms mean: “repo”, “commit”, “branch”.</a:t>
            </a:r>
          </a:p>
          <a:p>
            <a:r>
              <a:rPr lang="en-US" dirty="0"/>
              <a:t>How does using Git save you or your team from mistakes?</a:t>
            </a:r>
          </a:p>
          <a:p>
            <a:r>
              <a:rPr lang="en-US" dirty="0"/>
              <a:t>Why use </a:t>
            </a:r>
            <a:r>
              <a:rPr lang="en-US" dirty="0" err="1"/>
              <a:t>MarkDown</a:t>
            </a:r>
            <a:r>
              <a:rPr lang="en-US" dirty="0"/>
              <a:t> instead of plain HTML?</a:t>
            </a:r>
          </a:p>
          <a:p>
            <a:r>
              <a:rPr lang="en-US" dirty="0"/>
              <a:t>Where do the containers come from that are referenced by docker-compose?</a:t>
            </a:r>
          </a:p>
        </p:txBody>
      </p:sp>
    </p:spTree>
    <p:extLst>
      <p:ext uri="{BB962C8B-B14F-4D97-AF65-F5344CB8AC3E}">
        <p14:creationId xmlns:p14="http://schemas.microsoft.com/office/powerpoint/2010/main" val="1924785286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2555</TotalTime>
  <Words>765</Words>
  <Application>Microsoft Office PowerPoint</Application>
  <PresentationFormat>On-screen Show (4:3)</PresentationFormat>
  <Paragraphs>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Consolas</vt:lpstr>
      <vt:lpstr>Tahoma</vt:lpstr>
      <vt:lpstr>Wingdings</vt:lpstr>
      <vt:lpstr>Blueprint</vt:lpstr>
      <vt:lpstr>Tools: Git, Markdown, WSL, and Docker</vt:lpstr>
      <vt:lpstr>Git – Distributed Version Control</vt:lpstr>
      <vt:lpstr>Other Version Control Systems</vt:lpstr>
      <vt:lpstr>Philosophy</vt:lpstr>
      <vt:lpstr>Git Vocabulary</vt:lpstr>
      <vt:lpstr>Git Remote Hosts</vt:lpstr>
      <vt:lpstr>Git Commit and Revert Demo</vt:lpstr>
      <vt:lpstr>Markdown: Shorthand for HTML</vt:lpstr>
      <vt:lpstr>MarkDown Applications</vt:lpstr>
      <vt:lpstr>MarkDown Demo (VS Code)</vt:lpstr>
      <vt:lpstr>Windows Subsystem for Linux (WSL2)</vt:lpstr>
      <vt:lpstr>WSL2 File System Mappings</vt:lpstr>
      <vt:lpstr>Containers (Docker)</vt:lpstr>
      <vt:lpstr>Docker</vt:lpstr>
      <vt:lpstr>docker-compose.yml and DOCKERFILE</vt:lpstr>
      <vt:lpstr>Commands (That we use in this class)</vt:lpstr>
      <vt:lpstr>Study Questions</vt:lpstr>
    </vt:vector>
  </TitlesOfParts>
  <Company>Brigham Young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– Universal Modeling Language</dc:title>
  <dc:creator>jekstrom</dc:creator>
  <cp:lastModifiedBy>Brandt Redd</cp:lastModifiedBy>
  <cp:revision>33</cp:revision>
  <dcterms:created xsi:type="dcterms:W3CDTF">2011-01-28T05:40:15Z</dcterms:created>
  <dcterms:modified xsi:type="dcterms:W3CDTF">2025-01-13T04:02:48Z</dcterms:modified>
</cp:coreProperties>
</file>