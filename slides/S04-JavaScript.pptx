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1"/>
  </p:sldMasterIdLst>
  <p:notesMasterIdLst>
    <p:notesMasterId r:id="rId7"/>
  </p:notesMasterIdLst>
  <p:sldIdLst>
    <p:sldId id="256" r:id="rId2"/>
    <p:sldId id="286" r:id="rId3"/>
    <p:sldId id="304" r:id="rId4"/>
    <p:sldId id="273" r:id="rId5"/>
    <p:sldId id="30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93"/>
    <p:restoredTop sz="80360" autoAdjust="0"/>
  </p:normalViewPr>
  <p:slideViewPr>
    <p:cSldViewPr>
      <p:cViewPr varScale="1">
        <p:scale>
          <a:sx n="87" d="100"/>
          <a:sy n="87" d="100"/>
        </p:scale>
        <p:origin x="2865" y="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65ADAB84-BAEC-4D16-A634-14CE727895C4}"/>
    <pc:docChg chg="undo custSel delSld modSld sldOrd">
      <pc:chgData name="Brandt Redd" userId="be8ed540b98adac0" providerId="LiveId" clId="{65ADAB84-BAEC-4D16-A634-14CE727895C4}" dt="2021-09-08T06:10:39.465" v="747" actId="6549"/>
      <pc:docMkLst>
        <pc:docMk/>
      </pc:docMkLst>
      <pc:sldChg chg="modSp mod">
        <pc:chgData name="Brandt Redd" userId="be8ed540b98adac0" providerId="LiveId" clId="{65ADAB84-BAEC-4D16-A634-14CE727895C4}" dt="2021-09-08T05:14:31.015" v="746" actId="20577"/>
        <pc:sldMkLst>
          <pc:docMk/>
          <pc:sldMk cId="0" sldId="256"/>
        </pc:sldMkLst>
      </pc:sldChg>
      <pc:sldChg chg="del">
        <pc:chgData name="Brandt Redd" userId="be8ed540b98adac0" providerId="LiveId" clId="{65ADAB84-BAEC-4D16-A634-14CE727895C4}" dt="2021-09-08T05:08:01.984" v="742" actId="47"/>
        <pc:sldMkLst>
          <pc:docMk/>
          <pc:sldMk cId="0" sldId="270"/>
        </pc:sldMkLst>
      </pc:sldChg>
      <pc:sldChg chg="modSp mod ord modNotesTx">
        <pc:chgData name="Brandt Redd" userId="be8ed540b98adac0" providerId="LiveId" clId="{65ADAB84-BAEC-4D16-A634-14CE727895C4}" dt="2021-09-08T05:08:09.672" v="743" actId="20577"/>
        <pc:sldMkLst>
          <pc:docMk/>
          <pc:sldMk cId="0" sldId="273"/>
        </pc:sldMkLst>
      </pc:sldChg>
      <pc:sldChg chg="del">
        <pc:chgData name="Brandt Redd" userId="be8ed540b98adac0" providerId="LiveId" clId="{65ADAB84-BAEC-4D16-A634-14CE727895C4}" dt="2021-09-08T05:08:01.984" v="742" actId="47"/>
        <pc:sldMkLst>
          <pc:docMk/>
          <pc:sldMk cId="0" sldId="276"/>
        </pc:sldMkLst>
      </pc:sldChg>
      <pc:sldChg chg="del">
        <pc:chgData name="Brandt Redd" userId="be8ed540b98adac0" providerId="LiveId" clId="{65ADAB84-BAEC-4D16-A634-14CE727895C4}" dt="2021-09-08T05:08:01.984" v="742" actId="47"/>
        <pc:sldMkLst>
          <pc:docMk/>
          <pc:sldMk cId="0" sldId="278"/>
        </pc:sldMkLst>
      </pc:sldChg>
      <pc:sldChg chg="del">
        <pc:chgData name="Brandt Redd" userId="be8ed540b98adac0" providerId="LiveId" clId="{65ADAB84-BAEC-4D16-A634-14CE727895C4}" dt="2021-09-08T05:08:01.984" v="742" actId="47"/>
        <pc:sldMkLst>
          <pc:docMk/>
          <pc:sldMk cId="0" sldId="279"/>
        </pc:sldMkLst>
      </pc:sldChg>
      <pc:sldChg chg="del">
        <pc:chgData name="Brandt Redd" userId="be8ed540b98adac0" providerId="LiveId" clId="{65ADAB84-BAEC-4D16-A634-14CE727895C4}" dt="2021-09-08T01:44:30.097" v="578" actId="2696"/>
        <pc:sldMkLst>
          <pc:docMk/>
          <pc:sldMk cId="0" sldId="280"/>
        </pc:sldMkLst>
      </pc:sldChg>
      <pc:sldChg chg="del">
        <pc:chgData name="Brandt Redd" userId="be8ed540b98adac0" providerId="LiveId" clId="{65ADAB84-BAEC-4D16-A634-14CE727895C4}" dt="2021-09-08T05:08:01.984" v="742" actId="47"/>
        <pc:sldMkLst>
          <pc:docMk/>
          <pc:sldMk cId="0" sldId="281"/>
        </pc:sldMkLst>
      </pc:sldChg>
      <pc:sldChg chg="del">
        <pc:chgData name="Brandt Redd" userId="be8ed540b98adac0" providerId="LiveId" clId="{65ADAB84-BAEC-4D16-A634-14CE727895C4}" dt="2021-09-08T05:08:01.984" v="742" actId="47"/>
        <pc:sldMkLst>
          <pc:docMk/>
          <pc:sldMk cId="0" sldId="282"/>
        </pc:sldMkLst>
      </pc:sldChg>
      <pc:sldChg chg="modSp del mod">
        <pc:chgData name="Brandt Redd" userId="be8ed540b98adac0" providerId="LiveId" clId="{65ADAB84-BAEC-4D16-A634-14CE727895C4}" dt="2021-09-08T05:08:01.984" v="742" actId="47"/>
        <pc:sldMkLst>
          <pc:docMk/>
          <pc:sldMk cId="0" sldId="285"/>
        </pc:sldMkLst>
      </pc:sldChg>
      <pc:sldChg chg="modSp mod">
        <pc:chgData name="Brandt Redd" userId="be8ed540b98adac0" providerId="LiveId" clId="{65ADAB84-BAEC-4D16-A634-14CE727895C4}" dt="2021-09-08T00:47:30.390" v="322" actId="27636"/>
        <pc:sldMkLst>
          <pc:docMk/>
          <pc:sldMk cId="0" sldId="286"/>
        </pc:sldMkLst>
      </pc:sldChg>
      <pc:sldChg chg="del">
        <pc:chgData name="Brandt Redd" userId="be8ed540b98adac0" providerId="LiveId" clId="{65ADAB84-BAEC-4D16-A634-14CE727895C4}" dt="2021-09-08T01:40:17.173" v="557" actId="47"/>
        <pc:sldMkLst>
          <pc:docMk/>
          <pc:sldMk cId="0" sldId="287"/>
        </pc:sldMkLst>
      </pc:sldChg>
      <pc:sldChg chg="del">
        <pc:chgData name="Brandt Redd" userId="be8ed540b98adac0" providerId="LiveId" clId="{65ADAB84-BAEC-4D16-A634-14CE727895C4}" dt="2021-09-08T01:43:43.514" v="576" actId="2696"/>
        <pc:sldMkLst>
          <pc:docMk/>
          <pc:sldMk cId="1085477028" sldId="290"/>
        </pc:sldMkLst>
      </pc:sldChg>
      <pc:sldChg chg="del ord">
        <pc:chgData name="Brandt Redd" userId="be8ed540b98adac0" providerId="LiveId" clId="{65ADAB84-BAEC-4D16-A634-14CE727895C4}" dt="2021-09-08T02:26:24.301" v="579" actId="47"/>
        <pc:sldMkLst>
          <pc:docMk/>
          <pc:sldMk cId="1571152784" sldId="292"/>
        </pc:sldMkLst>
      </pc:sldChg>
      <pc:sldChg chg="del">
        <pc:chgData name="Brandt Redd" userId="be8ed540b98adac0" providerId="LiveId" clId="{65ADAB84-BAEC-4D16-A634-14CE727895C4}" dt="2021-09-08T00:58:39.604" v="554" actId="2696"/>
        <pc:sldMkLst>
          <pc:docMk/>
          <pc:sldMk cId="2969447947" sldId="293"/>
        </pc:sldMkLst>
      </pc:sldChg>
      <pc:sldChg chg="del">
        <pc:chgData name="Brandt Redd" userId="be8ed540b98adac0" providerId="LiveId" clId="{65ADAB84-BAEC-4D16-A634-14CE727895C4}" dt="2021-09-08T05:08:01.984" v="742" actId="47"/>
        <pc:sldMkLst>
          <pc:docMk/>
          <pc:sldMk cId="157333041" sldId="294"/>
        </pc:sldMkLst>
      </pc:sldChg>
      <pc:sldChg chg="del">
        <pc:chgData name="Brandt Redd" userId="be8ed540b98adac0" providerId="LiveId" clId="{65ADAB84-BAEC-4D16-A634-14CE727895C4}" dt="2021-09-08T05:08:01.984" v="742" actId="47"/>
        <pc:sldMkLst>
          <pc:docMk/>
          <pc:sldMk cId="4103924671" sldId="295"/>
        </pc:sldMkLst>
      </pc:sldChg>
      <pc:sldChg chg="del">
        <pc:chgData name="Brandt Redd" userId="be8ed540b98adac0" providerId="LiveId" clId="{65ADAB84-BAEC-4D16-A634-14CE727895C4}" dt="2021-09-08T05:08:01.984" v="742" actId="47"/>
        <pc:sldMkLst>
          <pc:docMk/>
          <pc:sldMk cId="1884221088" sldId="296"/>
        </pc:sldMkLst>
      </pc:sldChg>
      <pc:sldChg chg="del">
        <pc:chgData name="Brandt Redd" userId="be8ed540b98adac0" providerId="LiveId" clId="{65ADAB84-BAEC-4D16-A634-14CE727895C4}" dt="2021-09-08T05:08:01.984" v="742" actId="47"/>
        <pc:sldMkLst>
          <pc:docMk/>
          <pc:sldMk cId="3901875057" sldId="297"/>
        </pc:sldMkLst>
      </pc:sldChg>
      <pc:sldChg chg="del">
        <pc:chgData name="Brandt Redd" userId="be8ed540b98adac0" providerId="LiveId" clId="{65ADAB84-BAEC-4D16-A634-14CE727895C4}" dt="2021-09-08T05:08:01.984" v="742" actId="47"/>
        <pc:sldMkLst>
          <pc:docMk/>
          <pc:sldMk cId="789860439" sldId="298"/>
        </pc:sldMkLst>
      </pc:sldChg>
      <pc:sldChg chg="del">
        <pc:chgData name="Brandt Redd" userId="be8ed540b98adac0" providerId="LiveId" clId="{65ADAB84-BAEC-4D16-A634-14CE727895C4}" dt="2021-09-08T05:08:01.984" v="742" actId="47"/>
        <pc:sldMkLst>
          <pc:docMk/>
          <pc:sldMk cId="640910199" sldId="299"/>
        </pc:sldMkLst>
      </pc:sldChg>
      <pc:sldChg chg="del">
        <pc:chgData name="Brandt Redd" userId="be8ed540b98adac0" providerId="LiveId" clId="{65ADAB84-BAEC-4D16-A634-14CE727895C4}" dt="2021-09-08T05:08:01.984" v="742" actId="47"/>
        <pc:sldMkLst>
          <pc:docMk/>
          <pc:sldMk cId="4122398047" sldId="300"/>
        </pc:sldMkLst>
      </pc:sldChg>
      <pc:sldChg chg="modSp del mod">
        <pc:chgData name="Brandt Redd" userId="be8ed540b98adac0" providerId="LiveId" clId="{65ADAB84-BAEC-4D16-A634-14CE727895C4}" dt="2021-09-08T05:08:01.984" v="742" actId="47"/>
        <pc:sldMkLst>
          <pc:docMk/>
          <pc:sldMk cId="1813967852" sldId="301"/>
        </pc:sldMkLst>
      </pc:sldChg>
      <pc:sldChg chg="del">
        <pc:chgData name="Brandt Redd" userId="be8ed540b98adac0" providerId="LiveId" clId="{65ADAB84-BAEC-4D16-A634-14CE727895C4}" dt="2021-09-08T05:08:01.984" v="742" actId="47"/>
        <pc:sldMkLst>
          <pc:docMk/>
          <pc:sldMk cId="2923835456" sldId="302"/>
        </pc:sldMkLst>
      </pc:sldChg>
      <pc:sldChg chg="modSp mod modShow">
        <pc:chgData name="Brandt Redd" userId="be8ed540b98adac0" providerId="LiveId" clId="{65ADAB84-BAEC-4D16-A634-14CE727895C4}" dt="2021-09-08T05:13:48.764" v="744" actId="729"/>
        <pc:sldMkLst>
          <pc:docMk/>
          <pc:sldMk cId="431629196" sldId="303"/>
        </pc:sldMkLst>
      </pc:sldChg>
      <pc:sldChg chg="modSp mod">
        <pc:chgData name="Brandt Redd" userId="be8ed540b98adac0" providerId="LiveId" clId="{65ADAB84-BAEC-4D16-A634-14CE727895C4}" dt="2021-09-08T04:57:18.376" v="591" actId="2165"/>
        <pc:sldMkLst>
          <pc:docMk/>
          <pc:sldMk cId="1789244987" sldId="304"/>
        </pc:sldMkLst>
      </pc:sldChg>
      <pc:sldChg chg="modSp mod">
        <pc:chgData name="Brandt Redd" userId="be8ed540b98adac0" providerId="LiveId" clId="{65ADAB84-BAEC-4D16-A634-14CE727895C4}" dt="2021-09-08T06:10:39.465" v="747" actId="6549"/>
        <pc:sldMkLst>
          <pc:docMk/>
          <pc:sldMk cId="4258408788" sldId="305"/>
        </pc:sldMkLst>
      </pc:sldChg>
      <pc:sldChg chg="del">
        <pc:chgData name="Brandt Redd" userId="be8ed540b98adac0" providerId="LiveId" clId="{65ADAB84-BAEC-4D16-A634-14CE727895C4}" dt="2021-09-08T05:08:01.984" v="742" actId="47"/>
        <pc:sldMkLst>
          <pc:docMk/>
          <pc:sldMk cId="1738087637" sldId="306"/>
        </pc:sldMkLst>
      </pc:sldChg>
      <pc:sldChg chg="del">
        <pc:chgData name="Brandt Redd" userId="be8ed540b98adac0" providerId="LiveId" clId="{65ADAB84-BAEC-4D16-A634-14CE727895C4}" dt="2021-09-08T00:43:02.353" v="64" actId="2696"/>
        <pc:sldMkLst>
          <pc:docMk/>
          <pc:sldMk cId="1106592132" sldId="307"/>
        </pc:sldMkLst>
      </pc:sldChg>
    </pc:docChg>
  </pc:docChgLst>
  <pc:docChgLst>
    <pc:chgData name="Brandt Redd" userId="be8ed540b98adac0" providerId="Windows Live" clId="Web-{6E668FC7-E68D-4D36-A5C9-A5F3E604D296}"/>
    <pc:docChg chg="modSld">
      <pc:chgData name="Brandt Redd" userId="be8ed540b98adac0" providerId="Windows Live" clId="Web-{6E668FC7-E68D-4D36-A5C9-A5F3E604D296}" dt="2021-09-07T23:19:16.013" v="7" actId="20577"/>
      <pc:docMkLst>
        <pc:docMk/>
      </pc:docMkLst>
      <pc:sldChg chg="modSp">
        <pc:chgData name="Brandt Redd" userId="be8ed540b98adac0" providerId="Windows Live" clId="Web-{6E668FC7-E68D-4D36-A5C9-A5F3E604D296}" dt="2021-09-07T23:19:16.013" v="7" actId="20577"/>
        <pc:sldMkLst>
          <pc:docMk/>
          <pc:sldMk cId="0" sldId="273"/>
        </pc:sldMkLst>
      </pc:sldChg>
    </pc:docChg>
  </pc:docChgLst>
  <pc:docChgLst>
    <pc:chgData name="Brandt Redd" userId="be8ed540b98adac0" providerId="LiveId" clId="{09DF9CAE-7E04-4F9E-9DFB-D69E72F9DB26}"/>
    <pc:docChg chg="undo redo custSel addSld delSld modSld sldOrd">
      <pc:chgData name="Brandt Redd" userId="be8ed540b98adac0" providerId="LiveId" clId="{09DF9CAE-7E04-4F9E-9DFB-D69E72F9DB26}" dt="2021-01-20T14:45:45.132" v="1439" actId="700"/>
      <pc:docMkLst>
        <pc:docMk/>
      </pc:docMkLst>
      <pc:sldChg chg="modSp mod">
        <pc:chgData name="Brandt Redd" userId="be8ed540b98adac0" providerId="LiveId" clId="{09DF9CAE-7E04-4F9E-9DFB-D69E72F9DB26}" dt="2021-01-20T06:06:06.498" v="1" actId="20577"/>
        <pc:sldMkLst>
          <pc:docMk/>
          <pc:sldMk cId="0" sldId="256"/>
        </pc:sldMkLst>
      </pc:sldChg>
      <pc:sldChg chg="modSp mod">
        <pc:chgData name="Brandt Redd" userId="be8ed540b98adac0" providerId="LiveId" clId="{09DF9CAE-7E04-4F9E-9DFB-D69E72F9DB26}" dt="2021-01-20T06:09:32.361" v="295" actId="27636"/>
        <pc:sldMkLst>
          <pc:docMk/>
          <pc:sldMk cId="0" sldId="286"/>
        </pc:sldMkLst>
      </pc:sldChg>
      <pc:sldChg chg="modSp mod">
        <pc:chgData name="Brandt Redd" userId="be8ed540b98adac0" providerId="LiveId" clId="{09DF9CAE-7E04-4F9E-9DFB-D69E72F9DB26}" dt="2021-01-20T06:12:21.931" v="328" actId="20577"/>
        <pc:sldMkLst>
          <pc:docMk/>
          <pc:sldMk cId="1571152784" sldId="292"/>
        </pc:sldMkLst>
      </pc:sldChg>
      <pc:sldChg chg="modSp mod">
        <pc:chgData name="Brandt Redd" userId="be8ed540b98adac0" providerId="LiveId" clId="{09DF9CAE-7E04-4F9E-9DFB-D69E72F9DB26}" dt="2021-01-20T06:11:39.735" v="299" actId="27636"/>
        <pc:sldMkLst>
          <pc:docMk/>
          <pc:sldMk cId="2969447947" sldId="293"/>
        </pc:sldMkLst>
      </pc:sldChg>
      <pc:sldChg chg="modSp mod">
        <pc:chgData name="Brandt Redd" userId="be8ed540b98adac0" providerId="LiveId" clId="{09DF9CAE-7E04-4F9E-9DFB-D69E72F9DB26}" dt="2021-01-20T06:25:40.496" v="828" actId="20577"/>
        <pc:sldMkLst>
          <pc:docMk/>
          <pc:sldMk cId="157333041" sldId="294"/>
        </pc:sldMkLst>
      </pc:sldChg>
      <pc:sldChg chg="modSp mod">
        <pc:chgData name="Brandt Redd" userId="be8ed540b98adac0" providerId="LiveId" clId="{09DF9CAE-7E04-4F9E-9DFB-D69E72F9DB26}" dt="2021-01-20T06:31:08.246" v="1044" actId="20577"/>
        <pc:sldMkLst>
          <pc:docMk/>
          <pc:sldMk cId="789860439" sldId="298"/>
        </pc:sldMkLst>
      </pc:sldChg>
      <pc:sldChg chg="modSp mod">
        <pc:chgData name="Brandt Redd" userId="be8ed540b98adac0" providerId="LiveId" clId="{09DF9CAE-7E04-4F9E-9DFB-D69E72F9DB26}" dt="2021-01-20T06:29:34.401" v="966" actId="313"/>
        <pc:sldMkLst>
          <pc:docMk/>
          <pc:sldMk cId="1813967852" sldId="301"/>
        </pc:sldMkLst>
      </pc:sldChg>
      <pc:sldChg chg="modSp mod">
        <pc:chgData name="Brandt Redd" userId="be8ed540b98adac0" providerId="LiveId" clId="{09DF9CAE-7E04-4F9E-9DFB-D69E72F9DB26}" dt="2021-01-20T06:07:21.793" v="95" actId="20577"/>
        <pc:sldMkLst>
          <pc:docMk/>
          <pc:sldMk cId="431629196" sldId="303"/>
        </pc:sldMkLst>
      </pc:sldChg>
      <pc:sldChg chg="addSp delSp modSp new mod">
        <pc:chgData name="Brandt Redd" userId="be8ed540b98adac0" providerId="LiveId" clId="{09DF9CAE-7E04-4F9E-9DFB-D69E72F9DB26}" dt="2021-01-20T06:30:54.652" v="1040" actId="14100"/>
        <pc:sldMkLst>
          <pc:docMk/>
          <pc:sldMk cId="1789244987" sldId="304"/>
        </pc:sldMkLst>
      </pc:sldChg>
      <pc:sldChg chg="modSp new del mod">
        <pc:chgData name="Brandt Redd" userId="be8ed540b98adac0" providerId="LiveId" clId="{09DF9CAE-7E04-4F9E-9DFB-D69E72F9DB26}" dt="2021-01-20T06:25:17.076" v="826" actId="2696"/>
        <pc:sldMkLst>
          <pc:docMk/>
          <pc:sldMk cId="128175301" sldId="305"/>
        </pc:sldMkLst>
      </pc:sldChg>
      <pc:sldChg chg="modSp new mod">
        <pc:chgData name="Brandt Redd" userId="be8ed540b98adac0" providerId="LiveId" clId="{09DF9CAE-7E04-4F9E-9DFB-D69E72F9DB26}" dt="2021-01-20T06:34:40.967" v="1337" actId="20577"/>
        <pc:sldMkLst>
          <pc:docMk/>
          <pc:sldMk cId="4258408788" sldId="305"/>
        </pc:sldMkLst>
      </pc:sldChg>
      <pc:sldChg chg="addSp delSp modSp new mod modClrScheme chgLayout">
        <pc:chgData name="Brandt Redd" userId="be8ed540b98adac0" providerId="LiveId" clId="{09DF9CAE-7E04-4F9E-9DFB-D69E72F9DB26}" dt="2021-01-20T07:12:40.345" v="1433" actId="207"/>
        <pc:sldMkLst>
          <pc:docMk/>
          <pc:sldMk cId="1738087637" sldId="306"/>
        </pc:sldMkLst>
      </pc:sldChg>
      <pc:sldChg chg="addSp delSp modSp new mod ord modClrScheme chgLayout">
        <pc:chgData name="Brandt Redd" userId="be8ed540b98adac0" providerId="LiveId" clId="{09DF9CAE-7E04-4F9E-9DFB-D69E72F9DB26}" dt="2021-01-20T14:45:45.132" v="1439" actId="700"/>
        <pc:sldMkLst>
          <pc:docMk/>
          <pc:sldMk cId="1106592132" sldId="307"/>
        </pc:sldMkLst>
      </pc:sldChg>
    </pc:docChg>
  </pc:docChgLst>
  <pc:docChgLst>
    <pc:chgData name="Brandt Redd" userId="be8ed540b98adac0" providerId="LiveId" clId="{EA9EADFD-E5AC-4A81-A281-0C819B768DBE}"/>
    <pc:docChg chg="modSld">
      <pc:chgData name="Brandt Redd" userId="be8ed540b98adac0" providerId="LiveId" clId="{EA9EADFD-E5AC-4A81-A281-0C819B768DBE}" dt="2021-10-09T04:06:56.095" v="0" actId="6549"/>
      <pc:docMkLst>
        <pc:docMk/>
      </pc:docMkLst>
      <pc:sldChg chg="modSp mod">
        <pc:chgData name="Brandt Redd" userId="be8ed540b98adac0" providerId="LiveId" clId="{EA9EADFD-E5AC-4A81-A281-0C819B768DBE}" dt="2021-10-09T04:06:56.095" v="0" actId="6549"/>
        <pc:sldMkLst>
          <pc:docMk/>
          <pc:sldMk cId="1789244987" sldId="304"/>
        </pc:sldMkLst>
      </pc:sldChg>
    </pc:docChg>
  </pc:docChgLst>
  <pc:docChgLst>
    <pc:chgData name="Brandt Redd" userId="be8ed540b98adac0" providerId="LiveId" clId="{4C199F57-ED9F-445E-851D-DFA75E7A19FA}"/>
    <pc:docChg chg="undo custSel addSld modSld">
      <pc:chgData name="Brandt Redd" userId="be8ed540b98adac0" providerId="LiveId" clId="{4C199F57-ED9F-445E-851D-DFA75E7A19FA}" dt="2020-09-09T06:05:02.767" v="977" actId="6549"/>
      <pc:docMkLst>
        <pc:docMk/>
      </pc:docMkLst>
      <pc:sldChg chg="modSp mod">
        <pc:chgData name="Brandt Redd" userId="be8ed540b98adac0" providerId="LiveId" clId="{4C199F57-ED9F-445E-851D-DFA75E7A19FA}" dt="2020-09-07T21:03:43.781" v="13" actId="20577"/>
        <pc:sldMkLst>
          <pc:docMk/>
          <pc:sldMk cId="0" sldId="256"/>
        </pc:sldMkLst>
      </pc:sldChg>
      <pc:sldChg chg="modSp mod modNotesTx">
        <pc:chgData name="Brandt Redd" userId="be8ed540b98adac0" providerId="LiveId" clId="{4C199F57-ED9F-445E-851D-DFA75E7A19FA}" dt="2020-09-08T02:00:49.128" v="286" actId="20577"/>
        <pc:sldMkLst>
          <pc:docMk/>
          <pc:sldMk cId="0" sldId="273"/>
        </pc:sldMkLst>
      </pc:sldChg>
      <pc:sldChg chg="modSp mod">
        <pc:chgData name="Brandt Redd" userId="be8ed540b98adac0" providerId="LiveId" clId="{4C199F57-ED9F-445E-851D-DFA75E7A19FA}" dt="2020-09-08T02:02:44.875" v="318" actId="20577"/>
        <pc:sldMkLst>
          <pc:docMk/>
          <pc:sldMk cId="0" sldId="279"/>
        </pc:sldMkLst>
      </pc:sldChg>
      <pc:sldChg chg="modSp mod">
        <pc:chgData name="Brandt Redd" userId="be8ed540b98adac0" providerId="LiveId" clId="{4C199F57-ED9F-445E-851D-DFA75E7A19FA}" dt="2020-09-07T21:05:16.154" v="29" actId="20577"/>
        <pc:sldMkLst>
          <pc:docMk/>
          <pc:sldMk cId="1571152784" sldId="292"/>
        </pc:sldMkLst>
      </pc:sldChg>
      <pc:sldChg chg="modSp mod">
        <pc:chgData name="Brandt Redd" userId="be8ed540b98adac0" providerId="LiveId" clId="{4C199F57-ED9F-445E-851D-DFA75E7A19FA}" dt="2020-09-07T21:04:09.472" v="15" actId="20577"/>
        <pc:sldMkLst>
          <pc:docMk/>
          <pc:sldMk cId="2969447947" sldId="293"/>
        </pc:sldMkLst>
      </pc:sldChg>
      <pc:sldChg chg="modSp mod">
        <pc:chgData name="Brandt Redd" userId="be8ed540b98adac0" providerId="LiveId" clId="{4C199F57-ED9F-445E-851D-DFA75E7A19FA}" dt="2020-09-08T01:56:33.588" v="54"/>
        <pc:sldMkLst>
          <pc:docMk/>
          <pc:sldMk cId="4103924671" sldId="295"/>
        </pc:sldMkLst>
      </pc:sldChg>
      <pc:sldChg chg="modSp new mod">
        <pc:chgData name="Brandt Redd" userId="be8ed540b98adac0" providerId="LiveId" clId="{4C199F57-ED9F-445E-851D-DFA75E7A19FA}" dt="2020-09-09T06:05:02.767" v="977" actId="6549"/>
        <pc:sldMkLst>
          <pc:docMk/>
          <pc:sldMk cId="431629196" sldId="303"/>
        </pc:sldMkLst>
      </pc:sldChg>
    </pc:docChg>
  </pc:docChgLst>
  <pc:docChgLst>
    <pc:chgData name="Brandt Redd" userId="be8ed540b98adac0" providerId="LiveId" clId="{6DA7A6AE-A8AE-4D12-A65A-87590DD9B126}"/>
    <pc:docChg chg="undo custSel modSld">
      <pc:chgData name="Brandt Redd" userId="be8ed540b98adac0" providerId="LiveId" clId="{6DA7A6AE-A8AE-4D12-A65A-87590DD9B126}" dt="2024-09-13T02:53:34.471" v="3" actId="313"/>
      <pc:docMkLst>
        <pc:docMk/>
      </pc:docMkLst>
      <pc:sldChg chg="modSp mod">
        <pc:chgData name="Brandt Redd" userId="be8ed540b98adac0" providerId="LiveId" clId="{6DA7A6AE-A8AE-4D12-A65A-87590DD9B126}" dt="2024-09-13T02:53:34.471" v="3" actId="313"/>
        <pc:sldMkLst>
          <pc:docMk/>
          <pc:sldMk cId="1789244987" sldId="304"/>
        </pc:sldMkLst>
      </pc:sldChg>
    </pc:docChg>
  </pc:docChgLst>
  <pc:docChgLst>
    <pc:chgData name="Brandt Redd" userId="be8ed540b98adac0" providerId="LiveId" clId="{0D0AB8C8-80EF-44B2-8E7F-CB3275CB5FDA}"/>
    <pc:docChg chg="modSld">
      <pc:chgData name="Brandt Redd" userId="be8ed540b98adac0" providerId="LiveId" clId="{0D0AB8C8-80EF-44B2-8E7F-CB3275CB5FDA}" dt="2025-01-17T04:03:19.079" v="58" actId="6549"/>
      <pc:docMkLst>
        <pc:docMk/>
      </pc:docMkLst>
      <pc:sldChg chg="modSp mod">
        <pc:chgData name="Brandt Redd" userId="be8ed540b98adac0" providerId="LiveId" clId="{0D0AB8C8-80EF-44B2-8E7F-CB3275CB5FDA}" dt="2025-01-17T04:03:19.079" v="58" actId="6549"/>
        <pc:sldMkLst>
          <pc:docMk/>
          <pc:sldMk cId="1789244987" sldId="304"/>
        </pc:sldMkLst>
        <pc:graphicFrameChg chg="modGraphic">
          <ac:chgData name="Brandt Redd" userId="be8ed540b98adac0" providerId="LiveId" clId="{0D0AB8C8-80EF-44B2-8E7F-CB3275CB5FDA}" dt="2025-01-17T04:03:19.079" v="58" actId="6549"/>
          <ac:graphicFrameMkLst>
            <pc:docMk/>
            <pc:sldMk cId="1789244987" sldId="304"/>
            <ac:graphicFrameMk id="4" creationId="{869088BA-A93E-4DA7-990A-8136C4A8FC94}"/>
          </ac:graphicFrameMkLst>
        </pc:graphicFrameChg>
      </pc:sldChg>
    </pc:docChg>
  </pc:docChgLst>
  <pc:docChgLst>
    <pc:chgData name="Brandt Redd" userId="be8ed540b98adac0" providerId="LiveId" clId="{A47FBE14-1B46-4DB0-A435-F3F908B99341}"/>
    <pc:docChg chg="custSel modSld">
      <pc:chgData name="Brandt Redd" userId="be8ed540b98adac0" providerId="LiveId" clId="{A47FBE14-1B46-4DB0-A435-F3F908B99341}" dt="2023-09-13T22:44:08.315" v="68" actId="404"/>
      <pc:docMkLst>
        <pc:docMk/>
      </pc:docMkLst>
      <pc:sldChg chg="modSp mod">
        <pc:chgData name="Brandt Redd" userId="be8ed540b98adac0" providerId="LiveId" clId="{A47FBE14-1B46-4DB0-A435-F3F908B99341}" dt="2023-09-13T22:43:38.962" v="53" actId="20577"/>
        <pc:sldMkLst>
          <pc:docMk/>
          <pc:sldMk cId="0" sldId="256"/>
        </pc:sldMkLst>
      </pc:sldChg>
      <pc:sldChg chg="modSp mod">
        <pc:chgData name="Brandt Redd" userId="be8ed540b98adac0" providerId="LiveId" clId="{A47FBE14-1B46-4DB0-A435-F3F908B99341}" dt="2023-09-13T22:44:08.315" v="68" actId="404"/>
        <pc:sldMkLst>
          <pc:docMk/>
          <pc:sldMk cId="0" sldId="273"/>
        </pc:sldMkLst>
      </pc:sldChg>
      <pc:sldChg chg="modSp mod">
        <pc:chgData name="Brandt Redd" userId="be8ed540b98adac0" providerId="LiveId" clId="{A47FBE14-1B46-4DB0-A435-F3F908B99341}" dt="2023-09-13T17:03:27.664" v="28" actId="20577"/>
        <pc:sldMkLst>
          <pc:docMk/>
          <pc:sldMk cId="1789244987" sldId="304"/>
        </pc:sldMkLst>
      </pc:sldChg>
    </pc:docChg>
  </pc:docChgLst>
  <pc:docChgLst>
    <pc:chgData name="Brandt Redd" userId="be8ed540b98adac0" providerId="LiveId" clId="{4A4ED31B-434B-46C1-8924-3654D90FE8A5}"/>
    <pc:docChg chg="delSld">
      <pc:chgData name="Brandt Redd" userId="be8ed540b98adac0" providerId="LiveId" clId="{4A4ED31B-434B-46C1-8924-3654D90FE8A5}" dt="2021-12-23T16:02:32.459" v="0" actId="2696"/>
      <pc:docMkLst>
        <pc:docMk/>
      </pc:docMkLst>
      <pc:sldChg chg="del">
        <pc:chgData name="Brandt Redd" userId="be8ed540b98adac0" providerId="LiveId" clId="{4A4ED31B-434B-46C1-8924-3654D90FE8A5}" dt="2021-12-23T16:02:32.459" v="0" actId="2696"/>
        <pc:sldMkLst>
          <pc:docMk/>
          <pc:sldMk cId="431629196" sldId="303"/>
        </pc:sldMkLst>
      </pc:sldChg>
    </pc:docChg>
  </pc:docChgLst>
  <pc:docChgLst>
    <pc:chgData name="Brandt Redd" userId="be8ed540b98adac0" providerId="LiveId" clId="{D04DA28E-727D-4307-9244-8CA086964B64}"/>
    <pc:docChg chg="custSel modSld">
      <pc:chgData name="Brandt Redd" userId="be8ed540b98adac0" providerId="LiveId" clId="{D04DA28E-727D-4307-9244-8CA086964B64}" dt="2022-09-07T03:45:26.987" v="32" actId="20577"/>
      <pc:docMkLst>
        <pc:docMk/>
      </pc:docMkLst>
      <pc:sldChg chg="modSp mod">
        <pc:chgData name="Brandt Redd" userId="be8ed540b98adac0" providerId="LiveId" clId="{D04DA28E-727D-4307-9244-8CA086964B64}" dt="2022-09-07T03:45:26.987" v="32" actId="20577"/>
        <pc:sldMkLst>
          <pc:docMk/>
          <pc:sldMk cId="1789244987" sldId="3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fld id="{B41E3A69-1EF4-4667-B631-611194B096E0}" type="datetimeFigureOut">
              <a:rPr lang="en-US"/>
              <a:pPr>
                <a:defRPr/>
              </a:pPr>
              <a:t>2025-01-16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pitchFamily="34" charset="0"/>
              </a:defRPr>
            </a:lvl1pPr>
          </a:lstStyle>
          <a:p>
            <a:pPr>
              <a:defRPr/>
            </a:pPr>
            <a:fld id="{8167053A-2ED6-4A05-9085-C6625FA754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64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ea typeface="ＭＳ Ｐゴシック" pitchFamily="34" charset="-128"/>
              </a:rPr>
              <a:t>From w3schools</a:t>
            </a:r>
          </a:p>
          <a:p>
            <a:br>
              <a:rPr lang="en-US" b="1" dirty="0">
                <a:ea typeface="ＭＳ Ｐゴシック" pitchFamily="34" charset="-128"/>
              </a:rPr>
            </a:br>
            <a:r>
              <a:rPr lang="en-US" b="1" dirty="0">
                <a:ea typeface="ＭＳ Ｐゴシック" pitchFamily="34" charset="-128"/>
              </a:rPr>
              <a:t>JavaScript gives HTML designers a programming tool - </a:t>
            </a:r>
            <a:r>
              <a:rPr lang="en-US" dirty="0">
                <a:ea typeface="ＭＳ Ｐゴシック" pitchFamily="34" charset="-128"/>
              </a:rPr>
              <a:t>HTML authors are normally not programmers, but JavaScript is a scripting language with a very simple syntax! Almost anyone can put small "snippets" of code into their HTML pages. </a:t>
            </a:r>
            <a:r>
              <a:rPr lang="en-US" b="1" dirty="0">
                <a:ea typeface="ＭＳ Ｐゴシック" pitchFamily="34" charset="-128"/>
              </a:rPr>
              <a:t>JavaScript can react to events - </a:t>
            </a:r>
            <a:r>
              <a:rPr lang="en-US" dirty="0">
                <a:ea typeface="ＭＳ Ｐゴシック" pitchFamily="34" charset="-128"/>
              </a:rPr>
              <a:t>A JavaScript can be set to execute when something happens, like when a page has finished loading or when a user clicks on an HTML element. </a:t>
            </a:r>
            <a:r>
              <a:rPr lang="en-US" b="1" dirty="0">
                <a:ea typeface="ＭＳ Ｐゴシック" pitchFamily="34" charset="-128"/>
              </a:rPr>
              <a:t>JavaScript can read and write HTML elements - </a:t>
            </a:r>
            <a:r>
              <a:rPr lang="en-US" dirty="0">
                <a:ea typeface="ＭＳ Ｐゴシック" pitchFamily="34" charset="-128"/>
              </a:rPr>
              <a:t>A JavaScript can read and change the content of an HTML element. </a:t>
            </a:r>
            <a:r>
              <a:rPr lang="en-US" b="1" dirty="0">
                <a:ea typeface="ＭＳ Ｐゴシック" pitchFamily="34" charset="-128"/>
              </a:rPr>
              <a:t>JavaScript can be used to validate data - </a:t>
            </a:r>
            <a:r>
              <a:rPr lang="en-US" dirty="0">
                <a:ea typeface="ＭＳ Ｐゴシック" pitchFamily="34" charset="-128"/>
              </a:rPr>
              <a:t>A JavaScript can be used to validate form data before it is submitted to a server. This saves the server from extra processing. </a:t>
            </a:r>
            <a:r>
              <a:rPr lang="en-US" b="1" dirty="0">
                <a:ea typeface="ＭＳ Ｐゴシック" pitchFamily="34" charset="-128"/>
              </a:rPr>
              <a:t>JavaScript can be used to detect the visitor's browser</a:t>
            </a:r>
            <a:r>
              <a:rPr lang="en-US" dirty="0">
                <a:ea typeface="ＭＳ Ｐゴシック" pitchFamily="34" charset="-128"/>
              </a:rPr>
              <a:t> - A JavaScript can be used to detect the visitor's browser, and - depending on the browser - load another page specifically designed for that browser. </a:t>
            </a:r>
            <a:r>
              <a:rPr lang="en-US" b="1" dirty="0">
                <a:ea typeface="ＭＳ Ｐゴシック" pitchFamily="34" charset="-128"/>
              </a:rPr>
              <a:t>JavaScript can be used to create cookies</a:t>
            </a:r>
            <a:r>
              <a:rPr lang="en-US" dirty="0">
                <a:ea typeface="ＭＳ Ｐゴシック" pitchFamily="34" charset="-128"/>
              </a:rPr>
              <a:t> -</a:t>
            </a:r>
            <a:r>
              <a:rPr lang="en-US" baseline="0" dirty="0">
                <a:ea typeface="ＭＳ Ｐゴシック" pitchFamily="34" charset="-128"/>
              </a:rPr>
              <a:t> </a:t>
            </a:r>
            <a:r>
              <a:rPr lang="en-US" dirty="0">
                <a:ea typeface="ＭＳ Ｐゴシック" pitchFamily="34" charset="-128"/>
              </a:rPr>
              <a:t>JavaScript can be used to store and retrieve information on a</a:t>
            </a:r>
            <a:r>
              <a:rPr lang="en-US" baseline="0" dirty="0">
                <a:ea typeface="ＭＳ Ｐゴシック" pitchFamily="34" charset="-128"/>
              </a:rPr>
              <a:t> visitor’s computer.</a:t>
            </a:r>
          </a:p>
          <a:p>
            <a:endParaRPr lang="en-US" baseline="0" dirty="0">
              <a:ea typeface="ＭＳ Ｐゴシック" pitchFamily="34" charset="-128"/>
            </a:endParaRPr>
          </a:p>
          <a:p>
            <a:r>
              <a:rPr lang="en-US" baseline="0" dirty="0">
                <a:ea typeface="ＭＳ Ｐゴシック" pitchFamily="34" charset="-128"/>
              </a:rPr>
              <a:t>Question for class: What are some examples of websites that “do” something using </a:t>
            </a:r>
            <a:r>
              <a:rPr lang="en-US" baseline="0" dirty="0" err="1">
                <a:ea typeface="ＭＳ Ｐゴシック" pitchFamily="34" charset="-128"/>
              </a:rPr>
              <a:t>Javascript</a:t>
            </a:r>
            <a:r>
              <a:rPr lang="en-US" baseline="0" dirty="0">
                <a:ea typeface="ＭＳ Ｐゴシック" pitchFamily="34" charset="-128"/>
              </a:rPr>
              <a:t>?</a:t>
            </a:r>
            <a:endParaRPr lang="en-US" dirty="0">
              <a:ea typeface="ＭＳ Ｐゴシック" pitchFamily="34" charset="-128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fld id="{560E5363-996A-44F0-A291-E4466BBC5805}" type="slidenum">
              <a:rPr lang="en-US"/>
              <a:pPr eaLnBrk="1" hangingPunct="1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32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fld id="{10B6FC25-201D-4664-A31E-6F678BA4F6EB}" type="slidenum">
              <a:rPr lang="en-US"/>
              <a:pPr eaLnBrk="1" hangingPunct="1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24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07A1A0-C300-4EBF-82D0-3055BF8DDE0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47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76599A-3DC9-4D77-B1EA-36337368740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19E8C7-3383-4D91-9DF7-2B863943941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39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D1F552-6E53-4DCD-AE58-18D6A63C3EA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07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9274D2-B590-4548-A89F-B2E4413BA6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0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5DD0FB-070B-4F5A-9197-EB4ED76348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0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F720A5-29C2-4921-82CA-0BA3C83A68F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70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A79C42-E856-4CF0-AF4C-7B3D28F2EA8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789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53B6D5-6BCB-404D-9E0D-72ADD6E91FA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0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77590-85B7-4D93-99D3-4364B0070DD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100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2B0779-6669-4D75-85A6-8E8A32F7582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85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E0BB231-FA13-4132-AB38-C575A675F71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20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yu-itc-210.github.io/walkthrough/IntroToJavaScrip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7200" dirty="0">
                <a:ea typeface="ＭＳ Ｐゴシック" pitchFamily="34" charset="-128"/>
              </a:rPr>
              <a:t>Java</a:t>
            </a:r>
            <a:r>
              <a:rPr lang="en-AS" sz="7200" dirty="0">
                <a:ea typeface="ＭＳ Ｐゴシック" pitchFamily="34" charset="-128"/>
              </a:rPr>
              <a:t>S</a:t>
            </a:r>
            <a:r>
              <a:rPr lang="en-US" sz="7200" dirty="0" err="1">
                <a:ea typeface="ＭＳ Ｐゴシック" pitchFamily="34" charset="-128"/>
              </a:rPr>
              <a:t>cript</a:t>
            </a:r>
            <a:endParaRPr lang="en-US" sz="7200" dirty="0">
              <a:ea typeface="ＭＳ Ｐゴシック" pitchFamily="34" charset="-128"/>
            </a:endParaRPr>
          </a:p>
        </p:txBody>
      </p:sp>
      <p:sp>
        <p:nvSpPr>
          <p:cNvPr id="30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2286000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dirty="0">
                <a:ea typeface="ＭＳ Ｐゴシック" pitchFamily="34" charset="-128"/>
              </a:rPr>
              <a:t>The language of the browser</a:t>
            </a:r>
            <a:br>
              <a:rPr lang="en-US" dirty="0">
                <a:ea typeface="ＭＳ Ｐゴシック" pitchFamily="34" charset="-128"/>
              </a:rPr>
            </a:br>
            <a:r>
              <a:rPr lang="en-US" dirty="0">
                <a:ea typeface="ＭＳ Ｐゴシック" pitchFamily="34" charset="-128"/>
              </a:rPr>
              <a:t>(and much more)</a:t>
            </a:r>
          </a:p>
          <a:p>
            <a:r>
              <a:rPr lang="en-US" dirty="0"/>
              <a:t>ITC210A S04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Why do we need Javascript?</a:t>
            </a:r>
          </a:p>
        </p:txBody>
      </p:sp>
      <p:sp>
        <p:nvSpPr>
          <p:cNvPr id="6147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533400" y="1219200"/>
            <a:ext cx="8077200" cy="5638800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itchFamily="34" charset="-128"/>
              </a:rPr>
              <a:t>html = content and structure</a:t>
            </a:r>
          </a:p>
          <a:p>
            <a:r>
              <a:rPr lang="en-US" dirty="0">
                <a:ea typeface="ＭＳ Ｐゴシック" pitchFamily="34" charset="-128"/>
              </a:rPr>
              <a:t>CSS = formatting and positioning</a:t>
            </a:r>
          </a:p>
          <a:p>
            <a:r>
              <a:rPr lang="en-US" dirty="0">
                <a:ea typeface="ＭＳ Ｐゴシック" pitchFamily="34" charset="-128"/>
              </a:rPr>
              <a:t>Javascript/Scripting = behavior and logic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Make pages responsive without hitting the server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Use cutting-edge services such as dynamic graphics, streaming media, and 3D rendering.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React to events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Manipulate and validate data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Add dynamic functionality</a:t>
            </a:r>
          </a:p>
          <a:p>
            <a:pPr lvl="1"/>
            <a:r>
              <a:rPr lang="en-US" dirty="0">
                <a:ea typeface="ＭＳ Ｐゴシック" pitchFamily="34" charset="-128"/>
              </a:rPr>
              <a:t>Much more</a:t>
            </a:r>
          </a:p>
          <a:p>
            <a:pPr lvl="1"/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1DBF-78FF-428F-AAE7-F1628D697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JavaScript Language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69088BA-A93E-4DA7-990A-8136C4A8F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8012981"/>
              </p:ext>
            </p:extLst>
          </p:nvPr>
        </p:nvGraphicFramePr>
        <p:xfrm>
          <a:off x="457200" y="838201"/>
          <a:ext cx="8229600" cy="576378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454662689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4035272006"/>
                    </a:ext>
                  </a:extLst>
                </a:gridCol>
              </a:tblGrid>
              <a:tr h="392037">
                <a:tc>
                  <a:txBody>
                    <a:bodyPr/>
                    <a:lstStyle/>
                    <a:p>
                      <a:r>
                        <a:rPr lang="en-US" sz="1600" b="1" dirty="0"/>
                        <a:t>Language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Imperative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524750"/>
                  </a:ext>
                </a:extLst>
              </a:tr>
              <a:tr h="392037">
                <a:tc>
                  <a:txBody>
                    <a:bodyPr/>
                    <a:lstStyle/>
                    <a:p>
                      <a:r>
                        <a:rPr lang="en-US" sz="1600" b="1" dirty="0"/>
                        <a:t>Runtime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Interpreted (or Just-In-Time Compiled)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624364"/>
                  </a:ext>
                </a:extLst>
              </a:tr>
              <a:tr h="966666">
                <a:tc>
                  <a:txBody>
                    <a:bodyPr/>
                    <a:lstStyle/>
                    <a:p>
                      <a:r>
                        <a:rPr lang="en-US" sz="1600" b="1" dirty="0"/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Case Sensitive</a:t>
                      </a:r>
                    </a:p>
                    <a:p>
                      <a:r>
                        <a:rPr lang="en-US" sz="1600" b="0" dirty="0"/>
                        <a:t>Dynamically Typed</a:t>
                      </a:r>
                    </a:p>
                    <a:p>
                      <a:pPr lvl="1"/>
                      <a:r>
                        <a:rPr lang="en-US" sz="1600" b="0" dirty="0"/>
                        <a:t>18 == </a:t>
                      </a:r>
                      <a:r>
                        <a:rPr lang="en-US" sz="1600" b="0"/>
                        <a:t>"18" </a:t>
                      </a:r>
                      <a:r>
                        <a:rPr lang="en-US" sz="1600" b="0" dirty="0"/>
                        <a:t>// (warning!)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302122"/>
                  </a:ext>
                </a:extLst>
              </a:tr>
              <a:tr h="392037">
                <a:tc>
                  <a:txBody>
                    <a:bodyPr/>
                    <a:lstStyle/>
                    <a:p>
                      <a:r>
                        <a:rPr lang="en-US" sz="1600" b="1" dirty="0"/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Curly-brace blocks (like C, C++, C#, Java,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660056"/>
                  </a:ext>
                </a:extLst>
              </a:tr>
              <a:tr h="676667">
                <a:tc>
                  <a:txBody>
                    <a:bodyPr/>
                    <a:lstStyle/>
                    <a:p>
                      <a:r>
                        <a:rPr lang="en-US" sz="1600" b="1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/* this is a comment */</a:t>
                      </a:r>
                    </a:p>
                    <a:p>
                      <a:r>
                        <a:rPr lang="en-US" sz="1600" b="0" dirty="0"/>
                        <a:t>// Another 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818495"/>
                  </a:ext>
                </a:extLst>
              </a:tr>
              <a:tr h="621772">
                <a:tc>
                  <a:txBody>
                    <a:bodyPr/>
                    <a:lstStyle/>
                    <a:p>
                      <a:r>
                        <a:rPr lang="en-US" sz="1600" b="1" dirty="0"/>
                        <a:t>Object-Oriented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Dynamic objects</a:t>
                      </a:r>
                    </a:p>
                    <a:p>
                      <a:r>
                        <a:rPr lang="en-US" sz="1600" b="0" dirty="0"/>
                        <a:t>Optional object templates</a:t>
                      </a:r>
                    </a:p>
                    <a:p>
                      <a:r>
                        <a:rPr lang="en-US" sz="1600" b="0" dirty="0"/>
                        <a:t>Dot notation (e.g. </a:t>
                      </a:r>
                      <a:r>
                        <a:rPr lang="en-US" sz="1600" b="0" dirty="0" err="1"/>
                        <a:t>object.property</a:t>
                      </a:r>
                      <a:r>
                        <a:rPr lang="en-US" sz="1600" b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365629"/>
                  </a:ext>
                </a:extLst>
              </a:tr>
              <a:tr h="966666">
                <a:tc>
                  <a:txBody>
                    <a:bodyPr/>
                    <a:lstStyle/>
                    <a:p>
                      <a:r>
                        <a:rPr lang="en-US" sz="1600" b="1" dirty="0"/>
                        <a:t>Scoping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0" dirty="0"/>
                        <a:t>Global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0" dirty="0"/>
                        <a:t>Function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="0" dirty="0"/>
                        <a:t>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9490977"/>
                  </a:ext>
                </a:extLst>
              </a:tr>
              <a:tr h="11547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Other Features</a:t>
                      </a:r>
                    </a:p>
                    <a:p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Asynchronous, Event-Driven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Platform-Independent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JSON data format is native.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352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244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AS" dirty="0">
                <a:ea typeface="ＭＳ Ｐゴシック" pitchFamily="34" charset="-128"/>
              </a:rPr>
              <a:t>Introduction to JavaScript</a:t>
            </a:r>
            <a:r>
              <a:rPr lang="en-US" dirty="0">
                <a:ea typeface="ＭＳ Ｐゴシック" pitchFamily="34" charset="-128"/>
              </a:rPr>
              <a:t> Walkthrough</a:t>
            </a:r>
          </a:p>
        </p:txBody>
      </p:sp>
      <p:sp>
        <p:nvSpPr>
          <p:cNvPr id="122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228600" y="2209800"/>
            <a:ext cx="8686800" cy="4191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ea typeface="ＭＳ Ｐゴシック" pitchFamily="34" charset="-128"/>
              </a:rPr>
              <a:t>P</a:t>
            </a:r>
            <a:r>
              <a:rPr lang="en-AS" sz="2800" dirty="0">
                <a:ea typeface="ＭＳ Ｐゴシック" pitchFamily="34" charset="-128"/>
              </a:rPr>
              <a:t>lease follow along at</a:t>
            </a:r>
            <a:br>
              <a:rPr lang="en-AS" sz="2800" dirty="0">
                <a:ea typeface="ＭＳ Ｐゴシック" pitchFamily="34" charset="-128"/>
              </a:rPr>
            </a:br>
            <a:r>
              <a:rPr lang="en-US" sz="2400" dirty="0">
                <a:ea typeface="ＭＳ Ｐゴシック" pitchFamily="34" charset="-128"/>
                <a:hlinkClick r:id="rId3"/>
              </a:rPr>
              <a:t>https://byu-itc-210.github.io/walkthrough/IntroToJavaScript</a:t>
            </a:r>
            <a:endParaRPr lang="en-AS" sz="2400" dirty="0">
              <a:ea typeface="ＭＳ Ｐゴシック" pitchFamily="34" charset="-128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AS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AS" i="1" dirty="0"/>
              <a:t>I will post the code from class on </a:t>
            </a:r>
            <a:r>
              <a:rPr lang="en-AS" i="1" dirty="0" err="1"/>
              <a:t>LearningSuite</a:t>
            </a:r>
            <a:r>
              <a:rPr lang="en-AS" i="1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4BE66-A4CA-4CB8-B240-EA0FC9D60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dirty="0"/>
              <a:t>Review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3A01D-9F94-41DC-A108-A1365262C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dirty="0"/>
              <a:t>What does JavaScript add that we can’t do with HTML or CSS.</a:t>
            </a:r>
          </a:p>
          <a:p>
            <a:r>
              <a:rPr lang="en-US" dirty="0"/>
              <a:t>What does it mean that JavaScript is “Dynamically Typed”?</a:t>
            </a:r>
          </a:p>
          <a:p>
            <a:r>
              <a:rPr lang="en-US" dirty="0"/>
              <a:t>What </a:t>
            </a:r>
            <a:r>
              <a:rPr lang="en-US"/>
              <a:t>are three </a:t>
            </a:r>
            <a:r>
              <a:rPr lang="en-US" dirty="0"/>
              <a:t>places where you can put JavaScript code?</a:t>
            </a:r>
          </a:p>
          <a:p>
            <a:r>
              <a:rPr lang="en-US" dirty="0"/>
              <a:t>Where would you find tutorials and practice areas for JavaScript?</a:t>
            </a:r>
          </a:p>
        </p:txBody>
      </p:sp>
    </p:spTree>
    <p:extLst>
      <p:ext uri="{BB962C8B-B14F-4D97-AF65-F5344CB8AC3E}">
        <p14:creationId xmlns:p14="http://schemas.microsoft.com/office/powerpoint/2010/main" val="4258408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</TotalTime>
  <Words>449</Words>
  <Application>Microsoft Office PowerPoint</Application>
  <PresentationFormat>On-screen Show (4:3)</PresentationFormat>
  <Paragraphs>54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ＭＳ Ｐゴシック</vt:lpstr>
      <vt:lpstr>Arial</vt:lpstr>
      <vt:lpstr>Calibri</vt:lpstr>
      <vt:lpstr>Wingdings</vt:lpstr>
      <vt:lpstr>Office Theme</vt:lpstr>
      <vt:lpstr>JavaScript</vt:lpstr>
      <vt:lpstr>Why do we need Javascript?</vt:lpstr>
      <vt:lpstr>JavaScript Language</vt:lpstr>
      <vt:lpstr>Introduction to JavaScript Walkthrough</vt:lpstr>
      <vt:lpstr>Review Questions</vt:lpstr>
    </vt:vector>
  </TitlesOfParts>
  <Company>BYU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mgbailey</dc:creator>
  <cp:lastModifiedBy>Brandt Redd</cp:lastModifiedBy>
  <cp:revision>78</cp:revision>
  <dcterms:created xsi:type="dcterms:W3CDTF">2006-01-30T19:18:27Z</dcterms:created>
  <dcterms:modified xsi:type="dcterms:W3CDTF">2025-01-17T04:03:28Z</dcterms:modified>
</cp:coreProperties>
</file>