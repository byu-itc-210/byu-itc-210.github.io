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7" r:id="rId3"/>
    <p:sldId id="273" r:id="rId4"/>
    <p:sldId id="302" r:id="rId5"/>
    <p:sldId id="300" r:id="rId6"/>
    <p:sldId id="288" r:id="rId7"/>
    <p:sldId id="289" r:id="rId8"/>
    <p:sldId id="301" r:id="rId9"/>
    <p:sldId id="299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FA539-B761-4132-8B91-4E2672594EF1}" v="15" dt="2024-09-15T02:32:25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84754"/>
  </p:normalViewPr>
  <p:slideViewPr>
    <p:cSldViewPr>
      <p:cViewPr>
        <p:scale>
          <a:sx n="400" d="100"/>
          <a:sy n="400" d="100"/>
        </p:scale>
        <p:origin x="-12699" y="-112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C5F10212-6FD5-447A-97C3-09475C0E9547}"/>
    <pc:docChg chg="custSel addSld delSld modSld">
      <pc:chgData name="Brandt Redd" userId="be8ed540b98adac0" providerId="LiveId" clId="{C5F10212-6FD5-447A-97C3-09475C0E9547}" dt="2021-09-10T13:57:08.402" v="268" actId="20577"/>
      <pc:docMkLst>
        <pc:docMk/>
      </pc:docMkLst>
      <pc:sldChg chg="modSp mod">
        <pc:chgData name="Brandt Redd" userId="be8ed540b98adac0" providerId="LiveId" clId="{C5F10212-6FD5-447A-97C3-09475C0E9547}" dt="2021-09-10T05:25:03.451" v="124" actId="403"/>
        <pc:sldMkLst>
          <pc:docMk/>
          <pc:sldMk cId="0" sldId="256"/>
        </pc:sldMkLst>
        <pc:spChg chg="mod">
          <ac:chgData name="Brandt Redd" userId="be8ed540b98adac0" providerId="LiveId" clId="{C5F10212-6FD5-447A-97C3-09475C0E9547}" dt="2021-09-10T05:25:03.451" v="124" actId="403"/>
          <ac:spMkLst>
            <pc:docMk/>
            <pc:sldMk cId="0" sldId="256"/>
            <ac:spMk id="15361" creationId="{FDCDF4E2-05DF-4B9E-9167-B26865F7E953}"/>
          </ac:spMkLst>
        </pc:spChg>
      </pc:sldChg>
      <pc:sldChg chg="del">
        <pc:chgData name="Brandt Redd" userId="be8ed540b98adac0" providerId="LiveId" clId="{C5F10212-6FD5-447A-97C3-09475C0E9547}" dt="2021-09-10T05:27:54.004" v="149" actId="47"/>
        <pc:sldMkLst>
          <pc:docMk/>
          <pc:sldMk cId="0" sldId="259"/>
        </pc:sldMkLst>
      </pc:sldChg>
      <pc:sldChg chg="del">
        <pc:chgData name="Brandt Redd" userId="be8ed540b98adac0" providerId="LiveId" clId="{C5F10212-6FD5-447A-97C3-09475C0E9547}" dt="2021-09-10T05:27:54.004" v="149" actId="47"/>
        <pc:sldMkLst>
          <pc:docMk/>
          <pc:sldMk cId="0" sldId="260"/>
        </pc:sldMkLst>
      </pc:sldChg>
      <pc:sldChg chg="del">
        <pc:chgData name="Brandt Redd" userId="be8ed540b98adac0" providerId="LiveId" clId="{C5F10212-6FD5-447A-97C3-09475C0E9547}" dt="2021-09-10T05:27:54.004" v="149" actId="47"/>
        <pc:sldMkLst>
          <pc:docMk/>
          <pc:sldMk cId="0" sldId="275"/>
        </pc:sldMkLst>
      </pc:sldChg>
      <pc:sldChg chg="del">
        <pc:chgData name="Brandt Redd" userId="be8ed540b98adac0" providerId="LiveId" clId="{C5F10212-6FD5-447A-97C3-09475C0E9547}" dt="2021-09-10T05:27:54.004" v="149" actId="47"/>
        <pc:sldMkLst>
          <pc:docMk/>
          <pc:sldMk cId="0" sldId="276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510177828" sldId="280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0" sldId="281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3328591311" sldId="282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734989303" sldId="283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0" sldId="284"/>
        </pc:sldMkLst>
      </pc:sldChg>
      <pc:sldChg chg="del">
        <pc:chgData name="Brandt Redd" userId="be8ed540b98adac0" providerId="LiveId" clId="{C5F10212-6FD5-447A-97C3-09475C0E9547}" dt="2021-09-10T02:55:21.075" v="111" actId="47"/>
        <pc:sldMkLst>
          <pc:docMk/>
          <pc:sldMk cId="0" sldId="286"/>
        </pc:sldMkLst>
      </pc:sldChg>
      <pc:sldChg chg="modSp mod">
        <pc:chgData name="Brandt Redd" userId="be8ed540b98adac0" providerId="LiveId" clId="{C5F10212-6FD5-447A-97C3-09475C0E9547}" dt="2021-09-10T02:32:49.851" v="110" actId="20577"/>
        <pc:sldMkLst>
          <pc:docMk/>
          <pc:sldMk cId="0" sldId="287"/>
        </pc:sldMkLst>
        <pc:spChg chg="mod">
          <ac:chgData name="Brandt Redd" userId="be8ed540b98adac0" providerId="LiveId" clId="{C5F10212-6FD5-447A-97C3-09475C0E9547}" dt="2021-09-10T02:32:49.851" v="110" actId="20577"/>
          <ac:spMkLst>
            <pc:docMk/>
            <pc:sldMk cId="0" sldId="287"/>
            <ac:spMk id="17410" creationId="{3BAF7A54-9D75-4552-BC9D-31D6592EAD71}"/>
          </ac:spMkLst>
        </pc:spChg>
      </pc:sldChg>
      <pc:sldChg chg="del">
        <pc:chgData name="Brandt Redd" userId="be8ed540b98adac0" providerId="LiveId" clId="{C5F10212-6FD5-447A-97C3-09475C0E9547}" dt="2021-09-10T05:31:37.465" v="150" actId="47"/>
        <pc:sldMkLst>
          <pc:docMk/>
          <pc:sldMk cId="2689171350" sldId="290"/>
        </pc:sldMkLst>
      </pc:sldChg>
      <pc:sldChg chg="del">
        <pc:chgData name="Brandt Redd" userId="be8ed540b98adac0" providerId="LiveId" clId="{C5F10212-6FD5-447A-97C3-09475C0E9547}" dt="2021-09-10T05:31:37.465" v="150" actId="47"/>
        <pc:sldMkLst>
          <pc:docMk/>
          <pc:sldMk cId="167334094" sldId="291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0" sldId="292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0" sldId="293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0" sldId="294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696575399" sldId="296"/>
        </pc:sldMkLst>
      </pc:sldChg>
      <pc:sldChg chg="del">
        <pc:chgData name="Brandt Redd" userId="be8ed540b98adac0" providerId="LiveId" clId="{C5F10212-6FD5-447A-97C3-09475C0E9547}" dt="2021-09-10T13:55:58.300" v="180" actId="47"/>
        <pc:sldMkLst>
          <pc:docMk/>
          <pc:sldMk cId="1748599924" sldId="297"/>
        </pc:sldMkLst>
      </pc:sldChg>
      <pc:sldChg chg="modSp mod">
        <pc:chgData name="Brandt Redd" userId="be8ed540b98adac0" providerId="LiveId" clId="{C5F10212-6FD5-447A-97C3-09475C0E9547}" dt="2021-09-10T02:32:15.156" v="108" actId="20577"/>
        <pc:sldMkLst>
          <pc:docMk/>
          <pc:sldMk cId="2816092041" sldId="298"/>
        </pc:sldMkLst>
        <pc:spChg chg="mod">
          <ac:chgData name="Brandt Redd" userId="be8ed540b98adac0" providerId="LiveId" clId="{C5F10212-6FD5-447A-97C3-09475C0E9547}" dt="2021-09-10T02:32:15.156" v="108" actId="20577"/>
          <ac:spMkLst>
            <pc:docMk/>
            <pc:sldMk cId="2816092041" sldId="298"/>
            <ac:spMk id="3" creationId="{8E7BB6BE-5629-4A39-B776-B6272F37C94F}"/>
          </ac:spMkLst>
        </pc:spChg>
      </pc:sldChg>
      <pc:sldChg chg="modSp mod">
        <pc:chgData name="Brandt Redd" userId="be8ed540b98adac0" providerId="LiveId" clId="{C5F10212-6FD5-447A-97C3-09475C0E9547}" dt="2021-09-10T13:56:16.480" v="182" actId="20577"/>
        <pc:sldMkLst>
          <pc:docMk/>
          <pc:sldMk cId="1590912884" sldId="299"/>
        </pc:sldMkLst>
        <pc:spChg chg="mod">
          <ac:chgData name="Brandt Redd" userId="be8ed540b98adac0" providerId="LiveId" clId="{C5F10212-6FD5-447A-97C3-09475C0E9547}" dt="2021-09-10T13:56:16.480" v="182" actId="20577"/>
          <ac:spMkLst>
            <pc:docMk/>
            <pc:sldMk cId="1590912884" sldId="299"/>
            <ac:spMk id="3" creationId="{F6F682DE-BEA4-47C6-AEE4-7742725D771A}"/>
          </ac:spMkLst>
        </pc:spChg>
      </pc:sldChg>
      <pc:sldChg chg="addSp delSp modSp new mod modClrScheme chgLayout">
        <pc:chgData name="Brandt Redd" userId="be8ed540b98adac0" providerId="LiveId" clId="{C5F10212-6FD5-447A-97C3-09475C0E9547}" dt="2021-09-10T05:27:31.825" v="148"/>
        <pc:sldMkLst>
          <pc:docMk/>
          <pc:sldMk cId="531571994" sldId="300"/>
        </pc:sldMkLst>
        <pc:spChg chg="del mod ord">
          <ac:chgData name="Brandt Redd" userId="be8ed540b98adac0" providerId="LiveId" clId="{C5F10212-6FD5-447A-97C3-09475C0E9547}" dt="2021-09-10T05:25:41.031" v="126" actId="700"/>
          <ac:spMkLst>
            <pc:docMk/>
            <pc:sldMk cId="531571994" sldId="300"/>
            <ac:spMk id="2" creationId="{59AE8328-1D54-4F22-9E8B-2BEE0F6ADD0D}"/>
          </ac:spMkLst>
        </pc:spChg>
        <pc:spChg chg="del mod ord">
          <ac:chgData name="Brandt Redd" userId="be8ed540b98adac0" providerId="LiveId" clId="{C5F10212-6FD5-447A-97C3-09475C0E9547}" dt="2021-09-10T05:25:41.031" v="126" actId="700"/>
          <ac:spMkLst>
            <pc:docMk/>
            <pc:sldMk cId="531571994" sldId="300"/>
            <ac:spMk id="3" creationId="{08857C37-4E63-4646-A71D-9CE6578AEB32}"/>
          </ac:spMkLst>
        </pc:spChg>
        <pc:spChg chg="add del mod ord">
          <ac:chgData name="Brandt Redd" userId="be8ed540b98adac0" providerId="LiveId" clId="{C5F10212-6FD5-447A-97C3-09475C0E9547}" dt="2021-09-10T05:25:51.785" v="127" actId="700"/>
          <ac:spMkLst>
            <pc:docMk/>
            <pc:sldMk cId="531571994" sldId="300"/>
            <ac:spMk id="4" creationId="{4F749A68-4811-4062-95DC-B532BD5ADDFC}"/>
          </ac:spMkLst>
        </pc:spChg>
        <pc:spChg chg="add del mod ord">
          <ac:chgData name="Brandt Redd" userId="be8ed540b98adac0" providerId="LiveId" clId="{C5F10212-6FD5-447A-97C3-09475C0E9547}" dt="2021-09-10T05:25:51.785" v="127" actId="700"/>
          <ac:spMkLst>
            <pc:docMk/>
            <pc:sldMk cId="531571994" sldId="300"/>
            <ac:spMk id="5" creationId="{581E8966-C517-4FB7-9113-6E5C1501AA0E}"/>
          </ac:spMkLst>
        </pc:spChg>
        <pc:spChg chg="add mod ord">
          <ac:chgData name="Brandt Redd" userId="be8ed540b98adac0" providerId="LiveId" clId="{C5F10212-6FD5-447A-97C3-09475C0E9547}" dt="2021-09-10T05:26:12.257" v="143" actId="700"/>
          <ac:spMkLst>
            <pc:docMk/>
            <pc:sldMk cId="531571994" sldId="300"/>
            <ac:spMk id="6" creationId="{B1AF4D27-0091-4A7A-A8D8-EEE7616EDC0C}"/>
          </ac:spMkLst>
        </pc:spChg>
        <pc:spChg chg="add mod ord">
          <ac:chgData name="Brandt Redd" userId="be8ed540b98adac0" providerId="LiveId" clId="{C5F10212-6FD5-447A-97C3-09475C0E9547}" dt="2021-09-10T05:27:09.795" v="147" actId="14100"/>
          <ac:spMkLst>
            <pc:docMk/>
            <pc:sldMk cId="531571994" sldId="300"/>
            <ac:spMk id="7" creationId="{A2332AB4-4B67-4409-A106-2E863B466B47}"/>
          </ac:spMkLst>
        </pc:spChg>
        <pc:picChg chg="add mod">
          <ac:chgData name="Brandt Redd" userId="be8ed540b98adac0" providerId="LiveId" clId="{C5F10212-6FD5-447A-97C3-09475C0E9547}" dt="2021-09-10T05:27:31.825" v="148"/>
          <ac:picMkLst>
            <pc:docMk/>
            <pc:sldMk cId="531571994" sldId="300"/>
            <ac:picMk id="8" creationId="{6D3B9CF9-1961-4348-83EC-02B2F0660DE8}"/>
          </ac:picMkLst>
        </pc:picChg>
      </pc:sldChg>
      <pc:sldChg chg="modSp add mod">
        <pc:chgData name="Brandt Redd" userId="be8ed540b98adac0" providerId="LiveId" clId="{C5F10212-6FD5-447A-97C3-09475C0E9547}" dt="2021-09-10T05:33:03.695" v="179" actId="14100"/>
        <pc:sldMkLst>
          <pc:docMk/>
          <pc:sldMk cId="2252223599" sldId="301"/>
        </pc:sldMkLst>
        <pc:spChg chg="mod">
          <ac:chgData name="Brandt Redd" userId="be8ed540b98adac0" providerId="LiveId" clId="{C5F10212-6FD5-447A-97C3-09475C0E9547}" dt="2021-09-10T05:31:52.811" v="157" actId="20577"/>
          <ac:spMkLst>
            <pc:docMk/>
            <pc:sldMk cId="2252223599" sldId="301"/>
            <ac:spMk id="6" creationId="{B1AF4D27-0091-4A7A-A8D8-EEE7616EDC0C}"/>
          </ac:spMkLst>
        </pc:spChg>
        <pc:spChg chg="mod">
          <ac:chgData name="Brandt Redd" userId="be8ed540b98adac0" providerId="LiveId" clId="{C5F10212-6FD5-447A-97C3-09475C0E9547}" dt="2021-09-10T05:33:03.695" v="179" actId="14100"/>
          <ac:spMkLst>
            <pc:docMk/>
            <pc:sldMk cId="2252223599" sldId="301"/>
            <ac:spMk id="7" creationId="{A2332AB4-4B67-4409-A106-2E863B466B47}"/>
          </ac:spMkLst>
        </pc:spChg>
      </pc:sldChg>
      <pc:sldChg chg="modSp new mod">
        <pc:chgData name="Brandt Redd" userId="be8ed540b98adac0" providerId="LiveId" clId="{C5F10212-6FD5-447A-97C3-09475C0E9547}" dt="2021-09-10T13:57:08.402" v="268" actId="20577"/>
        <pc:sldMkLst>
          <pc:docMk/>
          <pc:sldMk cId="3254243925" sldId="302"/>
        </pc:sldMkLst>
        <pc:spChg chg="mod">
          <ac:chgData name="Brandt Redd" userId="be8ed540b98adac0" providerId="LiveId" clId="{C5F10212-6FD5-447A-97C3-09475C0E9547}" dt="2021-09-10T13:56:46.762" v="190" actId="20577"/>
          <ac:spMkLst>
            <pc:docMk/>
            <pc:sldMk cId="3254243925" sldId="302"/>
            <ac:spMk id="2" creationId="{BFCDAC7E-2E3D-4670-B5AE-4EAE1612E7A7}"/>
          </ac:spMkLst>
        </pc:spChg>
        <pc:spChg chg="mod">
          <ac:chgData name="Brandt Redd" userId="be8ed540b98adac0" providerId="LiveId" clId="{C5F10212-6FD5-447A-97C3-09475C0E9547}" dt="2021-09-10T13:57:08.402" v="268" actId="20577"/>
          <ac:spMkLst>
            <pc:docMk/>
            <pc:sldMk cId="3254243925" sldId="302"/>
            <ac:spMk id="3" creationId="{C8000BCC-7295-4683-80C0-E0363A1F20AF}"/>
          </ac:spMkLst>
        </pc:spChg>
      </pc:sldChg>
    </pc:docChg>
  </pc:docChgLst>
  <pc:docChgLst>
    <pc:chgData name="Brandt Redd" userId="be8ed540b98adac0" providerId="LiveId" clId="{966FA539-B761-4132-8B91-4E2672594EF1}"/>
    <pc:docChg chg="undo custSel addSld modSld">
      <pc:chgData name="Brandt Redd" userId="be8ed540b98adac0" providerId="LiveId" clId="{966FA539-B761-4132-8B91-4E2672594EF1}" dt="2024-09-15T02:39:32.803" v="792" actId="1076"/>
      <pc:docMkLst>
        <pc:docMk/>
      </pc:docMkLst>
      <pc:sldChg chg="addSp delSp modSp new mod modClrScheme chgLayout">
        <pc:chgData name="Brandt Redd" userId="be8ed540b98adac0" providerId="LiveId" clId="{966FA539-B761-4132-8B91-4E2672594EF1}" dt="2024-09-15T02:39:32.803" v="792" actId="1076"/>
        <pc:sldMkLst>
          <pc:docMk/>
          <pc:sldMk cId="364231127" sldId="302"/>
        </pc:sldMkLst>
        <pc:spChg chg="del">
          <ac:chgData name="Brandt Redd" userId="be8ed540b98adac0" providerId="LiveId" clId="{966FA539-B761-4132-8B91-4E2672594EF1}" dt="2024-09-15T02:15:12.579" v="1" actId="700"/>
          <ac:spMkLst>
            <pc:docMk/>
            <pc:sldMk cId="364231127" sldId="302"/>
            <ac:spMk id="2" creationId="{104CE7E8-15FB-D08D-7E24-7C080B76FFF0}"/>
          </ac:spMkLst>
        </pc:spChg>
        <pc:spChg chg="del">
          <ac:chgData name="Brandt Redd" userId="be8ed540b98adac0" providerId="LiveId" clId="{966FA539-B761-4132-8B91-4E2672594EF1}" dt="2024-09-15T02:15:12.579" v="1" actId="700"/>
          <ac:spMkLst>
            <pc:docMk/>
            <pc:sldMk cId="364231127" sldId="302"/>
            <ac:spMk id="3" creationId="{4A40C1DA-4DD2-4659-B14A-347D4624F832}"/>
          </ac:spMkLst>
        </pc:spChg>
        <pc:spChg chg="add mod">
          <ac:chgData name="Brandt Redd" userId="be8ed540b98adac0" providerId="LiveId" clId="{966FA539-B761-4132-8B91-4E2672594EF1}" dt="2024-09-15T02:34:47.342" v="692" actId="1076"/>
          <ac:spMkLst>
            <pc:docMk/>
            <pc:sldMk cId="364231127" sldId="302"/>
            <ac:spMk id="4" creationId="{965A8640-0F4B-815E-A519-D30064B2BFFA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5" creationId="{1E76C12F-C80B-7C97-9696-C378CFA0884C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6" creationId="{6322D961-C015-C307-FA8D-6BF023059944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7" creationId="{935A70D1-0931-20EB-4CDA-EE71A57DDA4A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8" creationId="{B8F1FE3D-64C5-2097-A480-1DF032ED1B6F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9" creationId="{67C711EC-6BEB-51B3-7BA8-573689B6D7ED}"/>
          </ac:spMkLst>
        </pc:spChg>
        <pc:spChg chg="add mod">
          <ac:chgData name="Brandt Redd" userId="be8ed540b98adac0" providerId="LiveId" clId="{966FA539-B761-4132-8B91-4E2672594EF1}" dt="2024-09-15T02:39:32.803" v="792" actId="1076"/>
          <ac:spMkLst>
            <pc:docMk/>
            <pc:sldMk cId="364231127" sldId="302"/>
            <ac:spMk id="10" creationId="{2D379D86-57FD-14D6-C494-D9D706DEF21E}"/>
          </ac:spMkLst>
        </pc:spChg>
        <pc:spChg chg="add mod">
          <ac:chgData name="Brandt Redd" userId="be8ed540b98adac0" providerId="LiveId" clId="{966FA539-B761-4132-8B91-4E2672594EF1}" dt="2024-09-15T02:39:23.960" v="791" actId="1076"/>
          <ac:spMkLst>
            <pc:docMk/>
            <pc:sldMk cId="364231127" sldId="302"/>
            <ac:spMk id="11" creationId="{6314CC6B-8B74-1989-0461-AA16648C3493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12" creationId="{F7F18BAF-EA50-21ED-9E19-95F84F8255B3}"/>
          </ac:spMkLst>
        </pc:spChg>
        <pc:spChg chg="add del mod">
          <ac:chgData name="Brandt Redd" userId="be8ed540b98adac0" providerId="LiveId" clId="{966FA539-B761-4132-8B91-4E2672594EF1}" dt="2024-09-15T02:20:45.272" v="287" actId="478"/>
          <ac:spMkLst>
            <pc:docMk/>
            <pc:sldMk cId="364231127" sldId="302"/>
            <ac:spMk id="13" creationId="{09461F67-ABB0-5E34-69DF-1388A8AFBE7F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14" creationId="{F2486059-9A9E-4255-7F2D-6237EDA628C7}"/>
          </ac:spMkLst>
        </pc:spChg>
        <pc:spChg chg="add mod">
          <ac:chgData name="Brandt Redd" userId="be8ed540b98adac0" providerId="LiveId" clId="{966FA539-B761-4132-8B91-4E2672594EF1}" dt="2024-09-15T02:38:24.515" v="785" actId="20577"/>
          <ac:spMkLst>
            <pc:docMk/>
            <pc:sldMk cId="364231127" sldId="302"/>
            <ac:spMk id="15" creationId="{14DEB108-BDDC-D8EC-BB07-B67D8248B1ED}"/>
          </ac:spMkLst>
        </pc:spChg>
        <pc:spChg chg="add mod">
          <ac:chgData name="Brandt Redd" userId="be8ed540b98adac0" providerId="LiveId" clId="{966FA539-B761-4132-8B91-4E2672594EF1}" dt="2024-09-15T02:36:38.342" v="783" actId="1036"/>
          <ac:spMkLst>
            <pc:docMk/>
            <pc:sldMk cId="364231127" sldId="302"/>
            <ac:spMk id="16" creationId="{3F9A413E-00F2-1556-C089-C7DDCB4BADAC}"/>
          </ac:spMkLst>
        </pc:sp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18" creationId="{32DAD380-668C-ADCB-DDFC-ED72AA3B0498}"/>
          </ac:cxnSpMkLst>
        </pc:cxnChg>
        <pc:cxnChg chg="add del mod">
          <ac:chgData name="Brandt Redd" userId="be8ed540b98adac0" providerId="LiveId" clId="{966FA539-B761-4132-8B91-4E2672594EF1}" dt="2024-09-15T02:31:08.425" v="667" actId="478"/>
          <ac:cxnSpMkLst>
            <pc:docMk/>
            <pc:sldMk cId="364231127" sldId="302"/>
            <ac:cxnSpMk id="20" creationId="{6A19D3FD-12A6-4C78-02C0-DE8715417E65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22" creationId="{6FBBBF30-392E-E925-26AE-AB07193423AE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25" creationId="{8BB54877-F0CA-54EA-B4F4-3A2E342C3013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28" creationId="{59111593-5E63-083D-8044-35DB9E4AF616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30" creationId="{9FC83483-82AD-CB92-196D-629E8E1B7EE9}"/>
          </ac:cxnSpMkLst>
        </pc:cxnChg>
        <pc:cxnChg chg="add del mod">
          <ac:chgData name="Brandt Redd" userId="be8ed540b98adac0" providerId="LiveId" clId="{966FA539-B761-4132-8B91-4E2672594EF1}" dt="2024-09-15T02:36:07.625" v="742" actId="478"/>
          <ac:cxnSpMkLst>
            <pc:docMk/>
            <pc:sldMk cId="364231127" sldId="302"/>
            <ac:cxnSpMk id="32" creationId="{11A49D85-85EF-ADBF-1B8F-21C211337336}"/>
          </ac:cxnSpMkLst>
        </pc:cxnChg>
        <pc:cxnChg chg="add del mod">
          <ac:chgData name="Brandt Redd" userId="be8ed540b98adac0" providerId="LiveId" clId="{966FA539-B761-4132-8B91-4E2672594EF1}" dt="2024-09-15T02:36:20.514" v="760" actId="478"/>
          <ac:cxnSpMkLst>
            <pc:docMk/>
            <pc:sldMk cId="364231127" sldId="302"/>
            <ac:cxnSpMk id="34" creationId="{65D6E79E-C2CC-24B3-71EC-DA613560DACE}"/>
          </ac:cxnSpMkLst>
        </pc:cxnChg>
        <pc:cxnChg chg="add del mod">
          <ac:chgData name="Brandt Redd" userId="be8ed540b98adac0" providerId="LiveId" clId="{966FA539-B761-4132-8B91-4E2672594EF1}" dt="2024-09-15T02:36:07.625" v="742" actId="478"/>
          <ac:cxnSpMkLst>
            <pc:docMk/>
            <pc:sldMk cId="364231127" sldId="302"/>
            <ac:cxnSpMk id="36" creationId="{18BF99E5-0D46-B7C6-8FD8-6E52BBD7F865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39" creationId="{1F513DF6-8274-198D-DB15-C6CF5AAC1989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41" creationId="{D8E5957C-B105-3719-5AC8-29D6ECCA2EF4}"/>
          </ac:cxnSpMkLst>
        </pc:cxnChg>
        <pc:cxnChg chg="add mod">
          <ac:chgData name="Brandt Redd" userId="be8ed540b98adac0" providerId="LiveId" clId="{966FA539-B761-4132-8B91-4E2672594EF1}" dt="2024-09-15T02:39:23.960" v="791" actId="1076"/>
          <ac:cxnSpMkLst>
            <pc:docMk/>
            <pc:sldMk cId="364231127" sldId="302"/>
            <ac:cxnSpMk id="43" creationId="{BE9531DE-EE4D-BEC6-3F68-9931E1205C7E}"/>
          </ac:cxnSpMkLst>
        </pc:cxnChg>
        <pc:cxnChg chg="add mod">
          <ac:chgData name="Brandt Redd" userId="be8ed540b98adac0" providerId="LiveId" clId="{966FA539-B761-4132-8B91-4E2672594EF1}" dt="2024-09-15T02:39:32.803" v="792" actId="1076"/>
          <ac:cxnSpMkLst>
            <pc:docMk/>
            <pc:sldMk cId="364231127" sldId="302"/>
            <ac:cxnSpMk id="45" creationId="{634E83E2-7276-8DA9-1E6B-17694ABE87BA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47" creationId="{5EA7D1BB-46AA-843C-7C0A-03D4929DC837}"/>
          </ac:cxnSpMkLst>
        </pc:cxnChg>
        <pc:cxnChg chg="add mod">
          <ac:chgData name="Brandt Redd" userId="be8ed540b98adac0" providerId="LiveId" clId="{966FA539-B761-4132-8B91-4E2672594EF1}" dt="2024-09-15T02:39:23.960" v="791" actId="1076"/>
          <ac:cxnSpMkLst>
            <pc:docMk/>
            <pc:sldMk cId="364231127" sldId="302"/>
            <ac:cxnSpMk id="49" creationId="{E21288E2-6F53-68E6-DB67-ACB674B2AB60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51" creationId="{255680B6-E0F6-C97C-4119-7D12785E5E0F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53" creationId="{7630081E-AFFC-61C6-9820-6DE264728FE6}"/>
          </ac:cxnSpMkLst>
        </pc:cxnChg>
        <pc:cxnChg chg="add mod">
          <ac:chgData name="Brandt Redd" userId="be8ed540b98adac0" providerId="LiveId" clId="{966FA539-B761-4132-8B91-4E2672594EF1}" dt="2024-09-15T02:36:38.342" v="783" actId="1036"/>
          <ac:cxnSpMkLst>
            <pc:docMk/>
            <pc:sldMk cId="364231127" sldId="302"/>
            <ac:cxnSpMk id="55" creationId="{ABD19D9D-B2F3-DE80-AE1F-39125F9B2E5A}"/>
          </ac:cxnSpMkLst>
        </pc:cxnChg>
      </pc:sldChg>
    </pc:docChg>
  </pc:docChgLst>
  <pc:docChgLst>
    <pc:chgData name="Brandt Redd" userId="be8ed540b98adac0" providerId="LiveId" clId="{1129C325-BD78-4A14-A94D-3DF900C32043}"/>
    <pc:docChg chg="modSld">
      <pc:chgData name="Brandt Redd" userId="be8ed540b98adac0" providerId="LiveId" clId="{1129C325-BD78-4A14-A94D-3DF900C32043}" dt="2023-09-13T22:59:04.023" v="40" actId="6549"/>
      <pc:docMkLst>
        <pc:docMk/>
      </pc:docMkLst>
      <pc:sldChg chg="modSp mod">
        <pc:chgData name="Brandt Redd" userId="be8ed540b98adac0" providerId="LiveId" clId="{1129C325-BD78-4A14-A94D-3DF900C32043}" dt="2023-09-13T22:59:04.023" v="40" actId="6549"/>
        <pc:sldMkLst>
          <pc:docMk/>
          <pc:sldMk cId="531571994" sldId="300"/>
        </pc:sldMkLst>
        <pc:spChg chg="mod">
          <ac:chgData name="Brandt Redd" userId="be8ed540b98adac0" providerId="LiveId" clId="{1129C325-BD78-4A14-A94D-3DF900C32043}" dt="2023-09-13T22:59:04.023" v="40" actId="6549"/>
          <ac:spMkLst>
            <pc:docMk/>
            <pc:sldMk cId="531571994" sldId="300"/>
            <ac:spMk id="7" creationId="{A2332AB4-4B67-4409-A106-2E863B466B47}"/>
          </ac:spMkLst>
        </pc:spChg>
      </pc:sldChg>
      <pc:sldChg chg="modSp mod">
        <pc:chgData name="Brandt Redd" userId="be8ed540b98adac0" providerId="LiveId" clId="{1129C325-BD78-4A14-A94D-3DF900C32043}" dt="2023-09-13T22:58:40.255" v="35" actId="404"/>
        <pc:sldMkLst>
          <pc:docMk/>
          <pc:sldMk cId="2252223599" sldId="301"/>
        </pc:sldMkLst>
        <pc:spChg chg="mod">
          <ac:chgData name="Brandt Redd" userId="be8ed540b98adac0" providerId="LiveId" clId="{1129C325-BD78-4A14-A94D-3DF900C32043}" dt="2023-09-13T22:58:40.255" v="35" actId="404"/>
          <ac:spMkLst>
            <pc:docMk/>
            <pc:sldMk cId="2252223599" sldId="301"/>
            <ac:spMk id="7" creationId="{A2332AB4-4B67-4409-A106-2E863B466B47}"/>
          </ac:spMkLst>
        </pc:spChg>
      </pc:sldChg>
    </pc:docChg>
  </pc:docChgLst>
  <pc:docChgLst>
    <pc:chgData name="Brandt Redd" userId="be8ed540b98adac0" providerId="LiveId" clId="{4006A5E6-CFA0-488E-A2DC-ACDF188875EC}"/>
    <pc:docChg chg="custSel addSld modSld">
      <pc:chgData name="Brandt Redd" userId="be8ed540b98adac0" providerId="LiveId" clId="{4006A5E6-CFA0-488E-A2DC-ACDF188875EC}" dt="2020-09-11T13:59:13.854" v="458" actId="20577"/>
      <pc:docMkLst>
        <pc:docMk/>
      </pc:docMkLst>
      <pc:sldChg chg="modSp mod">
        <pc:chgData name="Brandt Redd" userId="be8ed540b98adac0" providerId="LiveId" clId="{4006A5E6-CFA0-488E-A2DC-ACDF188875EC}" dt="2020-09-09T21:32:12.730" v="136" actId="14100"/>
        <pc:sldMkLst>
          <pc:docMk/>
          <pc:sldMk cId="1748599924" sldId="297"/>
        </pc:sldMkLst>
        <pc:spChg chg="mod">
          <ac:chgData name="Brandt Redd" userId="be8ed540b98adac0" providerId="LiveId" clId="{4006A5E6-CFA0-488E-A2DC-ACDF188875EC}" dt="2020-09-09T21:32:12.730" v="136" actId="14100"/>
          <ac:spMkLst>
            <pc:docMk/>
            <pc:sldMk cId="1748599924" sldId="297"/>
            <ac:spMk id="9" creationId="{03F6DBC7-9EF4-4BEC-94D3-65C6152C02C3}"/>
          </ac:spMkLst>
        </pc:spChg>
      </pc:sldChg>
      <pc:sldChg chg="modSp new mod">
        <pc:chgData name="Brandt Redd" userId="be8ed540b98adac0" providerId="LiveId" clId="{4006A5E6-CFA0-488E-A2DC-ACDF188875EC}" dt="2020-09-11T13:59:13.854" v="458" actId="20577"/>
        <pc:sldMkLst>
          <pc:docMk/>
          <pc:sldMk cId="2816092041" sldId="298"/>
        </pc:sldMkLst>
        <pc:spChg chg="mod">
          <ac:chgData name="Brandt Redd" userId="be8ed540b98adac0" providerId="LiveId" clId="{4006A5E6-CFA0-488E-A2DC-ACDF188875EC}" dt="2020-09-11T13:55:40.521" v="150" actId="20577"/>
          <ac:spMkLst>
            <pc:docMk/>
            <pc:sldMk cId="2816092041" sldId="298"/>
            <ac:spMk id="2" creationId="{7D5C1194-7425-4BDE-85FF-2810018E905E}"/>
          </ac:spMkLst>
        </pc:spChg>
        <pc:spChg chg="mod">
          <ac:chgData name="Brandt Redd" userId="be8ed540b98adac0" providerId="LiveId" clId="{4006A5E6-CFA0-488E-A2DC-ACDF188875EC}" dt="2020-09-11T13:59:13.854" v="458" actId="20577"/>
          <ac:spMkLst>
            <pc:docMk/>
            <pc:sldMk cId="2816092041" sldId="298"/>
            <ac:spMk id="3" creationId="{8E7BB6BE-5629-4A39-B776-B6272F37C94F}"/>
          </ac:spMkLst>
        </pc:spChg>
      </pc:sldChg>
    </pc:docChg>
  </pc:docChgLst>
  <pc:docChgLst>
    <pc:chgData name="Brandt Redd" userId="be8ed540b98adac0" providerId="LiveId" clId="{6401330F-F439-41C2-BF19-0B748D0F096D}"/>
    <pc:docChg chg="custSel addSld delSld modSld">
      <pc:chgData name="Brandt Redd" userId="be8ed540b98adac0" providerId="LiveId" clId="{6401330F-F439-41C2-BF19-0B748D0F096D}" dt="2021-01-22T15:21:36.337" v="586" actId="20577"/>
      <pc:docMkLst>
        <pc:docMk/>
      </pc:docMkLst>
      <pc:sldChg chg="addSp modSp mod chgLayout">
        <pc:chgData name="Brandt Redd" userId="be8ed540b98adac0" providerId="LiveId" clId="{6401330F-F439-41C2-BF19-0B748D0F096D}" dt="2021-01-22T03:00:32.161" v="30" actId="20577"/>
        <pc:sldMkLst>
          <pc:docMk/>
          <pc:sldMk cId="0" sldId="256"/>
        </pc:sldMkLst>
        <pc:spChg chg="add mod ord">
          <ac:chgData name="Brandt Redd" userId="be8ed540b98adac0" providerId="LiveId" clId="{6401330F-F439-41C2-BF19-0B748D0F096D}" dt="2021-01-22T03:00:32.161" v="30" actId="20577"/>
          <ac:spMkLst>
            <pc:docMk/>
            <pc:sldMk cId="0" sldId="256"/>
            <ac:spMk id="2" creationId="{64A35DAB-A7F8-4E18-B3BF-F4D1DD6DACD9}"/>
          </ac:spMkLst>
        </pc:spChg>
        <pc:spChg chg="mod ord">
          <ac:chgData name="Brandt Redd" userId="be8ed540b98adac0" providerId="LiveId" clId="{6401330F-F439-41C2-BF19-0B748D0F096D}" dt="2021-01-22T03:00:09.370" v="13" actId="14100"/>
          <ac:spMkLst>
            <pc:docMk/>
            <pc:sldMk cId="0" sldId="256"/>
            <ac:spMk id="15361" creationId="{FDCDF4E2-05DF-4B9E-9167-B26865F7E953}"/>
          </ac:spMkLst>
        </pc:spChg>
      </pc:sldChg>
      <pc:sldChg chg="modSp mod">
        <pc:chgData name="Brandt Redd" userId="be8ed540b98adac0" providerId="LiveId" clId="{6401330F-F439-41C2-BF19-0B748D0F096D}" dt="2021-01-22T03:01:59.732" v="80" actId="20577"/>
        <pc:sldMkLst>
          <pc:docMk/>
          <pc:sldMk cId="0" sldId="273"/>
        </pc:sldMkLst>
        <pc:spChg chg="mod">
          <ac:chgData name="Brandt Redd" userId="be8ed540b98adac0" providerId="LiveId" clId="{6401330F-F439-41C2-BF19-0B748D0F096D}" dt="2021-01-22T03:01:59.732" v="80" actId="20577"/>
          <ac:spMkLst>
            <pc:docMk/>
            <pc:sldMk cId="0" sldId="273"/>
            <ac:spMk id="18434" creationId="{769F95A3-F4F2-4082-9AB6-D2385A3028D7}"/>
          </ac:spMkLst>
        </pc:spChg>
      </pc:sldChg>
      <pc:sldChg chg="del">
        <pc:chgData name="Brandt Redd" userId="be8ed540b98adac0" providerId="LiveId" clId="{6401330F-F439-41C2-BF19-0B748D0F096D}" dt="2021-01-22T14:41:19.676" v="502" actId="47"/>
        <pc:sldMkLst>
          <pc:docMk/>
          <pc:sldMk cId="0" sldId="274"/>
        </pc:sldMkLst>
      </pc:sldChg>
      <pc:sldChg chg="del">
        <pc:chgData name="Brandt Redd" userId="be8ed540b98adac0" providerId="LiveId" clId="{6401330F-F439-41C2-BF19-0B748D0F096D}" dt="2021-01-22T14:42:59.525" v="505" actId="2696"/>
        <pc:sldMkLst>
          <pc:docMk/>
          <pc:sldMk cId="510177828" sldId="280"/>
        </pc:sldMkLst>
      </pc:sldChg>
      <pc:sldChg chg="del">
        <pc:chgData name="Brandt Redd" userId="be8ed540b98adac0" providerId="LiveId" clId="{6401330F-F439-41C2-BF19-0B748D0F096D}" dt="2021-01-22T14:42:59.525" v="505" actId="2696"/>
        <pc:sldMkLst>
          <pc:docMk/>
          <pc:sldMk cId="3328591311" sldId="282"/>
        </pc:sldMkLst>
      </pc:sldChg>
      <pc:sldChg chg="del">
        <pc:chgData name="Brandt Redd" userId="be8ed540b98adac0" providerId="LiveId" clId="{6401330F-F439-41C2-BF19-0B748D0F096D}" dt="2021-01-22T14:42:59.525" v="505" actId="2696"/>
        <pc:sldMkLst>
          <pc:docMk/>
          <pc:sldMk cId="734989303" sldId="283"/>
        </pc:sldMkLst>
      </pc:sldChg>
      <pc:sldChg chg="add">
        <pc:chgData name="Brandt Redd" userId="be8ed540b98adac0" providerId="LiveId" clId="{6401330F-F439-41C2-BF19-0B748D0F096D}" dt="2021-01-22T14:42:34.665" v="504"/>
        <pc:sldMkLst>
          <pc:docMk/>
          <pc:sldMk cId="3715781411" sldId="288"/>
        </pc:sldMkLst>
      </pc:sldChg>
      <pc:sldChg chg="add">
        <pc:chgData name="Brandt Redd" userId="be8ed540b98adac0" providerId="LiveId" clId="{6401330F-F439-41C2-BF19-0B748D0F096D}" dt="2021-01-22T14:42:34.665" v="504"/>
        <pc:sldMkLst>
          <pc:docMk/>
          <pc:sldMk cId="1308240884" sldId="289"/>
        </pc:sldMkLst>
      </pc:sldChg>
      <pc:sldChg chg="modSp add mod">
        <pc:chgData name="Brandt Redd" userId="be8ed540b98adac0" providerId="LiveId" clId="{6401330F-F439-41C2-BF19-0B748D0F096D}" dt="2021-01-22T15:21:36.337" v="586" actId="20577"/>
        <pc:sldMkLst>
          <pc:docMk/>
          <pc:sldMk cId="2689171350" sldId="290"/>
        </pc:sldMkLst>
        <pc:spChg chg="mod">
          <ac:chgData name="Brandt Redd" userId="be8ed540b98adac0" providerId="LiveId" clId="{6401330F-F439-41C2-BF19-0B748D0F096D}" dt="2021-01-22T15:21:36.337" v="586" actId="20577"/>
          <ac:spMkLst>
            <pc:docMk/>
            <pc:sldMk cId="2689171350" sldId="290"/>
            <ac:spMk id="39938" creationId="{D1E191AF-C198-42F8-B136-4612658A8D00}"/>
          </ac:spMkLst>
        </pc:spChg>
      </pc:sldChg>
      <pc:sldChg chg="del">
        <pc:chgData name="Brandt Redd" userId="be8ed540b98adac0" providerId="LiveId" clId="{6401330F-F439-41C2-BF19-0B748D0F096D}" dt="2021-01-22T14:42:28.971" v="503" actId="2696"/>
        <pc:sldMkLst>
          <pc:docMk/>
          <pc:sldMk cId="167334094" sldId="291"/>
        </pc:sldMkLst>
      </pc:sldChg>
      <pc:sldChg chg="add">
        <pc:chgData name="Brandt Redd" userId="be8ed540b98adac0" providerId="LiveId" clId="{6401330F-F439-41C2-BF19-0B748D0F096D}" dt="2021-01-22T14:43:11.083" v="506"/>
        <pc:sldMkLst>
          <pc:docMk/>
          <pc:sldMk cId="696575399" sldId="296"/>
        </pc:sldMkLst>
      </pc:sldChg>
      <pc:sldChg chg="modSp mod">
        <pc:chgData name="Brandt Redd" userId="be8ed540b98adac0" providerId="LiveId" clId="{6401330F-F439-41C2-BF19-0B748D0F096D}" dt="2021-01-22T03:01:06.151" v="71" actId="20577"/>
        <pc:sldMkLst>
          <pc:docMk/>
          <pc:sldMk cId="2816092041" sldId="298"/>
        </pc:sldMkLst>
        <pc:spChg chg="mod">
          <ac:chgData name="Brandt Redd" userId="be8ed540b98adac0" providerId="LiveId" clId="{6401330F-F439-41C2-BF19-0B748D0F096D}" dt="2021-01-22T03:01:06.151" v="71" actId="20577"/>
          <ac:spMkLst>
            <pc:docMk/>
            <pc:sldMk cId="2816092041" sldId="298"/>
            <ac:spMk id="3" creationId="{8E7BB6BE-5629-4A39-B776-B6272F37C94F}"/>
          </ac:spMkLst>
        </pc:spChg>
      </pc:sldChg>
      <pc:sldChg chg="new del">
        <pc:chgData name="Brandt Redd" userId="be8ed540b98adac0" providerId="LiveId" clId="{6401330F-F439-41C2-BF19-0B748D0F096D}" dt="2021-01-22T02:59:40.126" v="11" actId="2696"/>
        <pc:sldMkLst>
          <pc:docMk/>
          <pc:sldMk cId="410580231" sldId="299"/>
        </pc:sldMkLst>
      </pc:sldChg>
      <pc:sldChg chg="modSp new mod">
        <pc:chgData name="Brandt Redd" userId="be8ed540b98adac0" providerId="LiveId" clId="{6401330F-F439-41C2-BF19-0B748D0F096D}" dt="2021-01-22T14:44:40.922" v="582" actId="404"/>
        <pc:sldMkLst>
          <pc:docMk/>
          <pc:sldMk cId="1590912884" sldId="299"/>
        </pc:sldMkLst>
        <pc:spChg chg="mod">
          <ac:chgData name="Brandt Redd" userId="be8ed540b98adac0" providerId="LiveId" clId="{6401330F-F439-41C2-BF19-0B748D0F096D}" dt="2021-01-22T03:10:07.168" v="104" actId="14100"/>
          <ac:spMkLst>
            <pc:docMk/>
            <pc:sldMk cId="1590912884" sldId="299"/>
            <ac:spMk id="2" creationId="{4D4A4D05-C7CF-4E33-A548-C288557E3BA1}"/>
          </ac:spMkLst>
        </pc:spChg>
        <pc:spChg chg="mod">
          <ac:chgData name="Brandt Redd" userId="be8ed540b98adac0" providerId="LiveId" clId="{6401330F-F439-41C2-BF19-0B748D0F096D}" dt="2021-01-22T14:44:40.922" v="582" actId="404"/>
          <ac:spMkLst>
            <pc:docMk/>
            <pc:sldMk cId="1590912884" sldId="299"/>
            <ac:spMk id="3" creationId="{F6F682DE-BEA4-47C6-AEE4-7742725D771A}"/>
          </ac:spMkLst>
        </pc:spChg>
      </pc:sldChg>
    </pc:docChg>
  </pc:docChgLst>
  <pc:docChgLst>
    <pc:chgData name="Brandt Redd" userId="be8ed540b98adac0" providerId="LiveId" clId="{7FEBDE67-A0BF-4200-8765-606E89071496}"/>
    <pc:docChg chg="delSld">
      <pc:chgData name="Brandt Redd" userId="be8ed540b98adac0" providerId="LiveId" clId="{7FEBDE67-A0BF-4200-8765-606E89071496}" dt="2021-12-23T16:05:29.552" v="0" actId="47"/>
      <pc:docMkLst>
        <pc:docMk/>
      </pc:docMkLst>
      <pc:sldChg chg="del">
        <pc:chgData name="Brandt Redd" userId="be8ed540b98adac0" providerId="LiveId" clId="{7FEBDE67-A0BF-4200-8765-606E89071496}" dt="2021-12-23T16:05:29.552" v="0" actId="47"/>
        <pc:sldMkLst>
          <pc:docMk/>
          <pc:sldMk cId="2816092041" sldId="298"/>
        </pc:sldMkLst>
      </pc:sldChg>
    </pc:docChg>
  </pc:docChgLst>
  <pc:docChgLst>
    <pc:chgData name="Brandt Redd" userId="be8ed540b98adac0" providerId="LiveId" clId="{E6A86402-7F6D-4820-95F1-C2E747DE3DCC}"/>
    <pc:docChg chg="delSld">
      <pc:chgData name="Brandt Redd" userId="be8ed540b98adac0" providerId="LiveId" clId="{E6A86402-7F6D-4820-95F1-C2E747DE3DCC}" dt="2022-01-12T05:05:44.295" v="0" actId="47"/>
      <pc:docMkLst>
        <pc:docMk/>
      </pc:docMkLst>
      <pc:sldChg chg="del">
        <pc:chgData name="Brandt Redd" userId="be8ed540b98adac0" providerId="LiveId" clId="{E6A86402-7F6D-4820-95F1-C2E747DE3DCC}" dt="2022-01-12T05:05:44.295" v="0" actId="47"/>
        <pc:sldMkLst>
          <pc:docMk/>
          <pc:sldMk cId="3254243925" sldId="302"/>
        </pc:sldMkLst>
      </pc:sldChg>
    </pc:docChg>
  </pc:docChgLst>
  <pc:docChgLst>
    <pc:chgData name="Brandt Redd" userId="be8ed540b98adac0" providerId="LiveId" clId="{A46E5C27-B481-42BE-AF65-3AFDA14DE7A3}"/>
    <pc:docChg chg="undo custSel addSld modSld">
      <pc:chgData name="Brandt Redd" userId="be8ed540b98adac0" providerId="LiveId" clId="{A46E5C27-B481-42BE-AF65-3AFDA14DE7A3}" dt="2020-09-09T19:01:35.462" v="105" actId="700"/>
      <pc:docMkLst>
        <pc:docMk/>
      </pc:docMkLst>
      <pc:sldChg chg="modSp mod">
        <pc:chgData name="Brandt Redd" userId="be8ed540b98adac0" providerId="LiveId" clId="{A46E5C27-B481-42BE-AF65-3AFDA14DE7A3}" dt="2020-09-09T18:51:51.924" v="82" actId="20577"/>
        <pc:sldMkLst>
          <pc:docMk/>
          <pc:sldMk cId="0" sldId="260"/>
        </pc:sldMkLst>
        <pc:spChg chg="mod">
          <ac:chgData name="Brandt Redd" userId="be8ed540b98adac0" providerId="LiveId" clId="{A46E5C27-B481-42BE-AF65-3AFDA14DE7A3}" dt="2020-09-09T18:51:51.924" v="82" actId="20577"/>
          <ac:spMkLst>
            <pc:docMk/>
            <pc:sldMk cId="0" sldId="260"/>
            <ac:spMk id="28674" creationId="{17D6EA84-5BD8-4026-B542-23F27CC55F73}"/>
          </ac:spMkLst>
        </pc:spChg>
      </pc:sldChg>
      <pc:sldChg chg="addSp delSp modSp new mod modClrScheme chgLayout">
        <pc:chgData name="Brandt Redd" userId="be8ed540b98adac0" providerId="LiveId" clId="{A46E5C27-B481-42BE-AF65-3AFDA14DE7A3}" dt="2020-09-09T19:01:35.462" v="105" actId="700"/>
        <pc:sldMkLst>
          <pc:docMk/>
          <pc:sldMk cId="1748599924" sldId="297"/>
        </pc:sldMkLst>
        <pc:spChg chg="del mod ord">
          <ac:chgData name="Brandt Redd" userId="be8ed540b98adac0" providerId="LiveId" clId="{A46E5C27-B481-42BE-AF65-3AFDA14DE7A3}" dt="2020-09-09T19:01:12.632" v="84" actId="700"/>
          <ac:spMkLst>
            <pc:docMk/>
            <pc:sldMk cId="1748599924" sldId="297"/>
            <ac:spMk id="2" creationId="{B5264D74-982C-428B-8C5B-DBFC9B491964}"/>
          </ac:spMkLst>
        </pc:spChg>
        <pc:spChg chg="del mod ord">
          <ac:chgData name="Brandt Redd" userId="be8ed540b98adac0" providerId="LiveId" clId="{A46E5C27-B481-42BE-AF65-3AFDA14DE7A3}" dt="2020-09-09T19:01:12.632" v="84" actId="700"/>
          <ac:spMkLst>
            <pc:docMk/>
            <pc:sldMk cId="1748599924" sldId="297"/>
            <ac:spMk id="3" creationId="{63B6ECCA-6E99-4192-BCD8-EC3E53D2E8F5}"/>
          </ac:spMkLst>
        </pc:spChg>
        <pc:spChg chg="add del mod ord">
          <ac:chgData name="Brandt Redd" userId="be8ed540b98adac0" providerId="LiveId" clId="{A46E5C27-B481-42BE-AF65-3AFDA14DE7A3}" dt="2020-09-09T19:01:17.548" v="85" actId="700"/>
          <ac:spMkLst>
            <pc:docMk/>
            <pc:sldMk cId="1748599924" sldId="297"/>
            <ac:spMk id="4" creationId="{D82813DA-05E0-4424-A671-EA9F44CCCF66}"/>
          </ac:spMkLst>
        </pc:spChg>
        <pc:spChg chg="add del mod ord">
          <ac:chgData name="Brandt Redd" userId="be8ed540b98adac0" providerId="LiveId" clId="{A46E5C27-B481-42BE-AF65-3AFDA14DE7A3}" dt="2020-09-09T19:01:17.548" v="85" actId="700"/>
          <ac:spMkLst>
            <pc:docMk/>
            <pc:sldMk cId="1748599924" sldId="297"/>
            <ac:spMk id="5" creationId="{952530AF-24FB-461C-B057-67A5316D1F3B}"/>
          </ac:spMkLst>
        </pc:spChg>
        <pc:spChg chg="add del mod ord">
          <ac:chgData name="Brandt Redd" userId="be8ed540b98adac0" providerId="LiveId" clId="{A46E5C27-B481-42BE-AF65-3AFDA14DE7A3}" dt="2020-09-09T19:01:21.019" v="86" actId="700"/>
          <ac:spMkLst>
            <pc:docMk/>
            <pc:sldMk cId="1748599924" sldId="297"/>
            <ac:spMk id="6" creationId="{3B2DFA9C-E438-4211-A2E9-8C5BD7D1983C}"/>
          </ac:spMkLst>
        </pc:spChg>
        <pc:spChg chg="add del mod ord">
          <ac:chgData name="Brandt Redd" userId="be8ed540b98adac0" providerId="LiveId" clId="{A46E5C27-B481-42BE-AF65-3AFDA14DE7A3}" dt="2020-09-09T19:01:21.019" v="86" actId="700"/>
          <ac:spMkLst>
            <pc:docMk/>
            <pc:sldMk cId="1748599924" sldId="297"/>
            <ac:spMk id="7" creationId="{D5F94612-69F1-437C-85B7-ACDF30A9A9A9}"/>
          </ac:spMkLst>
        </pc:spChg>
        <pc:spChg chg="add mod ord">
          <ac:chgData name="Brandt Redd" userId="be8ed540b98adac0" providerId="LiveId" clId="{A46E5C27-B481-42BE-AF65-3AFDA14DE7A3}" dt="2020-09-09T19:01:35.462" v="105" actId="700"/>
          <ac:spMkLst>
            <pc:docMk/>
            <pc:sldMk cId="1748599924" sldId="297"/>
            <ac:spMk id="8" creationId="{49F101C9-9F3F-4525-8C65-6B200BEB10CD}"/>
          </ac:spMkLst>
        </pc:spChg>
        <pc:spChg chg="add mod ord">
          <ac:chgData name="Brandt Redd" userId="be8ed540b98adac0" providerId="LiveId" clId="{A46E5C27-B481-42BE-AF65-3AFDA14DE7A3}" dt="2020-09-09T19:01:35.462" v="105" actId="700"/>
          <ac:spMkLst>
            <pc:docMk/>
            <pc:sldMk cId="1748599924" sldId="297"/>
            <ac:spMk id="9" creationId="{03F6DBC7-9EF4-4BEC-94D3-65C6152C02C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FDE922-6564-D147-B6F5-7F05037D29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DAD6B-4606-6F49-82BF-7DF06890AA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4BF7DDA-EB63-40C2-A670-E6D093CECDF4}" type="datetimeFigureOut">
              <a:rPr lang="en-US"/>
              <a:pPr>
                <a:defRPr/>
              </a:pPr>
              <a:t>2024-09-14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1D49D-00AB-DB41-9F21-B04EAADC9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CBCFD-0029-E44A-8131-53DE39CBCD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D5400E-3AB1-4AAA-A616-B73BFE61CA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B99AA5F-9E89-714C-AFAB-14972152CF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E77277C-D033-BB4C-9B9A-A88AE431AF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29940931-3A84-4180-8127-BCBC06CA3849}" type="datetimeFigureOut">
              <a:rPr lang="en-US" altLang="en-US"/>
              <a:pPr>
                <a:defRPr/>
              </a:pPr>
              <a:t>2024-09-14</a:t>
            </a:fld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EABA409-E14B-48A3-ACCE-644CCABC05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DCEF6AB-C870-C144-8519-30A439B562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CC1C1CE-F49B-914C-AA15-34772890EB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51BE6447-70E6-A847-BF7A-6C0DCF8D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D74452-2863-4F8A-A81E-0871E5ED6F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2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922DCAB-ED25-4863-B829-9E3E1F9FEE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9D5CB23-5D42-7047-8283-6E0BA2C17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/>
            <a:ext uri="{AF507438-7753-43e0-B8FC-AC1667EBCBE1}"/>
          </a:extLst>
        </p:spPr>
        <p:txBody>
          <a:bodyPr/>
          <a:lstStyle/>
          <a:p>
            <a:pPr eaLnBrk="1" hangingPunct="1">
              <a:defRPr/>
            </a:pPr>
            <a:endParaRPr lang="en-US">
              <a:latin typeface="Calibri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5218E4E-6B9A-4FCF-B23B-3FC95C4F6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1674C95F-A9E7-48C6-B3DF-5516950DD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ja-JP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latin typeface="Calibri" panose="020F0502020204030204" pitchFamily="34" charset="0"/>
                <a:ea typeface="ＭＳ Ｐゴシック" panose="020B0600070205080204" pitchFamily="34" charset="-128"/>
              </a:rPr>
              <a:t>With the Document Object Model, programmers can build documents, navigate their structure, and add, modify, or delete elements and content.</a:t>
            </a:r>
            <a:r>
              <a:rPr lang="ja-JP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ja-JP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latin typeface="Calibri" panose="020F0502020204030204" pitchFamily="34" charset="0"/>
                <a:ea typeface="ＭＳ Ｐゴシック" panose="020B0600070205080204" pitchFamily="34" charset="-128"/>
              </a:rPr>
              <a:t>The HTML DOM is a standard for how to get, change, add, or delete HTML elements.</a:t>
            </a:r>
            <a:r>
              <a:rPr lang="ja-JP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latin typeface="Calibri" panose="020F0502020204030204" pitchFamily="34" charset="0"/>
                <a:ea typeface="ＭＳ Ｐゴシック" panose="020B0600070205080204" pitchFamily="34" charset="-128"/>
              </a:rPr>
              <a:t> - http://www.w3schools.com/htmldom/dom_intro.asp 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In an effort to create increasingly interactive experiences on the web, programmers wanted access to the functionality of browsers directly.</a:t>
            </a:r>
          </a:p>
          <a:p>
            <a:pPr>
              <a:lnSpc>
                <a:spcPct val="90000"/>
              </a:lnSpc>
            </a:pPr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But…initially each browser developed its own </a:t>
            </a:r>
            <a:r>
              <a:rPr lang="en-US" altLang="en-US">
                <a:solidFill>
                  <a:schemeClr val="accent2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Application Programming Interface (API)</a:t>
            </a:r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 and they were not compatible making cross-browser development problematic.</a:t>
            </a:r>
          </a:p>
          <a:p>
            <a:pPr>
              <a:lnSpc>
                <a:spcPct val="90000"/>
              </a:lnSpc>
            </a:pPr>
            <a:endParaRPr lang="en-US" altLang="en-US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W3C helped gain a consensus on a common API for dynamically accessing and updating web documents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74452-2863-4F8A-A81E-0871E5ED6F56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9069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67B4A360-1C07-4657-A38B-FD73113A4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8AC11202-92DD-40D2-9B97-E7C4E6CD3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>
                <a:latin typeface="Calibri" panose="020F0502020204030204" pitchFamily="34" charset="0"/>
                <a:ea typeface="ＭＳ Ｐゴシック" panose="020B0600070205080204" pitchFamily="34" charset="-128"/>
              </a:rPr>
              <a:t>Note: as discussed on the next slide, the Event Registration example shown here is no longer recommended. I use it here because it is obvious what it is doing – i.e., connecting the DOM element to the event to the event handler.</a:t>
            </a: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E9EA5921-B51A-405D-9129-3F56A92A7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9081E6-9D74-4F3F-BC17-B81999342D9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1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74452-2863-4F8A-A81E-0871E5ED6F56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4774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367D0A-7115-4A4E-A737-8883F74520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689383-C044-4C1E-93AA-8EE1A84B19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912898-D19A-4DAB-824B-6E51F07D94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6A881-B634-453C-B09A-B5B82D8949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0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32EEE5-9045-445C-A3E4-CCD4CD8C9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AD4ABC-76EE-4A94-9D3D-93AE148280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C05F74-433D-45EA-8BFA-B7C6273E2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B1E61B-8A1C-43EE-9BD0-CCEB310145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19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446AEB-38C6-46B4-9CA6-F30BD95E2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E468DE-C875-42B4-B294-9208D65963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632421-73E1-4EC2-B364-E31FA76E0A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0B27E-58D0-4382-989D-5B8B852A50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96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CB38F9-F9A8-4BE6-BCC5-997744A112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A06AF-C0C6-428F-9B5C-28CC3D07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8EE26-D0B0-45A3-9751-774EE010D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B62C5-031D-49F9-BDBD-1A72A7C9D2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82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0EB766-7FA5-4AB9-97AF-5F9E4EA16D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A43733D-73B6-4A16-B136-14A837182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859B75-1587-4CBC-A252-1F840133A8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40F4E5-7AD0-4293-8A3C-5D95CF355C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27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CE4766-DF63-4837-BC73-7F9D049E23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374C93-C3F1-4366-BD15-3157E2FFC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EB6243-157C-43D2-89A7-F5D0B1449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CEFABA-7F96-48F9-A8E9-80089C31B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311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932119-42C3-4472-AB62-AD2401D46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41FC5E-293F-4AD5-A56A-B68564A8F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081BE2-1BA8-40A1-9FE9-9B9344B722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9C80F0-0035-4DDC-8627-4C0C7363A8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40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7B631-9C99-4E7F-A186-6AEE020C6D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35DEF2-8328-4F6F-B481-C5EFCC602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9B450F-7296-4E0E-9654-744D38E056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D26774-8A4A-4982-A450-9BBC2033A4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3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CDCA60-0DF5-4A99-9EE6-CDC5CA07F1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5A1E4-756E-41D8-A3F1-78F9254A5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4EC73-C4A1-4FE6-92E7-DCA6063299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08FFC-CD5F-4FB1-94C0-C55A5DC626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93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880643-85FC-434D-9754-8C6B9C14D0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6E19EF-2E7A-4748-84DD-A8F19F356C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26C257-3858-4285-889D-5FF9DD0A2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D4B59-497F-40B3-9E1D-C850CDCDBF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95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CD8F06-2BF2-440C-A74C-F2BAE843A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F315A0-23B0-485C-A03D-1F2978A40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2C594E-D389-40B0-B18D-36EE42B45B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F5EA9-7847-4909-AB6E-929E0C72A9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3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A3496D-AB4E-4145-95D7-12B721D59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E216B4-E32A-4DF1-A647-ECB8A5721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98B48C-6A7A-7E42-A92B-367EEFC03F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633BE5-F9A5-504E-9A0B-93CE77EE92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B3E5B0-A51E-2F4B-9471-0DA17CBA0D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983D7B3-072D-45DF-B7AC-9F203FCB2F9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om.spec.whatwg.o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DOM/DOM_Referenc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yu-itc-210.github.io/walkthrough/JsAndD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yu-itc-210.github.io/walkthrough/JsDomEven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DCDF4E2-05DF-4B9E-9167-B26865F7E9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685801"/>
            <a:ext cx="8382000" cy="291465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ea typeface="ＭＳ Ｐゴシック" panose="020B0600070205080204" pitchFamily="34" charset="-128"/>
              </a:rPr>
              <a:t>Document Object Model (DOM),</a:t>
            </a:r>
            <a:br>
              <a:rPr lang="en-US" altLang="en-US" sz="4000" dirty="0">
                <a:ea typeface="ＭＳ Ｐゴシック" panose="020B0600070205080204" pitchFamily="34" charset="-128"/>
              </a:rPr>
            </a:br>
            <a:r>
              <a:rPr lang="en-US" altLang="en-US" sz="4000" dirty="0">
                <a:ea typeface="ＭＳ Ｐゴシック" panose="020B0600070205080204" pitchFamily="34" charset="-128"/>
              </a:rPr>
              <a:t>and Event Handling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4A35DAB-A7F8-4E18-B3BF-F4D1DD6DA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210A - S05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9BEAE6B-DA21-452B-83C9-5904692E2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Need for Dynamic Content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BAF7A54-9D75-4552-BC9D-31D6592EAD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Static webpages are dull </a:t>
            </a:r>
            <a:r>
              <a:rPr lang="en-US" altLang="en-US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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Need mechanism to use programming languages (e.g., JavaScript) to </a:t>
            </a:r>
            <a:r>
              <a:rPr lang="en-US" altLang="en-US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dynamically modify HTML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Enter the DOM…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8E7F4EE-9155-44FD-B7A8-9C3850F51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Document Object Model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769F95A3-F4F2-4082-9AB6-D2385A302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2600" dirty="0">
                <a:ea typeface="ＭＳ Ｐゴシック" panose="020B0600070205080204" pitchFamily="34" charset="-128"/>
              </a:rPr>
              <a:t>“</a:t>
            </a:r>
            <a:r>
              <a:rPr lang="en-US" altLang="ja-JP" sz="2600" dirty="0">
                <a:ea typeface="ＭＳ Ｐゴシック" panose="020B0600070205080204" pitchFamily="34" charset="-128"/>
              </a:rPr>
              <a:t>The W3C Document Object Model (DOM) is a platform and language-neutral </a:t>
            </a:r>
            <a:r>
              <a:rPr lang="en-US" altLang="ja-JP" sz="2600" b="1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interface</a:t>
            </a:r>
            <a:r>
              <a:rPr lang="en-US" altLang="ja-JP" sz="2600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2600" dirty="0">
                <a:ea typeface="ＭＳ Ｐゴシック" panose="020B0600070205080204" pitchFamily="34" charset="-128"/>
              </a:rPr>
              <a:t>that allows programs and scripts to dynamically access and update the content, structure, and style of a document.</a:t>
            </a:r>
            <a:r>
              <a:rPr lang="ja-JP" altLang="en-US" sz="2600" dirty="0">
                <a:ea typeface="ＭＳ Ｐゴシック" panose="020B0600070205080204" pitchFamily="34" charset="-128"/>
              </a:rPr>
              <a:t>”</a:t>
            </a:r>
            <a:r>
              <a:rPr lang="en-US" altLang="ja-JP" sz="26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Applies to HTML, as well as XML, and SVG 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Defines the document </a:t>
            </a:r>
            <a:r>
              <a:rPr lang="en-US" altLang="en-US" sz="2600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objects </a:t>
            </a:r>
            <a:r>
              <a:rPr lang="en-US" altLang="en-US" sz="2600" dirty="0">
                <a:ea typeface="ＭＳ Ｐゴシック" panose="020B0600070205080204" pitchFamily="34" charset="-128"/>
              </a:rPr>
              <a:t>(e.g., HTML elements) and their </a:t>
            </a:r>
            <a:r>
              <a:rPr lang="en-US" altLang="en-US" sz="2600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properties</a:t>
            </a:r>
            <a:r>
              <a:rPr lang="en-US" altLang="en-US" sz="2600" dirty="0">
                <a:ea typeface="ＭＳ Ｐゴシック" panose="020B0600070205080204" pitchFamily="34" charset="-128"/>
              </a:rPr>
              <a:t>, and the </a:t>
            </a:r>
            <a:r>
              <a:rPr lang="en-US" altLang="en-US" sz="2600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methods </a:t>
            </a:r>
            <a:r>
              <a:rPr lang="en-US" altLang="en-US" sz="2600" dirty="0">
                <a:ea typeface="ＭＳ Ｐゴシック" panose="020B0600070205080204" pitchFamily="34" charset="-128"/>
              </a:rPr>
              <a:t>to access them.</a:t>
            </a:r>
          </a:p>
          <a:p>
            <a:r>
              <a:rPr lang="en-US" altLang="en-US" sz="2600" dirty="0">
                <a:ea typeface="ＭＳ Ｐゴシック" panose="020B0600070205080204" pitchFamily="34" charset="-128"/>
              </a:rPr>
              <a:t>See the </a:t>
            </a:r>
            <a:r>
              <a:rPr lang="en-US" altLang="en-US" sz="2600" dirty="0">
                <a:ea typeface="ＭＳ Ｐゴシック" panose="020B0600070205080204" pitchFamily="34" charset="-128"/>
                <a:hlinkClick r:id="rId3"/>
              </a:rPr>
              <a:t>DOM Living Standard</a:t>
            </a:r>
            <a:r>
              <a:rPr lang="en-US" altLang="en-US" sz="2600" dirty="0">
                <a:ea typeface="ＭＳ Ｐゴシック" panose="020B0600070205080204" pitchFamily="34" charset="-128"/>
              </a:rPr>
              <a:t> for official docs or Mozilla’s </a:t>
            </a:r>
            <a:r>
              <a:rPr lang="en-US" altLang="en-US" sz="2600" dirty="0">
                <a:ea typeface="ＭＳ Ｐゴシック" panose="020B0600070205080204" pitchFamily="34" charset="-128"/>
                <a:hlinkClick r:id="rId4"/>
              </a:rPr>
              <a:t>DOM documentation</a:t>
            </a:r>
            <a:endParaRPr lang="en-US" altLang="en-US" sz="26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5A8640-0F4B-815E-A519-D30064B2BFFA}"/>
              </a:ext>
            </a:extLst>
          </p:cNvPr>
          <p:cNvSpPr txBox="1"/>
          <p:nvPr/>
        </p:nvSpPr>
        <p:spPr>
          <a:xfrm>
            <a:off x="4876800" y="181155"/>
            <a:ext cx="4114800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&lt;!DOCTYPE html&gt;</a:t>
            </a:r>
          </a:p>
          <a:p>
            <a:r>
              <a:rPr lang="en-US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dirty="0">
                <a:latin typeface="Consolas" panose="020B0609020204030204" pitchFamily="49" charset="0"/>
              </a:rPr>
              <a:t>  &lt;head&gt;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&lt;title&gt;A Document&lt;/title&gt;</a:t>
            </a:r>
          </a:p>
          <a:p>
            <a:r>
              <a:rPr lang="en-US" dirty="0">
                <a:latin typeface="Consolas" panose="020B0609020204030204" pitchFamily="49" charset="0"/>
              </a:rPr>
              <a:t>  &lt;/head&gt;</a:t>
            </a:r>
          </a:p>
          <a:p>
            <a:r>
              <a:rPr lang="en-US" dirty="0">
                <a:latin typeface="Consolas" panose="020B0609020204030204" pitchFamily="49" charset="0"/>
              </a:rPr>
              <a:t>  &lt;body&gt;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&lt;h1&gt;Header 1&lt;/h1&gt;</a:t>
            </a:r>
          </a:p>
          <a:p>
            <a:r>
              <a:rPr lang="en-US" dirty="0">
                <a:latin typeface="Consolas" panose="020B0609020204030204" pitchFamily="49" charset="0"/>
              </a:rPr>
              <a:t>    &lt;a </a:t>
            </a:r>
            <a:r>
              <a:rPr lang="en-US" dirty="0" err="1">
                <a:latin typeface="Consolas" panose="020B0609020204030204" pitchFamily="49" charset="0"/>
              </a:rPr>
              <a:t>href</a:t>
            </a:r>
            <a:r>
              <a:rPr lang="en-US" dirty="0">
                <a:latin typeface="Consolas" panose="020B0609020204030204" pitchFamily="49" charset="0"/>
              </a:rPr>
              <a:t>="</a:t>
            </a:r>
            <a:r>
              <a:rPr lang="en-US" dirty="0" err="1">
                <a:latin typeface="Consolas" panose="020B0609020204030204" pitchFamily="49" charset="0"/>
              </a:rPr>
              <a:t>url</a:t>
            </a:r>
            <a:r>
              <a:rPr lang="en-US" dirty="0">
                <a:latin typeface="Consolas" panose="020B0609020204030204" pitchFamily="49" charset="0"/>
              </a:rPr>
              <a:t>"&gt;Some link&lt;/a&gt;</a:t>
            </a:r>
          </a:p>
          <a:p>
            <a:r>
              <a:rPr lang="en-US" dirty="0">
                <a:latin typeface="Consolas" panose="020B0609020204030204" pitchFamily="49" charset="0"/>
              </a:rPr>
              <a:t>&lt;/body&gt;</a:t>
            </a:r>
          </a:p>
          <a:p>
            <a:r>
              <a:rPr lang="en-US" dirty="0"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76C12F-C80B-7C97-9696-C378CFA0884C}"/>
              </a:ext>
            </a:extLst>
          </p:cNvPr>
          <p:cNvSpPr/>
          <p:nvPr/>
        </p:nvSpPr>
        <p:spPr>
          <a:xfrm>
            <a:off x="2230527" y="1821286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22D961-C015-C307-FA8D-6BF023059944}"/>
              </a:ext>
            </a:extLst>
          </p:cNvPr>
          <p:cNvSpPr/>
          <p:nvPr/>
        </p:nvSpPr>
        <p:spPr>
          <a:xfrm>
            <a:off x="2230527" y="2798264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&lt;html&gt;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5A70D1-0931-20EB-4CDA-EE71A57DDA4A}"/>
              </a:ext>
            </a:extLst>
          </p:cNvPr>
          <p:cNvSpPr/>
          <p:nvPr/>
        </p:nvSpPr>
        <p:spPr>
          <a:xfrm>
            <a:off x="630327" y="3775242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&lt;head&gt;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F1FE3D-64C5-2097-A480-1DF032ED1B6F}"/>
              </a:ext>
            </a:extLst>
          </p:cNvPr>
          <p:cNvSpPr/>
          <p:nvPr/>
        </p:nvSpPr>
        <p:spPr>
          <a:xfrm>
            <a:off x="3830727" y="3775242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&lt;body&gt;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C711EC-6BEB-51B3-7BA8-573689B6D7ED}"/>
              </a:ext>
            </a:extLst>
          </p:cNvPr>
          <p:cNvSpPr/>
          <p:nvPr/>
        </p:nvSpPr>
        <p:spPr>
          <a:xfrm>
            <a:off x="626973" y="4762304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&lt;title&gt;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379D86-57FD-14D6-C494-D9D706DEF21E}"/>
              </a:ext>
            </a:extLst>
          </p:cNvPr>
          <p:cNvSpPr/>
          <p:nvPr/>
        </p:nvSpPr>
        <p:spPr>
          <a:xfrm>
            <a:off x="6629400" y="4762304"/>
            <a:ext cx="16002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href</a:t>
            </a:r>
            <a:r>
              <a:rPr lang="en-US" dirty="0">
                <a:solidFill>
                  <a:schemeClr val="tx1"/>
                </a:solidFill>
              </a:rPr>
              <a:t>=“</a:t>
            </a:r>
            <a:r>
              <a:rPr lang="en-US" dirty="0" err="1">
                <a:solidFill>
                  <a:schemeClr val="tx1"/>
                </a:solidFill>
              </a:rPr>
              <a:t>url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14CC6B-8B74-1989-0461-AA16648C3493}"/>
              </a:ext>
            </a:extLst>
          </p:cNvPr>
          <p:cNvSpPr/>
          <p:nvPr/>
        </p:nvSpPr>
        <p:spPr>
          <a:xfrm>
            <a:off x="4793691" y="4762304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&lt;a&gt;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F18BAF-EA50-21ED-9E19-95F84F8255B3}"/>
              </a:ext>
            </a:extLst>
          </p:cNvPr>
          <p:cNvSpPr/>
          <p:nvPr/>
        </p:nvSpPr>
        <p:spPr>
          <a:xfrm>
            <a:off x="2957982" y="4762304"/>
            <a:ext cx="1600200" cy="533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&lt;h1&gt;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486059-9A9E-4255-7F2D-6237EDA628C7}"/>
              </a:ext>
            </a:extLst>
          </p:cNvPr>
          <p:cNvSpPr/>
          <p:nvPr/>
        </p:nvSpPr>
        <p:spPr>
          <a:xfrm>
            <a:off x="626973" y="5559821"/>
            <a:ext cx="1600200" cy="5334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“A Document”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DEB108-BDDC-D8EC-BB07-B67D8248B1ED}"/>
              </a:ext>
            </a:extLst>
          </p:cNvPr>
          <p:cNvSpPr/>
          <p:nvPr/>
        </p:nvSpPr>
        <p:spPr>
          <a:xfrm>
            <a:off x="4793691" y="5559821"/>
            <a:ext cx="1600200" cy="5334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“Some link”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9A413E-00F2-1556-C089-C7DDCB4BADAC}"/>
              </a:ext>
            </a:extLst>
          </p:cNvPr>
          <p:cNvSpPr/>
          <p:nvPr/>
        </p:nvSpPr>
        <p:spPr>
          <a:xfrm>
            <a:off x="2957982" y="5562600"/>
            <a:ext cx="1600200" cy="5334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“Header 1”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DAD380-668C-ADCB-DDFC-ED72AA3B0498}"/>
              </a:ext>
            </a:extLst>
          </p:cNvPr>
          <p:cNvCxnSpPr>
            <a:cxnSpLocks/>
          </p:cNvCxnSpPr>
          <p:nvPr/>
        </p:nvCxnSpPr>
        <p:spPr>
          <a:xfrm>
            <a:off x="1430427" y="3577026"/>
            <a:ext cx="3200400" cy="0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BBBF30-392E-E925-26AE-AB07193423AE}"/>
              </a:ext>
            </a:extLst>
          </p:cNvPr>
          <p:cNvCxnSpPr>
            <a:stCxn id="7" idx="0"/>
          </p:cNvCxnSpPr>
          <p:nvPr/>
        </p:nvCxnSpPr>
        <p:spPr>
          <a:xfrm flipV="1">
            <a:off x="1430427" y="3577026"/>
            <a:ext cx="0" cy="198216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B54877-F0CA-54EA-B4F4-3A2E342C3013}"/>
              </a:ext>
            </a:extLst>
          </p:cNvPr>
          <p:cNvCxnSpPr>
            <a:stCxn id="8" idx="0"/>
          </p:cNvCxnSpPr>
          <p:nvPr/>
        </p:nvCxnSpPr>
        <p:spPr>
          <a:xfrm flipV="1">
            <a:off x="4630827" y="3577026"/>
            <a:ext cx="0" cy="198216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111593-5E63-083D-8044-35DB9E4AF616}"/>
              </a:ext>
            </a:extLst>
          </p:cNvPr>
          <p:cNvCxnSpPr>
            <a:stCxn id="6" idx="2"/>
          </p:cNvCxnSpPr>
          <p:nvPr/>
        </p:nvCxnSpPr>
        <p:spPr>
          <a:xfrm>
            <a:off x="3030627" y="3331664"/>
            <a:ext cx="0" cy="245362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C83483-82AD-CB92-196D-629E8E1B7EE9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030627" y="2354686"/>
            <a:ext cx="0" cy="443578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513DF6-8274-198D-DB15-C6CF5AAC1989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1427073" y="5295704"/>
            <a:ext cx="0" cy="264117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E5957C-B105-3719-5AC8-29D6ECCA2EF4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3758082" y="5295704"/>
            <a:ext cx="0" cy="266896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9531DE-EE4D-BEC6-3F68-9931E1205C7E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593791" y="5295704"/>
            <a:ext cx="0" cy="264117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34E83E2-7276-8DA9-1E6B-17694ABE87BA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6393891" y="5029004"/>
            <a:ext cx="235509" cy="0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EA7D1BB-46AA-843C-7C0A-03D4929DC837}"/>
              </a:ext>
            </a:extLst>
          </p:cNvPr>
          <p:cNvCxnSpPr>
            <a:stCxn id="12" idx="0"/>
          </p:cNvCxnSpPr>
          <p:nvPr/>
        </p:nvCxnSpPr>
        <p:spPr>
          <a:xfrm flipV="1">
            <a:off x="3758082" y="4567626"/>
            <a:ext cx="0" cy="194678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21288E2-6F53-68E6-DB67-ACB674B2AB60}"/>
              </a:ext>
            </a:extLst>
          </p:cNvPr>
          <p:cNvCxnSpPr>
            <a:stCxn id="11" idx="0"/>
          </p:cNvCxnSpPr>
          <p:nvPr/>
        </p:nvCxnSpPr>
        <p:spPr>
          <a:xfrm flipV="1">
            <a:off x="5593791" y="4577710"/>
            <a:ext cx="0" cy="184594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55680B6-E0F6-C97C-4119-7D12785E5E0F}"/>
              </a:ext>
            </a:extLst>
          </p:cNvPr>
          <p:cNvCxnSpPr/>
          <p:nvPr/>
        </p:nvCxnSpPr>
        <p:spPr>
          <a:xfrm>
            <a:off x="3758082" y="4567626"/>
            <a:ext cx="1835709" cy="0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30081E-AFFC-61C6-9820-6DE264728FE6}"/>
              </a:ext>
            </a:extLst>
          </p:cNvPr>
          <p:cNvCxnSpPr>
            <a:stCxn id="8" idx="2"/>
          </p:cNvCxnSpPr>
          <p:nvPr/>
        </p:nvCxnSpPr>
        <p:spPr>
          <a:xfrm>
            <a:off x="4630827" y="4308642"/>
            <a:ext cx="0" cy="258984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D19D9D-B2F3-DE80-AE1F-39125F9B2E5A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1427073" y="4308642"/>
            <a:ext cx="3354" cy="453662"/>
          </a:xfrm>
          <a:prstGeom prst="line">
            <a:avLst/>
          </a:prstGeom>
          <a:ln w="31750" cap="sq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3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AF4D27-0091-4A7A-A8D8-EEE7616E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Walkthrough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332AB4-4B67-4409-A106-2E863B46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19" y="2209800"/>
            <a:ext cx="8857561" cy="39163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hlinkClick r:id="rId3"/>
              </a:rPr>
              <a:t>https://byu-itc-210.github.io/walkthrough/JsAndDom</a:t>
            </a:r>
            <a:r>
              <a:rPr lang="en-US" sz="2800" dirty="0"/>
              <a:t> </a:t>
            </a:r>
          </a:p>
        </p:txBody>
      </p:sp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6D3B9CF9-1961-4348-83EC-02B2F0660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996" y="3658376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7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C3A8-0331-7047-BB33-2296FF21F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200000"/>
                  </a:schemeClr>
                </a:solidFill>
                <a:cs typeface="+mj-cs"/>
              </a:rPr>
              <a:t>Event Handling in JavaScript</a:t>
            </a:r>
          </a:p>
        </p:txBody>
      </p:sp>
    </p:spTree>
    <p:extLst>
      <p:ext uri="{BB962C8B-B14F-4D97-AF65-F5344CB8AC3E}">
        <p14:creationId xmlns:p14="http://schemas.microsoft.com/office/powerpoint/2010/main" val="371578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EC3DA03F-CC1F-41C8-AEC2-790F7226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ahoma" panose="020B0604030504040204" pitchFamily="34" charset="0"/>
                <a:ea typeface="ＭＳ Ｐゴシック" panose="020B0600070205080204" pitchFamily="34" charset="-128"/>
              </a:rPr>
              <a:t>Event Handling</a:t>
            </a:r>
          </a:p>
        </p:txBody>
      </p:sp>
      <p:sp>
        <p:nvSpPr>
          <p:cNvPr id="37890" name="Rounded Rectangle 3">
            <a:extLst>
              <a:ext uri="{FF2B5EF4-FFF2-40B4-BE49-F238E27FC236}">
                <a16:creationId xmlns:a16="http://schemas.microsoft.com/office/drawing/2014/main" id="{B85E83C4-0D1F-4858-962F-39797E06C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806950"/>
            <a:ext cx="2667000" cy="1600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Event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Something that a user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or the page does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latin typeface="Tahoma" panose="020B0604030504040204" pitchFamily="34" charset="0"/>
              </a:rPr>
              <a:t>Click</a:t>
            </a:r>
            <a:endParaRPr lang="en-US" altLang="en-US" sz="160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Rounded Rectangle 4">
            <a:extLst>
              <a:ext uri="{FF2B5EF4-FFF2-40B4-BE49-F238E27FC236}">
                <a16:creationId xmlns:a16="http://schemas.microsoft.com/office/drawing/2014/main" id="{419A03DD-6FEC-49B5-9A8C-5F43DB5AD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3276600"/>
            <a:ext cx="3810000" cy="1524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Event Handler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Code that executes when an event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occurs; typically a function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latin typeface="Tahoma" panose="020B0604030504040204" pitchFamily="34" charset="0"/>
              </a:rPr>
              <a:t>PlayMusic()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F46EAE-4680-2645-9049-F078566DB29E}"/>
              </a:ext>
            </a:extLst>
          </p:cNvPr>
          <p:cNvSpPr/>
          <p:nvPr/>
        </p:nvSpPr>
        <p:spPr bwMode="auto">
          <a:xfrm>
            <a:off x="2590800" y="1447800"/>
            <a:ext cx="3581400" cy="16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en-US" sz="3200">
                <a:latin typeface="Tahoma" charset="0"/>
              </a:rPr>
              <a:t>Event Registration</a:t>
            </a:r>
          </a:p>
          <a:p>
            <a:pPr eaLnBrk="1" hangingPunct="1">
              <a:defRPr/>
            </a:pPr>
            <a:r>
              <a:rPr lang="en-US" altLang="en-US" sz="1800">
                <a:solidFill>
                  <a:srgbClr val="C00000"/>
                </a:solidFill>
                <a:latin typeface="Tahoma" charset="0"/>
              </a:rPr>
              <a:t>Connects DOM element, Event, </a:t>
            </a:r>
          </a:p>
          <a:p>
            <a:pPr eaLnBrk="1" hangingPunct="1">
              <a:defRPr/>
            </a:pPr>
            <a:r>
              <a:rPr lang="en-US" altLang="en-US" sz="1800">
                <a:solidFill>
                  <a:srgbClr val="C00000"/>
                </a:solidFill>
                <a:latin typeface="Tahoma" charset="0"/>
              </a:rPr>
              <a:t>and Event Handler together</a:t>
            </a:r>
          </a:p>
          <a:p>
            <a:pPr eaLnBrk="1" hangingPunct="1">
              <a:defRPr/>
            </a:pPr>
            <a:r>
              <a:rPr lang="en-US" altLang="en-US" sz="1800">
                <a:solidFill>
                  <a:srgbClr val="002060"/>
                </a:solidFill>
                <a:latin typeface="Tahoma" charset="0"/>
              </a:rPr>
              <a:t>&lt;button onclick = </a:t>
            </a:r>
            <a:r>
              <a:rPr lang="ja-JP" altLang="en-US" sz="1800">
                <a:solidFill>
                  <a:srgbClr val="002060"/>
                </a:solidFill>
                <a:latin typeface="Tahoma" charset="0"/>
              </a:rPr>
              <a:t>“</a:t>
            </a:r>
            <a:r>
              <a:rPr lang="en-US" altLang="ja-JP" sz="1800">
                <a:solidFill>
                  <a:srgbClr val="002060"/>
                </a:solidFill>
                <a:latin typeface="Tahoma" charset="0"/>
              </a:rPr>
              <a:t>PlayMusic()</a:t>
            </a:r>
            <a:r>
              <a:rPr lang="ja-JP" altLang="en-US" sz="1800">
                <a:solidFill>
                  <a:srgbClr val="002060"/>
                </a:solidFill>
                <a:latin typeface="Tahoma" charset="0"/>
              </a:rPr>
              <a:t>”</a:t>
            </a:r>
            <a:endParaRPr lang="en-US" altLang="en-US" sz="1800">
              <a:solidFill>
                <a:srgbClr val="002060"/>
              </a:solidFill>
              <a:latin typeface="Tahoma" charset="0"/>
            </a:endParaRPr>
          </a:p>
        </p:txBody>
      </p:sp>
      <p:sp>
        <p:nvSpPr>
          <p:cNvPr id="37893" name="Rounded Rectangle 6">
            <a:extLst>
              <a:ext uri="{FF2B5EF4-FFF2-40B4-BE49-F238E27FC236}">
                <a16:creationId xmlns:a16="http://schemas.microsoft.com/office/drawing/2014/main" id="{5D9A8F29-9A1B-4BFA-8923-1AC76420E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3200400"/>
            <a:ext cx="3048000" cy="1600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DOM Element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HTML element tied to 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Tahoma" panose="020B0604030504040204" pitchFamily="34" charset="0"/>
              </a:rPr>
              <a:t>Event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latin typeface="Tahoma" panose="020B0604030504040204" pitchFamily="34" charset="0"/>
              </a:rPr>
              <a:t>&lt;button&gt;Play</a:t>
            </a:r>
            <a:r>
              <a:rPr lang="en-US" altLang="en-US" sz="1600">
                <a:solidFill>
                  <a:srgbClr val="002060"/>
                </a:solidFill>
                <a:latin typeface="Tahoma" panose="020B0604030504040204" pitchFamily="34" charset="0"/>
              </a:rPr>
              <a:t>&lt;/button&gt;</a:t>
            </a:r>
            <a:endParaRPr lang="en-US" altLang="en-US" sz="1400">
              <a:solidFill>
                <a:srgbClr val="00206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061C49-DCFC-354E-93CF-18FBAE6913D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403350" y="2895600"/>
            <a:ext cx="1752600" cy="304800"/>
          </a:xfrm>
          <a:prstGeom prst="straightConnector1">
            <a:avLst/>
          </a:prstGeom>
          <a:noFill/>
          <a:ln w="38100">
            <a:solidFill>
              <a:srgbClr val="353A77"/>
            </a:solidFill>
            <a:round/>
            <a:headE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7BA604-F272-DB42-A73E-69FCC49FE6B1}"/>
              </a:ext>
            </a:extLst>
          </p:cNvPr>
          <p:cNvCxnSpPr>
            <a:cxnSpLocks noChangeShapeType="1"/>
            <a:endCxn id="37891" idx="0"/>
          </p:cNvCxnSpPr>
          <p:nvPr/>
        </p:nvCxnSpPr>
        <p:spPr bwMode="auto">
          <a:xfrm>
            <a:off x="5286375" y="2895600"/>
            <a:ext cx="1905000" cy="381000"/>
          </a:xfrm>
          <a:prstGeom prst="straightConnector1">
            <a:avLst/>
          </a:prstGeom>
          <a:noFill/>
          <a:ln w="38100">
            <a:solidFill>
              <a:srgbClr val="353A77"/>
            </a:solidFill>
            <a:round/>
            <a:headE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F2A5E3-8206-9A40-A43D-609A2B74D8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86213" y="2933700"/>
            <a:ext cx="0" cy="1866900"/>
          </a:xfrm>
          <a:prstGeom prst="straightConnector1">
            <a:avLst/>
          </a:prstGeom>
          <a:noFill/>
          <a:ln w="38100">
            <a:solidFill>
              <a:srgbClr val="353A77"/>
            </a:solidFill>
            <a:round/>
            <a:headEnd/>
            <a:tailEnd type="arrow" w="med" len="med"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0824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AF4D27-0091-4A7A-A8D8-EEE7616E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Walkthrough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332AB4-4B67-4409-A106-2E863B46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19" y="2209800"/>
            <a:ext cx="8857561" cy="39163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hlinkClick r:id="rId3"/>
              </a:rPr>
              <a:t>https://byu-itc-210.github.io/walkthrough/JsDomEvents</a:t>
            </a:r>
            <a:r>
              <a:rPr lang="en-US" sz="2800" dirty="0"/>
              <a:t> </a:t>
            </a:r>
          </a:p>
        </p:txBody>
      </p:sp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6D3B9CF9-1961-4348-83EC-02B2F0660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996" y="3658376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223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4D05-C7CF-4E33-A548-C288557E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682DE-BEA4-47C6-AEE4-7742725D7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800" dirty="0"/>
              <a:t>How does the DOM represent the HTML?</a:t>
            </a:r>
          </a:p>
          <a:p>
            <a:r>
              <a:rPr lang="en-US" sz="2800" dirty="0"/>
              <a:t>How do you access the DOM from JavaScript?</a:t>
            </a:r>
          </a:p>
          <a:p>
            <a:r>
              <a:rPr lang="en-US" sz="2800" dirty="0"/>
              <a:t>If you wanted to move some content from one part of a web page to another, how would you do it?</a:t>
            </a:r>
          </a:p>
          <a:p>
            <a:r>
              <a:rPr lang="en-US" sz="2800" dirty="0"/>
              <a:t>What is the best way to attach a function to an event?</a:t>
            </a:r>
          </a:p>
        </p:txBody>
      </p:sp>
    </p:spTree>
    <p:extLst>
      <p:ext uri="{BB962C8B-B14F-4D97-AF65-F5344CB8AC3E}">
        <p14:creationId xmlns:p14="http://schemas.microsoft.com/office/powerpoint/2010/main" val="159091288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0" cap="sq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10706</TotalTime>
  <Words>550</Words>
  <Application>Microsoft Office PowerPoint</Application>
  <PresentationFormat>On-screen Show (4:3)</PresentationFormat>
  <Paragraphs>71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ＭＳ Ｐゴシック</vt:lpstr>
      <vt:lpstr>Arial</vt:lpstr>
      <vt:lpstr>Calibri</vt:lpstr>
      <vt:lpstr>Consolas</vt:lpstr>
      <vt:lpstr>Tahoma</vt:lpstr>
      <vt:lpstr>Default Design</vt:lpstr>
      <vt:lpstr>Document Object Model (DOM), and Event Handling</vt:lpstr>
      <vt:lpstr>Need for Dynamic Content</vt:lpstr>
      <vt:lpstr>The Document Object Model</vt:lpstr>
      <vt:lpstr>PowerPoint Presentation</vt:lpstr>
      <vt:lpstr>DOM Walkthrough</vt:lpstr>
      <vt:lpstr>Event Handling in JavaScript</vt:lpstr>
      <vt:lpstr>Event Handling</vt:lpstr>
      <vt:lpstr>Events Walkthrough</vt:lpstr>
      <vt:lpstr>Review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mgbailey</dc:creator>
  <cp:lastModifiedBy>Brandt Redd</cp:lastModifiedBy>
  <cp:revision>43</cp:revision>
  <dcterms:created xsi:type="dcterms:W3CDTF">2006-02-01T18:29:50Z</dcterms:created>
  <dcterms:modified xsi:type="dcterms:W3CDTF">2024-09-15T02:39:33Z</dcterms:modified>
</cp:coreProperties>
</file>