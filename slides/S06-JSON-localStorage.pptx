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96" r:id="rId2"/>
    <p:sldId id="280" r:id="rId3"/>
    <p:sldId id="304" r:id="rId4"/>
    <p:sldId id="305" r:id="rId5"/>
    <p:sldId id="307" r:id="rId6"/>
    <p:sldId id="300" r:id="rId7"/>
    <p:sldId id="299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4" autoAdjust="0"/>
    <p:restoredTop sz="84754"/>
  </p:normalViewPr>
  <p:slideViewPr>
    <p:cSldViewPr>
      <p:cViewPr varScale="1">
        <p:scale>
          <a:sx n="93" d="100"/>
          <a:sy n="93" d="100"/>
        </p:scale>
        <p:origin x="2469" y="2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4722C0BE-331C-4D08-9315-3B338738E970}"/>
    <pc:docChg chg="undo custSel addSld delSld modSld">
      <pc:chgData name="Brandt Redd" userId="be8ed540b98adac0" providerId="LiveId" clId="{4722C0BE-331C-4D08-9315-3B338738E970}" dt="2024-09-18T13:58:10.370" v="1158" actId="27636"/>
      <pc:docMkLst>
        <pc:docMk/>
      </pc:docMkLst>
      <pc:sldChg chg="modSp mod">
        <pc:chgData name="Brandt Redd" userId="be8ed540b98adac0" providerId="LiveId" clId="{4722C0BE-331C-4D08-9315-3B338738E970}" dt="2024-09-18T13:57:28.319" v="1090" actId="20577"/>
        <pc:sldMkLst>
          <pc:docMk/>
          <pc:sldMk cId="1590912884" sldId="299"/>
        </pc:sldMkLst>
      </pc:sldChg>
      <pc:sldChg chg="modSp mod">
        <pc:chgData name="Brandt Redd" userId="be8ed540b98adac0" providerId="LiveId" clId="{4722C0BE-331C-4D08-9315-3B338738E970}" dt="2024-09-18T00:56:55.516" v="57" actId="20577"/>
        <pc:sldMkLst>
          <pc:docMk/>
          <pc:sldMk cId="1848789558" sldId="300"/>
        </pc:sldMkLst>
      </pc:sldChg>
      <pc:sldChg chg="modSp mod">
        <pc:chgData name="Brandt Redd" userId="be8ed540b98adac0" providerId="LiveId" clId="{4722C0BE-331C-4D08-9315-3B338738E970}" dt="2024-09-18T00:53:10.779" v="39" actId="20577"/>
        <pc:sldMkLst>
          <pc:docMk/>
          <pc:sldMk cId="1789244987" sldId="304"/>
        </pc:sldMkLst>
      </pc:sldChg>
      <pc:sldChg chg="addSp modSp new mod setBg">
        <pc:chgData name="Brandt Redd" userId="be8ed540b98adac0" providerId="LiveId" clId="{4722C0BE-331C-4D08-9315-3B338738E970}" dt="2024-09-18T13:58:10.370" v="1158" actId="27636"/>
        <pc:sldMkLst>
          <pc:docMk/>
          <pc:sldMk cId="1309359657" sldId="305"/>
        </pc:sldMkLst>
      </pc:sldChg>
      <pc:sldChg chg="modSp new del mod">
        <pc:chgData name="Brandt Redd" userId="be8ed540b98adac0" providerId="LiveId" clId="{4722C0BE-331C-4D08-9315-3B338738E970}" dt="2024-09-18T01:26:16.263" v="967" actId="47"/>
        <pc:sldMkLst>
          <pc:docMk/>
          <pc:sldMk cId="1699624834" sldId="306"/>
        </pc:sldMkLst>
      </pc:sldChg>
      <pc:sldChg chg="modSp add mod">
        <pc:chgData name="Brandt Redd" userId="be8ed540b98adac0" providerId="LiveId" clId="{4722C0BE-331C-4D08-9315-3B338738E970}" dt="2024-09-18T01:26:02.604" v="966" actId="14826"/>
        <pc:sldMkLst>
          <pc:docMk/>
          <pc:sldMk cId="462015515" sldId="307"/>
        </pc:sldMkLst>
      </pc:sldChg>
    </pc:docChg>
  </pc:docChgLst>
  <pc:docChgLst>
    <pc:chgData name="Brandt Redd" userId="be8ed540b98adac0" providerId="LiveId" clId="{6AF100E3-4B46-45B4-A23A-737243B0B775}"/>
    <pc:docChg chg="undo custSel addSld modSld">
      <pc:chgData name="Brandt Redd" userId="be8ed540b98adac0" providerId="LiveId" clId="{6AF100E3-4B46-45B4-A23A-737243B0B775}" dt="2022-01-19T14:45:28.808" v="845" actId="20577"/>
      <pc:docMkLst>
        <pc:docMk/>
      </pc:docMkLst>
      <pc:sldChg chg="modSp add mod">
        <pc:chgData name="Brandt Redd" userId="be8ed540b98adac0" providerId="LiveId" clId="{6AF100E3-4B46-45B4-A23A-737243B0B775}" dt="2022-01-19T14:45:28.808" v="845" actId="20577"/>
        <pc:sldMkLst>
          <pc:docMk/>
          <pc:sldMk cId="1789244987" sldId="304"/>
        </pc:sldMkLst>
      </pc:sldChg>
    </pc:docChg>
  </pc:docChgLst>
  <pc:docChgLst>
    <pc:chgData name="Brandt Redd" userId="be8ed540b98adac0" providerId="LiveId" clId="{BF4C458C-31B5-4207-B7A5-7A52FFAF08B0}"/>
    <pc:docChg chg="delSld">
      <pc:chgData name="Brandt Redd" userId="be8ed540b98adac0" providerId="LiveId" clId="{BF4C458C-31B5-4207-B7A5-7A52FFAF08B0}" dt="2021-12-23T16:14:58.714" v="0" actId="47"/>
      <pc:docMkLst>
        <pc:docMk/>
      </pc:docMkLst>
      <pc:sldChg chg="del">
        <pc:chgData name="Brandt Redd" userId="be8ed540b98adac0" providerId="LiveId" clId="{BF4C458C-31B5-4207-B7A5-7A52FFAF08B0}" dt="2021-12-23T16:14:58.714" v="0" actId="47"/>
        <pc:sldMkLst>
          <pc:docMk/>
          <pc:sldMk cId="3503465434" sldId="289"/>
        </pc:sldMkLst>
      </pc:sldChg>
    </pc:docChg>
  </pc:docChgLst>
  <pc:docChgLst>
    <pc:chgData name="Brandt Redd" userId="be8ed540b98adac0" providerId="LiveId" clId="{282E05F1-8C1F-4C4D-B223-0FDF7C0CEC95}"/>
    <pc:docChg chg="undo custSel addSld delSld modSld">
      <pc:chgData name="Brandt Redd" userId="be8ed540b98adac0" providerId="LiveId" clId="{282E05F1-8C1F-4C4D-B223-0FDF7C0CEC95}" dt="2021-09-16T02:20:53.738" v="462" actId="20577"/>
      <pc:docMkLst>
        <pc:docMk/>
      </pc:docMkLst>
      <pc:sldChg chg="del">
        <pc:chgData name="Brandt Redd" userId="be8ed540b98adac0" providerId="LiveId" clId="{282E05F1-8C1F-4C4D-B223-0FDF7C0CEC95}" dt="2021-09-10T05:34:15.767" v="0" actId="47"/>
        <pc:sldMkLst>
          <pc:docMk/>
          <pc:sldMk cId="0" sldId="256"/>
        </pc:sldMkLst>
      </pc:sldChg>
      <pc:sldChg chg="del">
        <pc:chgData name="Brandt Redd" userId="be8ed540b98adac0" providerId="LiveId" clId="{282E05F1-8C1F-4C4D-B223-0FDF7C0CEC95}" dt="2021-09-10T05:34:15.767" v="0" actId="47"/>
        <pc:sldMkLst>
          <pc:docMk/>
          <pc:sldMk cId="0" sldId="273"/>
        </pc:sldMkLst>
      </pc:sldChg>
      <pc:sldChg chg="addSp delSp modSp mod">
        <pc:chgData name="Brandt Redd" userId="be8ed540b98adac0" providerId="LiveId" clId="{282E05F1-8C1F-4C4D-B223-0FDF7C0CEC95}" dt="2021-09-15T14:06:40.227" v="439" actId="6549"/>
        <pc:sldMkLst>
          <pc:docMk/>
          <pc:sldMk cId="510177828" sldId="280"/>
        </pc:sldMkLst>
      </pc:sldChg>
      <pc:sldChg chg="del">
        <pc:chgData name="Brandt Redd" userId="be8ed540b98adac0" providerId="LiveId" clId="{282E05F1-8C1F-4C4D-B223-0FDF7C0CEC95}" dt="2021-09-15T04:43:34.122" v="437" actId="47"/>
        <pc:sldMkLst>
          <pc:docMk/>
          <pc:sldMk cId="0" sldId="281"/>
        </pc:sldMkLst>
      </pc:sldChg>
      <pc:sldChg chg="del">
        <pc:chgData name="Brandt Redd" userId="be8ed540b98adac0" providerId="LiveId" clId="{282E05F1-8C1F-4C4D-B223-0FDF7C0CEC95}" dt="2021-09-15T04:43:34.122" v="437" actId="47"/>
        <pc:sldMkLst>
          <pc:docMk/>
          <pc:sldMk cId="3328591311" sldId="282"/>
        </pc:sldMkLst>
      </pc:sldChg>
      <pc:sldChg chg="del">
        <pc:chgData name="Brandt Redd" userId="be8ed540b98adac0" providerId="LiveId" clId="{282E05F1-8C1F-4C4D-B223-0FDF7C0CEC95}" dt="2021-09-15T04:43:34.122" v="437" actId="47"/>
        <pc:sldMkLst>
          <pc:docMk/>
          <pc:sldMk cId="734989303" sldId="283"/>
        </pc:sldMkLst>
      </pc:sldChg>
      <pc:sldChg chg="del">
        <pc:chgData name="Brandt Redd" userId="be8ed540b98adac0" providerId="LiveId" clId="{282E05F1-8C1F-4C4D-B223-0FDF7C0CEC95}" dt="2021-09-15T04:43:34.122" v="437" actId="47"/>
        <pc:sldMkLst>
          <pc:docMk/>
          <pc:sldMk cId="0" sldId="284"/>
        </pc:sldMkLst>
      </pc:sldChg>
      <pc:sldChg chg="del">
        <pc:chgData name="Brandt Redd" userId="be8ed540b98adac0" providerId="LiveId" clId="{282E05F1-8C1F-4C4D-B223-0FDF7C0CEC95}" dt="2021-09-10T05:34:15.767" v="0" actId="47"/>
        <pc:sldMkLst>
          <pc:docMk/>
          <pc:sldMk cId="0" sldId="287"/>
        </pc:sldMkLst>
      </pc:sldChg>
      <pc:sldChg chg="del">
        <pc:chgData name="Brandt Redd" userId="be8ed540b98adac0" providerId="LiveId" clId="{282E05F1-8C1F-4C4D-B223-0FDF7C0CEC95}" dt="2021-09-10T05:34:15.767" v="0" actId="47"/>
        <pc:sldMkLst>
          <pc:docMk/>
          <pc:sldMk cId="3715781411" sldId="288"/>
        </pc:sldMkLst>
      </pc:sldChg>
      <pc:sldChg chg="del">
        <pc:chgData name="Brandt Redd" userId="be8ed540b98adac0" providerId="LiveId" clId="{282E05F1-8C1F-4C4D-B223-0FDF7C0CEC95}" dt="2021-09-10T05:34:15.767" v="0" actId="47"/>
        <pc:sldMkLst>
          <pc:docMk/>
          <pc:sldMk cId="1308240884" sldId="289"/>
        </pc:sldMkLst>
      </pc:sldChg>
      <pc:sldChg chg="modSp add del mod">
        <pc:chgData name="Brandt Redd" userId="be8ed540b98adac0" providerId="LiveId" clId="{282E05F1-8C1F-4C4D-B223-0FDF7C0CEC95}" dt="2021-09-16T02:20:52.893" v="461" actId="47"/>
        <pc:sldMkLst>
          <pc:docMk/>
          <pc:sldMk cId="3503465434" sldId="289"/>
        </pc:sldMkLst>
      </pc:sldChg>
      <pc:sldChg chg="del">
        <pc:chgData name="Brandt Redd" userId="be8ed540b98adac0" providerId="LiveId" clId="{282E05F1-8C1F-4C4D-B223-0FDF7C0CEC95}" dt="2021-09-10T05:35:06.656" v="1" actId="47"/>
        <pc:sldMkLst>
          <pc:docMk/>
          <pc:sldMk cId="0" sldId="292"/>
        </pc:sldMkLst>
      </pc:sldChg>
      <pc:sldChg chg="del">
        <pc:chgData name="Brandt Redd" userId="be8ed540b98adac0" providerId="LiveId" clId="{282E05F1-8C1F-4C4D-B223-0FDF7C0CEC95}" dt="2021-09-10T05:35:06.656" v="1" actId="47"/>
        <pc:sldMkLst>
          <pc:docMk/>
          <pc:sldMk cId="0" sldId="293"/>
        </pc:sldMkLst>
      </pc:sldChg>
      <pc:sldChg chg="del">
        <pc:chgData name="Brandt Redd" userId="be8ed540b98adac0" providerId="LiveId" clId="{282E05F1-8C1F-4C4D-B223-0FDF7C0CEC95}" dt="2021-09-10T05:35:06.656" v="1" actId="47"/>
        <pc:sldMkLst>
          <pc:docMk/>
          <pc:sldMk cId="0" sldId="294"/>
        </pc:sldMkLst>
      </pc:sldChg>
      <pc:sldChg chg="addSp modSp mod chgLayout">
        <pc:chgData name="Brandt Redd" userId="be8ed540b98adac0" providerId="LiveId" clId="{282E05F1-8C1F-4C4D-B223-0FDF7C0CEC95}" dt="2021-09-16T02:20:53.738" v="462" actId="20577"/>
        <pc:sldMkLst>
          <pc:docMk/>
          <pc:sldMk cId="696575399" sldId="296"/>
        </pc:sldMkLst>
      </pc:sldChg>
      <pc:sldChg chg="del">
        <pc:chgData name="Brandt Redd" userId="be8ed540b98adac0" providerId="LiveId" clId="{282E05F1-8C1F-4C4D-B223-0FDF7C0CEC95}" dt="2021-09-10T05:35:10.889" v="2" actId="47"/>
        <pc:sldMkLst>
          <pc:docMk/>
          <pc:sldMk cId="1748599924" sldId="297"/>
        </pc:sldMkLst>
      </pc:sldChg>
      <pc:sldChg chg="del">
        <pc:chgData name="Brandt Redd" userId="be8ed540b98adac0" providerId="LiveId" clId="{282E05F1-8C1F-4C4D-B223-0FDF7C0CEC95}" dt="2021-09-10T05:34:15.767" v="0" actId="47"/>
        <pc:sldMkLst>
          <pc:docMk/>
          <pc:sldMk cId="2816092041" sldId="298"/>
        </pc:sldMkLst>
      </pc:sldChg>
      <pc:sldChg chg="modSp add del mod">
        <pc:chgData name="Brandt Redd" userId="be8ed540b98adac0" providerId="LiveId" clId="{282E05F1-8C1F-4C4D-B223-0FDF7C0CEC95}" dt="2021-09-15T03:33:01.790" v="407" actId="20577"/>
        <pc:sldMkLst>
          <pc:docMk/>
          <pc:sldMk cId="1590912884" sldId="299"/>
        </pc:sldMkLst>
      </pc:sldChg>
      <pc:sldChg chg="del">
        <pc:chgData name="Brandt Redd" userId="be8ed540b98adac0" providerId="LiveId" clId="{282E05F1-8C1F-4C4D-B223-0FDF7C0CEC95}" dt="2021-09-10T05:34:15.767" v="0" actId="47"/>
        <pc:sldMkLst>
          <pc:docMk/>
          <pc:sldMk cId="531571994" sldId="300"/>
        </pc:sldMkLst>
      </pc:sldChg>
      <pc:sldChg chg="addSp modSp new mod">
        <pc:chgData name="Brandt Redd" userId="be8ed540b98adac0" providerId="LiveId" clId="{282E05F1-8C1F-4C4D-B223-0FDF7C0CEC95}" dt="2021-09-15T04:44:21.434" v="438"/>
        <pc:sldMkLst>
          <pc:docMk/>
          <pc:sldMk cId="1848789558" sldId="300"/>
        </pc:sldMkLst>
      </pc:sldChg>
      <pc:sldChg chg="del">
        <pc:chgData name="Brandt Redd" userId="be8ed540b98adac0" providerId="LiveId" clId="{282E05F1-8C1F-4C4D-B223-0FDF7C0CEC95}" dt="2021-09-10T05:34:15.767" v="0" actId="47"/>
        <pc:sldMkLst>
          <pc:docMk/>
          <pc:sldMk cId="2252223599" sldId="301"/>
        </pc:sldMkLst>
      </pc:sldChg>
    </pc:docChg>
  </pc:docChgLst>
  <pc:docChgLst>
    <pc:chgData name="Brandt Redd" userId="be8ed540b98adac0" providerId="LiveId" clId="{9E4E7CBC-0E27-4C60-9862-B6A3750C677E}"/>
    <pc:docChg chg="modSld">
      <pc:chgData name="Brandt Redd" userId="be8ed540b98adac0" providerId="LiveId" clId="{9E4E7CBC-0E27-4C60-9862-B6A3750C677E}" dt="2025-01-24T05:15:30.165" v="11" actId="20577"/>
      <pc:docMkLst>
        <pc:docMk/>
      </pc:docMkLst>
      <pc:sldChg chg="modSp mod">
        <pc:chgData name="Brandt Redd" userId="be8ed540b98adac0" providerId="LiveId" clId="{9E4E7CBC-0E27-4C60-9862-B6A3750C677E}" dt="2025-01-24T05:15:30.165" v="11" actId="20577"/>
        <pc:sldMkLst>
          <pc:docMk/>
          <pc:sldMk cId="1590912884" sldId="299"/>
        </pc:sldMkLst>
        <pc:spChg chg="mod">
          <ac:chgData name="Brandt Redd" userId="be8ed540b98adac0" providerId="LiveId" clId="{9E4E7CBC-0E27-4C60-9862-B6A3750C677E}" dt="2025-01-24T05:15:30.165" v="11" actId="20577"/>
          <ac:spMkLst>
            <pc:docMk/>
            <pc:sldMk cId="1590912884" sldId="299"/>
            <ac:spMk id="3" creationId="{F6F682DE-BEA4-47C6-AEE4-7742725D771A}"/>
          </ac:spMkLst>
        </pc:spChg>
      </pc:sldChg>
      <pc:sldChg chg="modSp mod">
        <pc:chgData name="Brandt Redd" userId="be8ed540b98adac0" providerId="LiveId" clId="{9E4E7CBC-0E27-4C60-9862-B6A3750C677E}" dt="2025-01-24T05:14:51.958" v="10" actId="20577"/>
        <pc:sldMkLst>
          <pc:docMk/>
          <pc:sldMk cId="1309359657" sldId="305"/>
        </pc:sldMkLst>
        <pc:spChg chg="mod">
          <ac:chgData name="Brandt Redd" userId="be8ed540b98adac0" providerId="LiveId" clId="{9E4E7CBC-0E27-4C60-9862-B6A3750C677E}" dt="2025-01-24T05:14:51.958" v="10" actId="20577"/>
          <ac:spMkLst>
            <pc:docMk/>
            <pc:sldMk cId="1309359657" sldId="305"/>
            <ac:spMk id="3" creationId="{78589D93-0039-5D5B-AC80-ABCBD1B71034}"/>
          </ac:spMkLst>
        </pc:spChg>
      </pc:sldChg>
    </pc:docChg>
  </pc:docChgLst>
  <pc:docChgLst>
    <pc:chgData name="Brandt Redd" userId="be8ed540b98adac0" providerId="LiveId" clId="{B3DF19BF-F866-4D0A-AF1A-0950917D4D35}"/>
    <pc:docChg chg="modSld">
      <pc:chgData name="Brandt Redd" userId="be8ed540b98adac0" providerId="LiveId" clId="{B3DF19BF-F866-4D0A-AF1A-0950917D4D35}" dt="2023-09-13T21:36:01.305" v="56" actId="122"/>
      <pc:docMkLst>
        <pc:docMk/>
      </pc:docMkLst>
      <pc:sldChg chg="modSp mod">
        <pc:chgData name="Brandt Redd" userId="be8ed540b98adac0" providerId="LiveId" clId="{B3DF19BF-F866-4D0A-AF1A-0950917D4D35}" dt="2023-09-13T21:30:37.754" v="48" actId="1076"/>
        <pc:sldMkLst>
          <pc:docMk/>
          <pc:sldMk cId="510177828" sldId="280"/>
        </pc:sldMkLst>
      </pc:sldChg>
      <pc:sldChg chg="modSp mod">
        <pc:chgData name="Brandt Redd" userId="be8ed540b98adac0" providerId="LiveId" clId="{B3DF19BF-F866-4D0A-AF1A-0950917D4D35}" dt="2023-09-13T17:08:42.969" v="31" actId="20577"/>
        <pc:sldMkLst>
          <pc:docMk/>
          <pc:sldMk cId="696575399" sldId="296"/>
        </pc:sldMkLst>
      </pc:sldChg>
      <pc:sldChg chg="modSp mod">
        <pc:chgData name="Brandt Redd" userId="be8ed540b98adac0" providerId="LiveId" clId="{B3DF19BF-F866-4D0A-AF1A-0950917D4D35}" dt="2023-09-13T21:36:01.305" v="56" actId="122"/>
        <pc:sldMkLst>
          <pc:docMk/>
          <pc:sldMk cId="1848789558" sldId="3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FDE922-6564-D147-B6F5-7F05037D29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DAD6B-4606-6F49-82BF-7DF06890AA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4BF7DDA-EB63-40C2-A670-E6D093CECDF4}" type="datetimeFigureOut">
              <a:rPr lang="en-US"/>
              <a:pPr>
                <a:defRPr/>
              </a:pPr>
              <a:t>2025-01-23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1D49D-00AB-DB41-9F21-B04EAADC9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CBCFD-0029-E44A-8131-53DE39CBCD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D5400E-3AB1-4AAA-A616-B73BFE61CA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B99AA5F-9E89-714C-AFAB-14972152CF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E77277C-D033-BB4C-9B9A-A88AE431AF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29940931-3A84-4180-8127-BCBC06CA3849}" type="datetimeFigureOut">
              <a:rPr lang="en-US" altLang="en-US"/>
              <a:pPr>
                <a:defRPr/>
              </a:pPr>
              <a:t>2025-01-23</a:t>
            </a:fld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EABA409-E14B-48A3-ACCE-644CCABC05B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DCEF6AB-C870-C144-8519-30A439B562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CC1C1CE-F49B-914C-AA15-34772890EB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51BE6447-70E6-A847-BF7A-6C0DCF8D8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5D74452-2863-4F8A-A81E-0871E5ED6F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unlock.com/blogs/Mastering_JSON_(_JavaScript_Object_Notation_)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52722753-1B95-455B-9787-EFCA78FD9E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2B49068-1E7B-A340-A9C7-6842BCE4A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/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latin typeface="Calibri" charset="0"/>
                <a:cs typeface="+mn-cs"/>
              </a:rPr>
              <a:t>See </a:t>
            </a:r>
            <a:r>
              <a:rPr lang="en-US">
                <a:latin typeface="Calibri" charset="0"/>
                <a:cs typeface="+mn-cs"/>
                <a:hlinkClick r:id="rId3"/>
              </a:rPr>
              <a:t>http://www.hunlock.com/blogs/Mastering_JSON_(_JavaScript_Object_Notation_)</a:t>
            </a:r>
            <a:r>
              <a:rPr lang="en-US">
                <a:latin typeface="Calibri" charset="0"/>
                <a:cs typeface="+mn-cs"/>
              </a:rPr>
              <a:t> for an excellent overview.</a:t>
            </a:r>
          </a:p>
        </p:txBody>
      </p:sp>
    </p:spTree>
    <p:extLst>
      <p:ext uri="{BB962C8B-B14F-4D97-AF65-F5344CB8AC3E}">
        <p14:creationId xmlns:p14="http://schemas.microsoft.com/office/powerpoint/2010/main" val="45176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367D0A-7115-4A4E-A737-8883F74520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689383-C044-4C1E-93AA-8EE1A84B19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912898-D19A-4DAB-824B-6E51F07D94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6A881-B634-453C-B09A-B5B82D8949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0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32EEE5-9045-445C-A3E4-CCD4CD8C9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AD4ABC-76EE-4A94-9D3D-93AE148280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C05F74-433D-45EA-8BFA-B7C6273E2B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B1E61B-8A1C-43EE-9BD0-CCEB310145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319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446AEB-38C6-46B4-9CA6-F30BD95E2B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E468DE-C875-42B4-B294-9208D65963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632421-73E1-4EC2-B364-E31FA76E0A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D0B27E-58D0-4382-989D-5B8B852A50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96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CB38F9-F9A8-4BE6-BCC5-997744A112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A06AF-C0C6-428F-9B5C-28CC3D07E1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8EE26-D0B0-45A3-9751-774EE010D5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B62C5-031D-49F9-BDBD-1A72A7C9D2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82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C0EB766-7FA5-4AB9-97AF-5F9E4EA16D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A43733D-73B6-4A16-B136-14A837182B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859B75-1587-4CBC-A252-1F840133A8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40F4E5-7AD0-4293-8A3C-5D95CF355C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27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CE4766-DF63-4837-BC73-7F9D049E23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374C93-C3F1-4366-BD15-3157E2FFC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EB6243-157C-43D2-89A7-F5D0B1449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CEFABA-7F96-48F9-A8E9-80089C31B6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311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3932119-42C3-4472-AB62-AD2401D466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E41FC5E-293F-4AD5-A56A-B68564A8FC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081BE2-1BA8-40A1-9FE9-9B9344B722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9C80F0-0035-4DDC-8627-4C0C7363A8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40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7B631-9C99-4E7F-A186-6AEE020C6D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35DEF2-8328-4F6F-B481-C5EFCC602C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9B450F-7296-4E0E-9654-744D38E056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D26774-8A4A-4982-A450-9BBC2033A4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3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CDCA60-0DF5-4A99-9EE6-CDC5CA07F1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25A1E4-756E-41D8-A3F1-78F9254A56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4EC73-C4A1-4FE6-92E7-DCA6063299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108FFC-CD5F-4FB1-94C0-C55A5DC626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93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880643-85FC-434D-9754-8C6B9C14D0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6E19EF-2E7A-4748-84DD-A8F19F356C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26C257-3858-4285-889D-5FF9DD0A29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D4B59-497F-40B3-9E1D-C850CDCDBF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95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CD8F06-2BF2-440C-A74C-F2BAE843A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F315A0-23B0-485C-A03D-1F2978A407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2C594E-D389-40B0-B18D-36EE42B45B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7F5EA9-7847-4909-AB6E-929E0C72A9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83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2A3496D-AB4E-4145-95D7-12B721D59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E216B4-E32A-4DF1-A647-ECB8A5721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B98B48C-6A7A-7E42-A92B-367EEFC03F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633BE5-F9A5-504E-9A0B-93CE77EE92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B3E5B0-A51E-2F4B-9471-0DA17CBA0D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983D7B3-072D-45DF-B7AC-9F203FCB2F9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hyperlink" Target="http://examp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hyperlink" Target="https://www.example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byu-itc-210.github.io/walkthrough/JSON-localStorag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7B9C8-4FFF-4F4E-B403-88CD2F41A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200000"/>
                  </a:schemeClr>
                </a:solidFill>
                <a:cs typeface="+mj-cs"/>
              </a:rPr>
              <a:t>JSON (JavaScript Object Notation)</a:t>
            </a:r>
            <a:br>
              <a:rPr lang="en-US" sz="3600" dirty="0">
                <a:solidFill>
                  <a:schemeClr val="tx2">
                    <a:satMod val="200000"/>
                  </a:schemeClr>
                </a:solidFill>
                <a:cs typeface="+mj-cs"/>
              </a:rPr>
            </a:br>
            <a:r>
              <a:rPr lang="en-US" sz="3600" dirty="0">
                <a:solidFill>
                  <a:schemeClr val="tx2">
                    <a:satMod val="200000"/>
                  </a:schemeClr>
                </a:solidFill>
                <a:cs typeface="+mj-cs"/>
              </a:rPr>
              <a:t>and</a:t>
            </a:r>
            <a:br>
              <a:rPr lang="en-US" sz="3600" dirty="0">
                <a:solidFill>
                  <a:schemeClr val="tx2">
                    <a:satMod val="200000"/>
                  </a:schemeClr>
                </a:solidFill>
                <a:cs typeface="+mj-cs"/>
              </a:rPr>
            </a:br>
            <a:r>
              <a:rPr lang="en-US" sz="3600" dirty="0">
                <a:solidFill>
                  <a:schemeClr val="tx2">
                    <a:satMod val="200000"/>
                  </a:schemeClr>
                </a:solidFill>
                <a:cs typeface="+mj-cs"/>
              </a:rPr>
              <a:t>Browser </a:t>
            </a:r>
            <a:r>
              <a:rPr lang="en-US" sz="3600" dirty="0" err="1">
                <a:solidFill>
                  <a:schemeClr val="tx2">
                    <a:satMod val="200000"/>
                  </a:schemeClr>
                </a:solidFill>
                <a:cs typeface="+mj-cs"/>
              </a:rPr>
              <a:t>localStorage</a:t>
            </a:r>
            <a:endParaRPr lang="en-US" sz="3600" dirty="0">
              <a:solidFill>
                <a:schemeClr val="tx2">
                  <a:satMod val="200000"/>
                </a:schemeClr>
              </a:solidFill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37321-74CD-40F6-978A-9B168B8626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210A S06</a:t>
            </a:r>
          </a:p>
        </p:txBody>
      </p:sp>
    </p:spTree>
    <p:extLst>
      <p:ext uri="{BB962C8B-B14F-4D97-AF65-F5344CB8AC3E}">
        <p14:creationId xmlns:p14="http://schemas.microsoft.com/office/powerpoint/2010/main" val="69657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7776FCFD-2F3C-4533-8D99-67E225DD7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JavaScript Object Notation (JSON)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62E78174-4F91-4F6B-8CE2-7360C0B10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syntax for storing and exchanging text information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Similar, in purpose, to XML, but faster and easier to parse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Language and platform independent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13BE5D-CE1B-4591-B14B-60B5EA9A5E72}"/>
              </a:ext>
            </a:extLst>
          </p:cNvPr>
          <p:cNvSpPr txBox="1"/>
          <p:nvPr/>
        </p:nvSpPr>
        <p:spPr>
          <a:xfrm>
            <a:off x="838200" y="4572000"/>
            <a:ext cx="76200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latin typeface="+mj-lt"/>
              </a:rPr>
              <a:t>JSON Example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"employees": [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{"</a:t>
            </a:r>
            <a:r>
              <a:rPr lang="en-US" sz="1400" dirty="0" err="1">
                <a:latin typeface="Consolas" panose="020B0609020204030204" pitchFamily="49" charset="0"/>
              </a:rPr>
              <a:t>firstName</a:t>
            </a:r>
            <a:r>
              <a:rPr lang="en-US" sz="1400" dirty="0">
                <a:latin typeface="Consolas" panose="020B0609020204030204" pitchFamily="49" charset="0"/>
              </a:rPr>
              <a:t>": "John", "</a:t>
            </a:r>
            <a:r>
              <a:rPr lang="en-US" sz="1400" dirty="0" err="1">
                <a:latin typeface="Consolas" panose="020B0609020204030204" pitchFamily="49" charset="0"/>
              </a:rPr>
              <a:t>lastName</a:t>
            </a:r>
            <a:r>
              <a:rPr lang="en-US" sz="1400" dirty="0">
                <a:latin typeface="Consolas" panose="020B0609020204030204" pitchFamily="49" charset="0"/>
              </a:rPr>
              <a:t>": "Doe"},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{"</a:t>
            </a:r>
            <a:r>
              <a:rPr lang="en-US" sz="1400" dirty="0" err="1">
                <a:latin typeface="Consolas" panose="020B0609020204030204" pitchFamily="49" charset="0"/>
              </a:rPr>
              <a:t>firstName</a:t>
            </a:r>
            <a:r>
              <a:rPr lang="en-US" sz="1400" dirty="0">
                <a:latin typeface="Consolas" panose="020B0609020204030204" pitchFamily="49" charset="0"/>
              </a:rPr>
              <a:t>": "Anna", "</a:t>
            </a:r>
            <a:r>
              <a:rPr lang="en-US" sz="1400" dirty="0" err="1">
                <a:latin typeface="Consolas" panose="020B0609020204030204" pitchFamily="49" charset="0"/>
              </a:rPr>
              <a:t>lastName</a:t>
            </a:r>
            <a:r>
              <a:rPr lang="en-US" sz="1400" dirty="0">
                <a:latin typeface="Consolas" panose="020B0609020204030204" pitchFamily="49" charset="0"/>
              </a:rPr>
              <a:t>": "Smith"},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{"</a:t>
            </a:r>
            <a:r>
              <a:rPr lang="en-US" sz="1400" dirty="0" err="1">
                <a:latin typeface="Consolas" panose="020B0609020204030204" pitchFamily="49" charset="0"/>
              </a:rPr>
              <a:t>firstName</a:t>
            </a:r>
            <a:r>
              <a:rPr lang="en-US" sz="1400" dirty="0">
                <a:latin typeface="Consolas" panose="020B0609020204030204" pitchFamily="49" charset="0"/>
              </a:rPr>
              <a:t>": "Peter", "</a:t>
            </a:r>
            <a:r>
              <a:rPr lang="en-US" sz="1400" dirty="0" err="1">
                <a:latin typeface="Consolas" panose="020B0609020204030204" pitchFamily="49" charset="0"/>
              </a:rPr>
              <a:t>lastName</a:t>
            </a:r>
            <a:r>
              <a:rPr lang="en-US" sz="1400" dirty="0">
                <a:latin typeface="Consolas" panose="020B0609020204030204" pitchFamily="49" charset="0"/>
              </a:rPr>
              <a:t>": "Jones"}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017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1DBF-78FF-428F-AAE7-F1628D697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JSON Language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69088BA-A93E-4DA7-990A-8136C4A8F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19840"/>
              </p:ext>
            </p:extLst>
          </p:nvPr>
        </p:nvGraphicFramePr>
        <p:xfrm>
          <a:off x="457200" y="838201"/>
          <a:ext cx="8229600" cy="52706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45466268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35272006"/>
                    </a:ext>
                  </a:extLst>
                </a:gridCol>
              </a:tblGrid>
              <a:tr h="392037">
                <a:tc>
                  <a:txBody>
                    <a:bodyPr/>
                    <a:lstStyle/>
                    <a:p>
                      <a:r>
                        <a:rPr lang="en-US" sz="1600" b="1" dirty="0"/>
                        <a:t>Language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Declarative (Data Representation)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524750"/>
                  </a:ext>
                </a:extLst>
              </a:tr>
              <a:tr h="392037">
                <a:tc>
                  <a:txBody>
                    <a:bodyPr/>
                    <a:lstStyle/>
                    <a:p>
                      <a:r>
                        <a:rPr lang="en-US" sz="1600" b="1" dirty="0"/>
                        <a:t>Runtime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Interpreted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24364"/>
                  </a:ext>
                </a:extLst>
              </a:tr>
              <a:tr h="966666">
                <a:tc>
                  <a:txBody>
                    <a:bodyPr/>
                    <a:lstStyle/>
                    <a:p>
                      <a:r>
                        <a:rPr lang="en-US" sz="1600" b="1" dirty="0"/>
                        <a:t>Property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Case Sensitive</a:t>
                      </a:r>
                    </a:p>
                    <a:p>
                      <a:r>
                        <a:rPr lang="en-US" sz="1600" b="0" dirty="0"/>
                        <a:t>Dynamically Typed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302122"/>
                  </a:ext>
                </a:extLst>
              </a:tr>
              <a:tr h="392037">
                <a:tc>
                  <a:txBody>
                    <a:bodyPr/>
                    <a:lstStyle/>
                    <a:p>
                      <a:r>
                        <a:rPr lang="en-US" sz="1600" b="1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Braces { } represent objects</a:t>
                      </a:r>
                    </a:p>
                    <a:p>
                      <a:r>
                        <a:rPr lang="en-US" sz="1600" b="0" dirty="0"/>
                        <a:t>Brackets [ ] represent arrays</a:t>
                      </a:r>
                    </a:p>
                    <a:p>
                      <a:r>
                        <a:rPr lang="en-US" sz="1600" b="0" dirty="0"/>
                        <a:t>Property names and values must both be in quotes.</a:t>
                      </a:r>
                    </a:p>
                    <a:p>
                      <a:r>
                        <a:rPr lang="en-US" sz="1600" b="0" dirty="0"/>
                        <a:t>{ "Name": "Sarah"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660056"/>
                  </a:ext>
                </a:extLst>
              </a:tr>
              <a:tr h="676667">
                <a:tc>
                  <a:txBody>
                    <a:bodyPr/>
                    <a:lstStyle/>
                    <a:p>
                      <a:r>
                        <a:rPr lang="en-US" sz="1600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Pure JSON doesn’t allow comments. However, many JSON parsers will accept JavaScript 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818495"/>
                  </a:ext>
                </a:extLst>
              </a:tr>
              <a:tr h="621772">
                <a:tc>
                  <a:txBody>
                    <a:bodyPr/>
                    <a:lstStyle/>
                    <a:p>
                      <a:r>
                        <a:rPr lang="en-US" sz="1600" b="1" dirty="0"/>
                        <a:t>Object-Oriented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Defines objects and arrays for manipulation </a:t>
                      </a:r>
                      <a:r>
                        <a:rPr lang="en-US" sz="1600" b="0"/>
                        <a:t>by imperative </a:t>
                      </a:r>
                      <a:r>
                        <a:rPr lang="en-US" sz="1600" b="0" dirty="0"/>
                        <a:t>programming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365629"/>
                  </a:ext>
                </a:extLst>
              </a:tr>
              <a:tr h="11547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Other Features</a:t>
                      </a:r>
                    </a:p>
                    <a:p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A subset of JavaScript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Most popular data representation language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Relatively new. First defined in 2001, standardized in 2006, gained popularity over XML starting in roughly 2011.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352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24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67424-123C-BF1D-1D89-0229880B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dirty="0"/>
              <a:t>Browser </a:t>
            </a:r>
            <a:r>
              <a:rPr lang="en-US" sz="4700" dirty="0" err="1"/>
              <a:t>localStorage</a:t>
            </a:r>
            <a:endParaRPr lang="en-US" sz="4700" dirty="0"/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9D93-0039-5D5B-AC80-ABCBD1B7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1911493"/>
            <a:ext cx="5035164" cy="4757531"/>
          </a:xfrm>
        </p:spPr>
        <p:txBody>
          <a:bodyPr anchor="t">
            <a:normAutofit/>
          </a:bodyPr>
          <a:lstStyle/>
          <a:p>
            <a:r>
              <a:rPr lang="en-US" sz="1900" b="1" dirty="0" err="1"/>
              <a:t>window.localStorage</a:t>
            </a:r>
            <a:r>
              <a:rPr lang="en-US" sz="1900" b="1" dirty="0"/>
              <a:t> </a:t>
            </a:r>
            <a:r>
              <a:rPr lang="en-US" sz="1900" dirty="0"/>
              <a:t>is a built-in global object on the browser.</a:t>
            </a:r>
          </a:p>
          <a:p>
            <a:r>
              <a:rPr lang="en-US" sz="1900" dirty="0"/>
              <a:t>It stores name-value pairs where the name and the value are both strings.</a:t>
            </a:r>
          </a:p>
          <a:p>
            <a:r>
              <a:rPr lang="en-US" sz="1900" dirty="0"/>
              <a:t>Use JSON to put structured data into </a:t>
            </a:r>
            <a:r>
              <a:rPr lang="en-US" sz="1900" dirty="0" err="1"/>
              <a:t>localStorage</a:t>
            </a:r>
            <a:r>
              <a:rPr lang="en-US" sz="1900" dirty="0"/>
              <a:t>.</a:t>
            </a:r>
          </a:p>
          <a:p>
            <a:r>
              <a:rPr lang="en-US" sz="1900" dirty="0"/>
              <a:t>Each Origin (scheme://domainName:port) has its own storage collection</a:t>
            </a:r>
          </a:p>
          <a:p>
            <a:pPr lvl="1"/>
            <a:r>
              <a:rPr lang="en-US" sz="1900" dirty="0">
                <a:hlinkClick r:id="rId2"/>
              </a:rPr>
              <a:t>http://example.com</a:t>
            </a:r>
            <a:r>
              <a:rPr lang="en-US" sz="1900" dirty="0"/>
              <a:t> has a different collection from </a:t>
            </a:r>
            <a:r>
              <a:rPr lang="en-US" sz="1900" dirty="0">
                <a:hlinkClick r:id="rId3"/>
              </a:rPr>
              <a:t>https://example.com</a:t>
            </a:r>
            <a:r>
              <a:rPr lang="en-US" sz="1900" dirty="0"/>
              <a:t> which is different from </a:t>
            </a:r>
            <a:r>
              <a:rPr lang="en-US" sz="1900" dirty="0">
                <a:hlinkClick r:id="rId4"/>
              </a:rPr>
              <a:t>https://www.example.com</a:t>
            </a:r>
            <a:r>
              <a:rPr lang="en-US" sz="1900" dirty="0"/>
              <a:t>.</a:t>
            </a:r>
          </a:p>
          <a:p>
            <a:pPr lvl="1"/>
            <a:r>
              <a:rPr lang="en-US" sz="1900" dirty="0"/>
              <a:t>Officially the behavior for file: is undefined but in practice each file has its own storage.  </a:t>
            </a:r>
          </a:p>
        </p:txBody>
      </p:sp>
      <p:pic>
        <p:nvPicPr>
          <p:cNvPr id="1026" name="Picture 2" descr="Public Storage – Near-Cal Corp">
            <a:extLst>
              <a:ext uri="{FF2B5EF4-FFF2-40B4-BE49-F238E27FC236}">
                <a16:creationId xmlns:a16="http://schemas.microsoft.com/office/drawing/2014/main" id="{04A108DE-692D-023B-0630-CE2ED8F4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8" r="22010" b="3"/>
          <a:stretch/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35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67424-123C-BF1D-1D89-0229880B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dirty="0"/>
              <a:t>Browser </a:t>
            </a:r>
            <a:r>
              <a:rPr lang="en-US" sz="4700" dirty="0" err="1"/>
              <a:t>sessionStorage</a:t>
            </a:r>
            <a:endParaRPr lang="en-US" sz="4700" dirty="0"/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9D93-0039-5D5B-AC80-ABCBD1B7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US" b="1" dirty="0" err="1"/>
              <a:t>window.sessonStorage</a:t>
            </a:r>
            <a:r>
              <a:rPr lang="en-US" b="1" dirty="0"/>
              <a:t> </a:t>
            </a:r>
            <a:r>
              <a:rPr lang="en-US" dirty="0"/>
              <a:t>works just like </a:t>
            </a:r>
            <a:r>
              <a:rPr lang="en-US" dirty="0" err="1"/>
              <a:t>localStorage</a:t>
            </a:r>
            <a:r>
              <a:rPr lang="en-US" dirty="0"/>
              <a:t> except…</a:t>
            </a:r>
          </a:p>
          <a:p>
            <a:pPr lvl="1"/>
            <a:r>
              <a:rPr lang="en-US" dirty="0"/>
              <a:t>The data go away when you close the browser.</a:t>
            </a:r>
          </a:p>
          <a:p>
            <a:pPr lvl="1"/>
            <a:r>
              <a:rPr lang="en-US" dirty="0"/>
              <a:t>Each tab has its own </a:t>
            </a:r>
            <a:r>
              <a:rPr lang="en-US" dirty="0" err="1"/>
              <a:t>sessionStorage</a:t>
            </a:r>
            <a:r>
              <a:rPr lang="en-US" dirty="0"/>
              <a:t> – even if it’s on the same web site.</a:t>
            </a:r>
          </a:p>
        </p:txBody>
      </p:sp>
      <p:pic>
        <p:nvPicPr>
          <p:cNvPr id="1026" name="Picture 2" descr="Stacked cardboard boxes and houseplant">
            <a:extLst>
              <a:ext uri="{FF2B5EF4-FFF2-40B4-BE49-F238E27FC236}">
                <a16:creationId xmlns:a16="http://schemas.microsoft.com/office/drawing/2014/main" id="{04A108DE-692D-023B-0630-CE2ED8F4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58" r="25958"/>
          <a:stretch/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01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663C-3A1B-4189-BFAC-39ECE48B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and Local Storage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A8B31-70D7-4395-9282-9D0C7FD41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895601"/>
            <a:ext cx="8915400" cy="2057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hlinkClick r:id="rId2"/>
              </a:rPr>
              <a:t>https://byu-itc-210.github.io/walkthrough/JSON-localStorage</a:t>
            </a:r>
            <a:r>
              <a:rPr lang="en-US" sz="2400" dirty="0"/>
              <a:t> </a:t>
            </a: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8C3251E7-3B8C-4FC5-A489-E0C4C413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72000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789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4D05-C7CF-4E33-A548-C288557E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682DE-BEA4-47C6-AEE4-7742725D7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What is JSON?</a:t>
            </a:r>
          </a:p>
          <a:p>
            <a:r>
              <a:rPr lang="en-US" sz="2800" dirty="0"/>
              <a:t>Can you embed JSON in JavaScript?</a:t>
            </a:r>
          </a:p>
          <a:p>
            <a:r>
              <a:rPr lang="en-US" sz="2800" dirty="0"/>
              <a:t>How do you use JSON from JavaScript?</a:t>
            </a:r>
          </a:p>
          <a:p>
            <a:r>
              <a:rPr lang="en-US" sz="2800"/>
              <a:t>What kind </a:t>
            </a:r>
            <a:r>
              <a:rPr lang="en-US" sz="2800" dirty="0"/>
              <a:t>of data does </a:t>
            </a:r>
            <a:r>
              <a:rPr lang="en-US" sz="2800" dirty="0" err="1"/>
              <a:t>localStorage</a:t>
            </a:r>
            <a:r>
              <a:rPr lang="en-US" sz="2800" dirty="0"/>
              <a:t> store?</a:t>
            </a:r>
          </a:p>
          <a:p>
            <a:r>
              <a:rPr lang="en-US" sz="2800" dirty="0"/>
              <a:t>How would you get other kinds of data into </a:t>
            </a:r>
            <a:r>
              <a:rPr lang="en-US" sz="2800" dirty="0" err="1"/>
              <a:t>localStorage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9091288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11081</TotalTime>
  <Words>420</Words>
  <Application>Microsoft Office PowerPoint</Application>
  <PresentationFormat>On-screen Show (4:3)</PresentationFormat>
  <Paragraphs>56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ＭＳ Ｐゴシック</vt:lpstr>
      <vt:lpstr>Arial</vt:lpstr>
      <vt:lpstr>Calibri</vt:lpstr>
      <vt:lpstr>Consolas</vt:lpstr>
      <vt:lpstr>Default Design</vt:lpstr>
      <vt:lpstr>JSON (JavaScript Object Notation) and Browser localStorage</vt:lpstr>
      <vt:lpstr>JavaScript Object Notation (JSON)</vt:lpstr>
      <vt:lpstr>JSON Language</vt:lpstr>
      <vt:lpstr>Browser localStorage</vt:lpstr>
      <vt:lpstr>Browser sessionStorage</vt:lpstr>
      <vt:lpstr>JSON and Local Storage Walkthrough</vt:lpstr>
      <vt:lpstr>Review Questions</vt:lpstr>
    </vt:vector>
  </TitlesOfParts>
  <Company>BYU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Brandt Redd</dc:creator>
  <cp:lastModifiedBy>Brandt Redd</cp:lastModifiedBy>
  <cp:revision>44</cp:revision>
  <dcterms:created xsi:type="dcterms:W3CDTF">2006-02-01T18:29:50Z</dcterms:created>
  <dcterms:modified xsi:type="dcterms:W3CDTF">2025-01-24T05:15:39Z</dcterms:modified>
</cp:coreProperties>
</file>