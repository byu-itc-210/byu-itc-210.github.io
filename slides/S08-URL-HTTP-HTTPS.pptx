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308" r:id="rId4"/>
    <p:sldId id="309" r:id="rId5"/>
    <p:sldId id="283" r:id="rId6"/>
    <p:sldId id="310" r:id="rId7"/>
    <p:sldId id="287" r:id="rId8"/>
    <p:sldId id="288" r:id="rId9"/>
    <p:sldId id="311" r:id="rId10"/>
    <p:sldId id="319" r:id="rId11"/>
    <p:sldId id="320" r:id="rId12"/>
    <p:sldId id="312" r:id="rId13"/>
    <p:sldId id="339" r:id="rId14"/>
    <p:sldId id="313" r:id="rId15"/>
    <p:sldId id="314" r:id="rId16"/>
    <p:sldId id="315" r:id="rId17"/>
    <p:sldId id="342" r:id="rId18"/>
    <p:sldId id="343" r:id="rId19"/>
    <p:sldId id="344" r:id="rId20"/>
    <p:sldId id="289" r:id="rId21"/>
    <p:sldId id="345" r:id="rId22"/>
    <p:sldId id="296" r:id="rId23"/>
    <p:sldId id="31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23"/>
    <p:restoredTop sz="92075" autoAdjust="0"/>
  </p:normalViewPr>
  <p:slideViewPr>
    <p:cSldViewPr>
      <p:cViewPr varScale="1">
        <p:scale>
          <a:sx n="94" d="100"/>
          <a:sy n="94" d="100"/>
        </p:scale>
        <p:origin x="819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AE678261-E1A7-4EE8-AE47-28FDC9ACE3E6}"/>
    <pc:docChg chg="undo custSel addSld delSld modSld">
      <pc:chgData name="Brandt Redd" userId="be8ed540b98adac0" providerId="LiveId" clId="{AE678261-E1A7-4EE8-AE47-28FDC9ACE3E6}" dt="2021-02-01T04:06:35.989" v="501" actId="20577"/>
      <pc:docMkLst>
        <pc:docMk/>
      </pc:docMkLst>
      <pc:sldChg chg="modSp mod">
        <pc:chgData name="Brandt Redd" userId="be8ed540b98adac0" providerId="LiveId" clId="{AE678261-E1A7-4EE8-AE47-28FDC9ACE3E6}" dt="2021-01-29T07:10:00.777" v="290" actId="6549"/>
        <pc:sldMkLst>
          <pc:docMk/>
          <pc:sldMk cId="0" sldId="256"/>
        </pc:sldMkLst>
      </pc:sldChg>
      <pc:sldChg chg="del">
        <pc:chgData name="Brandt Redd" userId="be8ed540b98adac0" providerId="LiveId" clId="{AE678261-E1A7-4EE8-AE47-28FDC9ACE3E6}" dt="2021-02-01T04:05:55.331" v="469" actId="47"/>
        <pc:sldMkLst>
          <pc:docMk/>
          <pc:sldMk cId="4050467417" sldId="296"/>
        </pc:sldMkLst>
      </pc:sldChg>
      <pc:sldChg chg="del">
        <pc:chgData name="Brandt Redd" userId="be8ed540b98adac0" providerId="LiveId" clId="{AE678261-E1A7-4EE8-AE47-28FDC9ACE3E6}" dt="2021-02-01T04:05:55.331" v="469" actId="47"/>
        <pc:sldMkLst>
          <pc:docMk/>
          <pc:sldMk cId="0" sldId="297"/>
        </pc:sldMkLst>
      </pc:sldChg>
      <pc:sldChg chg="modSp mod">
        <pc:chgData name="Brandt Redd" userId="be8ed540b98adac0" providerId="LiveId" clId="{AE678261-E1A7-4EE8-AE47-28FDC9ACE3E6}" dt="2021-02-01T04:06:20.469" v="481" actId="20577"/>
        <pc:sldMkLst>
          <pc:docMk/>
          <pc:sldMk cId="0" sldId="298"/>
        </pc:sldMkLst>
      </pc:sldChg>
      <pc:sldChg chg="modSp mod">
        <pc:chgData name="Brandt Redd" userId="be8ed540b98adac0" providerId="LiveId" clId="{AE678261-E1A7-4EE8-AE47-28FDC9ACE3E6}" dt="2021-02-01T04:06:29.493" v="491" actId="20577"/>
        <pc:sldMkLst>
          <pc:docMk/>
          <pc:sldMk cId="0" sldId="299"/>
        </pc:sldMkLst>
      </pc:sldChg>
      <pc:sldChg chg="modSp mod">
        <pc:chgData name="Brandt Redd" userId="be8ed540b98adac0" providerId="LiveId" clId="{AE678261-E1A7-4EE8-AE47-28FDC9ACE3E6}" dt="2021-01-29T07:18:20.228" v="466" actId="14100"/>
        <pc:sldMkLst>
          <pc:docMk/>
          <pc:sldMk cId="0" sldId="301"/>
        </pc:sldMkLst>
      </pc:sldChg>
      <pc:sldChg chg="del">
        <pc:chgData name="Brandt Redd" userId="be8ed540b98adac0" providerId="LiveId" clId="{AE678261-E1A7-4EE8-AE47-28FDC9ACE3E6}" dt="2021-01-29T07:18:39.326" v="467" actId="47"/>
        <pc:sldMkLst>
          <pc:docMk/>
          <pc:sldMk cId="0" sldId="305"/>
        </pc:sldMkLst>
      </pc:sldChg>
      <pc:sldChg chg="addSp modSp">
        <pc:chgData name="Brandt Redd" userId="be8ed540b98adac0" providerId="LiveId" clId="{AE678261-E1A7-4EE8-AE47-28FDC9ACE3E6}" dt="2021-01-29T07:14:51.410" v="424"/>
        <pc:sldMkLst>
          <pc:docMk/>
          <pc:sldMk cId="2895673810" sldId="310"/>
        </pc:sldMkLst>
      </pc:sldChg>
      <pc:sldChg chg="modSp mod">
        <pc:chgData name="Brandt Redd" userId="be8ed540b98adac0" providerId="LiveId" clId="{AE678261-E1A7-4EE8-AE47-28FDC9ACE3E6}" dt="2021-01-29T07:13:45.494" v="423" actId="20577"/>
        <pc:sldMkLst>
          <pc:docMk/>
          <pc:sldMk cId="0" sldId="311"/>
        </pc:sldMkLst>
      </pc:sldChg>
      <pc:sldChg chg="addSp modSp">
        <pc:chgData name="Brandt Redd" userId="be8ed540b98adac0" providerId="LiveId" clId="{AE678261-E1A7-4EE8-AE47-28FDC9ACE3E6}" dt="2021-01-29T07:15:02.166" v="425"/>
        <pc:sldMkLst>
          <pc:docMk/>
          <pc:sldMk cId="771038140" sldId="314"/>
        </pc:sldMkLst>
      </pc:sldChg>
      <pc:sldChg chg="modSp mod">
        <pc:chgData name="Brandt Redd" userId="be8ed540b98adac0" providerId="LiveId" clId="{AE678261-E1A7-4EE8-AE47-28FDC9ACE3E6}" dt="2021-01-28T01:19:11.346" v="226" actId="20577"/>
        <pc:sldMkLst>
          <pc:docMk/>
          <pc:sldMk cId="2896619086" sldId="315"/>
        </pc:sldMkLst>
      </pc:sldChg>
      <pc:sldChg chg="modSp mod">
        <pc:chgData name="Brandt Redd" userId="be8ed540b98adac0" providerId="LiveId" clId="{AE678261-E1A7-4EE8-AE47-28FDC9ACE3E6}" dt="2021-02-01T04:06:35.989" v="501" actId="20577"/>
        <pc:sldMkLst>
          <pc:docMk/>
          <pc:sldMk cId="1873590981" sldId="316"/>
        </pc:sldMkLst>
      </pc:sldChg>
      <pc:sldChg chg="delSp modSp new del mod">
        <pc:chgData name="Brandt Redd" userId="be8ed540b98adac0" providerId="LiveId" clId="{AE678261-E1A7-4EE8-AE47-28FDC9ACE3E6}" dt="2021-01-29T07:10:22.302" v="291" actId="47"/>
        <pc:sldMkLst>
          <pc:docMk/>
          <pc:sldMk cId="951352421" sldId="319"/>
        </pc:sldMkLst>
      </pc:sldChg>
    </pc:docChg>
  </pc:docChgLst>
  <pc:docChgLst>
    <pc:chgData name="Brandt Redd" userId="be8ed540b98adac0" providerId="LiveId" clId="{0C75B2FA-943F-4599-9118-DEB952785F84}"/>
    <pc:docChg chg="custSel delSld modSld">
      <pc:chgData name="Brandt Redd" userId="be8ed540b98adac0" providerId="LiveId" clId="{0C75B2FA-943F-4599-9118-DEB952785F84}" dt="2024-09-23T17:54:04.620" v="467" actId="20577"/>
      <pc:docMkLst>
        <pc:docMk/>
      </pc:docMkLst>
      <pc:sldChg chg="modSp mod">
        <pc:chgData name="Brandt Redd" userId="be8ed540b98adac0" providerId="LiveId" clId="{0C75B2FA-943F-4599-9118-DEB952785F84}" dt="2024-09-23T17:53:12.915" v="466" actId="20577"/>
        <pc:sldMkLst>
          <pc:docMk/>
          <pc:sldMk cId="0" sldId="256"/>
        </pc:sldMkLst>
      </pc:sldChg>
      <pc:sldChg chg="del">
        <pc:chgData name="Brandt Redd" userId="be8ed540b98adac0" providerId="LiveId" clId="{0C75B2FA-943F-4599-9118-DEB952785F84}" dt="2024-09-21T21:57:21.436" v="139" actId="2696"/>
        <pc:sldMkLst>
          <pc:docMk/>
          <pc:sldMk cId="0" sldId="261"/>
        </pc:sldMkLst>
      </pc:sldChg>
      <pc:sldChg chg="del">
        <pc:chgData name="Brandt Redd" userId="be8ed540b98adac0" providerId="LiveId" clId="{0C75B2FA-943F-4599-9118-DEB952785F84}" dt="2024-09-21T21:57:21.436" v="139" actId="2696"/>
        <pc:sldMkLst>
          <pc:docMk/>
          <pc:sldMk cId="0" sldId="268"/>
        </pc:sldMkLst>
      </pc:sldChg>
      <pc:sldChg chg="del">
        <pc:chgData name="Brandt Redd" userId="be8ed540b98adac0" providerId="LiveId" clId="{0C75B2FA-943F-4599-9118-DEB952785F84}" dt="2024-09-21T21:57:21.436" v="139" actId="2696"/>
        <pc:sldMkLst>
          <pc:docMk/>
          <pc:sldMk cId="0" sldId="269"/>
        </pc:sldMkLst>
      </pc:sldChg>
      <pc:sldChg chg="del">
        <pc:chgData name="Brandt Redd" userId="be8ed540b98adac0" providerId="LiveId" clId="{0C75B2FA-943F-4599-9118-DEB952785F84}" dt="2024-09-21T21:57:21.436" v="139" actId="2696"/>
        <pc:sldMkLst>
          <pc:docMk/>
          <pc:sldMk cId="0" sldId="270"/>
        </pc:sldMkLst>
      </pc:sldChg>
      <pc:sldChg chg="del">
        <pc:chgData name="Brandt Redd" userId="be8ed540b98adac0" providerId="LiveId" clId="{0C75B2FA-943F-4599-9118-DEB952785F84}" dt="2024-09-21T21:57:21.436" v="139" actId="2696"/>
        <pc:sldMkLst>
          <pc:docMk/>
          <pc:sldMk cId="0" sldId="272"/>
        </pc:sldMkLst>
      </pc:sldChg>
      <pc:sldChg chg="del">
        <pc:chgData name="Brandt Redd" userId="be8ed540b98adac0" providerId="LiveId" clId="{0C75B2FA-943F-4599-9118-DEB952785F84}" dt="2024-09-21T21:55:53.641" v="73" actId="47"/>
        <pc:sldMkLst>
          <pc:docMk/>
          <pc:sldMk cId="0" sldId="285"/>
        </pc:sldMkLst>
      </pc:sldChg>
      <pc:sldChg chg="addSp delSp modSp mod modNotesTx">
        <pc:chgData name="Brandt Redd" userId="be8ed540b98adac0" providerId="LiveId" clId="{0C75B2FA-943F-4599-9118-DEB952785F84}" dt="2024-09-21T22:02:40.800" v="450" actId="1076"/>
        <pc:sldMkLst>
          <pc:docMk/>
          <pc:sldMk cId="0" sldId="289"/>
        </pc:sldMkLst>
      </pc:sldChg>
      <pc:sldChg chg="del">
        <pc:chgData name="Brandt Redd" userId="be8ed540b98adac0" providerId="LiveId" clId="{0C75B2FA-943F-4599-9118-DEB952785F84}" dt="2024-09-21T21:55:53.641" v="73" actId="47"/>
        <pc:sldMkLst>
          <pc:docMk/>
          <pc:sldMk cId="2505101274" sldId="302"/>
        </pc:sldMkLst>
      </pc:sldChg>
      <pc:sldChg chg="modSp mod">
        <pc:chgData name="Brandt Redd" userId="be8ed540b98adac0" providerId="LiveId" clId="{0C75B2FA-943F-4599-9118-DEB952785F84}" dt="2024-09-23T17:54:04.620" v="467" actId="20577"/>
        <pc:sldMkLst>
          <pc:docMk/>
          <pc:sldMk cId="0" sldId="311"/>
        </pc:sldMkLst>
      </pc:sldChg>
      <pc:sldChg chg="modSp mod">
        <pc:chgData name="Brandt Redd" userId="be8ed540b98adac0" providerId="LiveId" clId="{0C75B2FA-943F-4599-9118-DEB952785F84}" dt="2024-09-21T21:58:38.015" v="147" actId="20577"/>
        <pc:sldMkLst>
          <pc:docMk/>
          <pc:sldMk cId="3064498223" sldId="318"/>
        </pc:sldMkLst>
      </pc:sldChg>
      <pc:sldChg chg="modSp mod">
        <pc:chgData name="Brandt Redd" userId="be8ed540b98adac0" providerId="LiveId" clId="{0C75B2FA-943F-4599-9118-DEB952785F84}" dt="2024-09-21T21:54:14.400" v="72" actId="20577"/>
        <pc:sldMkLst>
          <pc:docMk/>
          <pc:sldMk cId="2760648272" sldId="339"/>
        </pc:sldMkLst>
      </pc:sldChg>
      <pc:sldChg chg="modSp mod">
        <pc:chgData name="Brandt Redd" userId="be8ed540b98adac0" providerId="LiveId" clId="{0C75B2FA-943F-4599-9118-DEB952785F84}" dt="2024-09-21T21:56:45.408" v="138" actId="207"/>
        <pc:sldMkLst>
          <pc:docMk/>
          <pc:sldMk cId="3986630422" sldId="345"/>
        </pc:sldMkLst>
      </pc:sldChg>
    </pc:docChg>
  </pc:docChgLst>
  <pc:docChgLst>
    <pc:chgData name="Brandt Redd" userId="be8ed540b98adac0" providerId="LiveId" clId="{ADCF9CD7-9BF5-4A9F-ACF5-8BE700C7BB5B}"/>
    <pc:docChg chg="undo custSel modSld">
      <pc:chgData name="Brandt Redd" userId="be8ed540b98adac0" providerId="LiveId" clId="{ADCF9CD7-9BF5-4A9F-ACF5-8BE700C7BB5B}" dt="2025-01-29T05:06:36.770" v="2" actId="5793"/>
      <pc:docMkLst>
        <pc:docMk/>
      </pc:docMkLst>
      <pc:sldChg chg="modSp mod">
        <pc:chgData name="Brandt Redd" userId="be8ed540b98adac0" providerId="LiveId" clId="{ADCF9CD7-9BF5-4A9F-ACF5-8BE700C7BB5B}" dt="2025-01-29T05:06:36.770" v="2" actId="5793"/>
        <pc:sldMkLst>
          <pc:docMk/>
          <pc:sldMk cId="3064498223" sldId="318"/>
        </pc:sldMkLst>
        <pc:spChg chg="mod">
          <ac:chgData name="Brandt Redd" userId="be8ed540b98adac0" providerId="LiveId" clId="{ADCF9CD7-9BF5-4A9F-ACF5-8BE700C7BB5B}" dt="2025-01-29T05:06:36.770" v="2" actId="5793"/>
          <ac:spMkLst>
            <pc:docMk/>
            <pc:sldMk cId="3064498223" sldId="318"/>
            <ac:spMk id="3" creationId="{5586AA86-5884-4726-B0C9-05D12A7B6D2D}"/>
          </ac:spMkLst>
        </pc:spChg>
      </pc:sldChg>
    </pc:docChg>
  </pc:docChgLst>
  <pc:docChgLst>
    <pc:chgData name="Brandt Redd" userId="be8ed540b98adac0" providerId="LiveId" clId="{8531A639-0796-44D0-A6AD-1610314DB723}"/>
    <pc:docChg chg="custSel modSld">
      <pc:chgData name="Brandt Redd" userId="be8ed540b98adac0" providerId="LiveId" clId="{8531A639-0796-44D0-A6AD-1610314DB723}" dt="2022-01-24T14:54:06.904" v="31" actId="20577"/>
      <pc:docMkLst>
        <pc:docMk/>
      </pc:docMkLst>
      <pc:sldChg chg="modSp mod">
        <pc:chgData name="Brandt Redd" userId="be8ed540b98adac0" providerId="LiveId" clId="{8531A639-0796-44D0-A6AD-1610314DB723}" dt="2022-01-24T14:54:06.904" v="31" actId="20577"/>
        <pc:sldMkLst>
          <pc:docMk/>
          <pc:sldMk cId="0" sldId="260"/>
        </pc:sldMkLst>
      </pc:sldChg>
    </pc:docChg>
  </pc:docChgLst>
  <pc:docChgLst>
    <pc:chgData name="Brandt Redd" userId="be8ed540b98adac0" providerId="LiveId" clId="{95E5C4D1-C3C7-4586-A305-8123B8FC7758}"/>
    <pc:docChg chg="undo custSel addSld delSld modSld">
      <pc:chgData name="Brandt Redd" userId="be8ed540b98adac0" providerId="LiveId" clId="{95E5C4D1-C3C7-4586-A305-8123B8FC7758}" dt="2023-09-25T03:27:27.776" v="1354"/>
      <pc:docMkLst>
        <pc:docMk/>
      </pc:docMkLst>
      <pc:sldChg chg="modSp mod">
        <pc:chgData name="Brandt Redd" userId="be8ed540b98adac0" providerId="LiveId" clId="{95E5C4D1-C3C7-4586-A305-8123B8FC7758}" dt="2023-09-19T03:21:52.380" v="20" actId="20577"/>
        <pc:sldMkLst>
          <pc:docMk/>
          <pc:sldMk cId="0" sldId="256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260"/>
        </pc:sldMkLst>
      </pc:sldChg>
      <pc:sldChg chg="add">
        <pc:chgData name="Brandt Redd" userId="be8ed540b98adac0" providerId="LiveId" clId="{95E5C4D1-C3C7-4586-A305-8123B8FC7758}" dt="2023-09-19T04:34:00.292" v="292"/>
        <pc:sldMkLst>
          <pc:docMk/>
          <pc:sldMk cId="0" sldId="261"/>
        </pc:sldMkLst>
      </pc:sldChg>
      <pc:sldChg chg="add del">
        <pc:chgData name="Brandt Redd" userId="be8ed540b98adac0" providerId="LiveId" clId="{95E5C4D1-C3C7-4586-A305-8123B8FC7758}" dt="2023-09-19T04:34:00.292" v="292"/>
        <pc:sldMkLst>
          <pc:docMk/>
          <pc:sldMk cId="0" sldId="268"/>
        </pc:sldMkLst>
      </pc:sldChg>
      <pc:sldChg chg="add">
        <pc:chgData name="Brandt Redd" userId="be8ed540b98adac0" providerId="LiveId" clId="{95E5C4D1-C3C7-4586-A305-8123B8FC7758}" dt="2023-09-19T04:34:00.292" v="292"/>
        <pc:sldMkLst>
          <pc:docMk/>
          <pc:sldMk cId="0" sldId="269"/>
        </pc:sldMkLst>
      </pc:sldChg>
      <pc:sldChg chg="add">
        <pc:chgData name="Brandt Redd" userId="be8ed540b98adac0" providerId="LiveId" clId="{95E5C4D1-C3C7-4586-A305-8123B8FC7758}" dt="2023-09-19T04:34:00.292" v="292"/>
        <pc:sldMkLst>
          <pc:docMk/>
          <pc:sldMk cId="0" sldId="270"/>
        </pc:sldMkLst>
      </pc:sldChg>
      <pc:sldChg chg="modSp add mod">
        <pc:chgData name="Brandt Redd" userId="be8ed540b98adac0" providerId="LiveId" clId="{95E5C4D1-C3C7-4586-A305-8123B8FC7758}" dt="2023-09-25T03:24:55.501" v="1353" actId="1076"/>
        <pc:sldMkLst>
          <pc:docMk/>
          <pc:sldMk cId="0" sldId="272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277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278"/>
        </pc:sldMkLst>
      </pc:sldChg>
      <pc:sldChg chg="del">
        <pc:chgData name="Brandt Redd" userId="be8ed540b98adac0" providerId="LiveId" clId="{95E5C4D1-C3C7-4586-A305-8123B8FC7758}" dt="2023-09-18T16:57:06.460" v="0" actId="2696"/>
        <pc:sldMkLst>
          <pc:docMk/>
          <pc:sldMk cId="0" sldId="284"/>
        </pc:sldMkLst>
      </pc:sldChg>
      <pc:sldChg chg="add">
        <pc:chgData name="Brandt Redd" userId="be8ed540b98adac0" providerId="LiveId" clId="{95E5C4D1-C3C7-4586-A305-8123B8FC7758}" dt="2023-09-19T04:33:18.781" v="288"/>
        <pc:sldMkLst>
          <pc:docMk/>
          <pc:sldMk cId="0" sldId="285"/>
        </pc:sldMkLst>
      </pc:sldChg>
      <pc:sldChg chg="add">
        <pc:chgData name="Brandt Redd" userId="be8ed540b98adac0" providerId="LiveId" clId="{95E5C4D1-C3C7-4586-A305-8123B8FC7758}" dt="2023-09-19T04:33:36.616" v="289"/>
        <pc:sldMkLst>
          <pc:docMk/>
          <pc:sldMk cId="0" sldId="289"/>
        </pc:sldMkLst>
      </pc:sldChg>
      <pc:sldChg chg="delSp add setBg delDesignElem">
        <pc:chgData name="Brandt Redd" userId="be8ed540b98adac0" providerId="LiveId" clId="{95E5C4D1-C3C7-4586-A305-8123B8FC7758}" dt="2023-09-19T04:33:43.353" v="291"/>
        <pc:sldMkLst>
          <pc:docMk/>
          <pc:sldMk cId="4050467417" sldId="296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298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299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300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301"/>
        </pc:sldMkLst>
      </pc:sldChg>
      <pc:sldChg chg="modSp add mod">
        <pc:chgData name="Brandt Redd" userId="be8ed540b98adac0" providerId="LiveId" clId="{95E5C4D1-C3C7-4586-A305-8123B8FC7758}" dt="2023-09-19T04:37:47.123" v="299" actId="27636"/>
        <pc:sldMkLst>
          <pc:docMk/>
          <pc:sldMk cId="2505101274" sldId="302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304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306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0" sldId="307"/>
        </pc:sldMkLst>
      </pc:sldChg>
      <pc:sldChg chg="addSp modSp mod">
        <pc:chgData name="Brandt Redd" userId="be8ed540b98adac0" providerId="LiveId" clId="{95E5C4D1-C3C7-4586-A305-8123B8FC7758}" dt="2023-09-25T03:27:27.776" v="1354"/>
        <pc:sldMkLst>
          <pc:docMk/>
          <pc:sldMk cId="0" sldId="311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0" sldId="312"/>
        </pc:sldMkLst>
      </pc:sldChg>
      <pc:sldChg chg="del">
        <pc:chgData name="Brandt Redd" userId="be8ed540b98adac0" providerId="LiveId" clId="{95E5C4D1-C3C7-4586-A305-8123B8FC7758}" dt="2023-09-18T16:57:06.460" v="0" actId="2696"/>
        <pc:sldMkLst>
          <pc:docMk/>
          <pc:sldMk cId="558729762" sldId="312"/>
        </pc:sldMkLst>
      </pc:sldChg>
      <pc:sldChg chg="add del">
        <pc:chgData name="Brandt Redd" userId="be8ed540b98adac0" providerId="LiveId" clId="{95E5C4D1-C3C7-4586-A305-8123B8FC7758}" dt="2023-09-19T03:27:37.456" v="103"/>
        <pc:sldMkLst>
          <pc:docMk/>
          <pc:sldMk cId="0" sldId="313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0" sldId="314"/>
        </pc:sldMkLst>
      </pc:sldChg>
      <pc:sldChg chg="del">
        <pc:chgData name="Brandt Redd" userId="be8ed540b98adac0" providerId="LiveId" clId="{95E5C4D1-C3C7-4586-A305-8123B8FC7758}" dt="2023-09-18T16:57:06.460" v="0" actId="2696"/>
        <pc:sldMkLst>
          <pc:docMk/>
          <pc:sldMk cId="771038140" sldId="314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0" sldId="315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1873590981" sldId="316"/>
        </pc:sldMkLst>
      </pc:sldChg>
      <pc:sldChg chg="del">
        <pc:chgData name="Brandt Redd" userId="be8ed540b98adac0" providerId="LiveId" clId="{95E5C4D1-C3C7-4586-A305-8123B8FC7758}" dt="2023-09-19T03:26:58.657" v="102" actId="47"/>
        <pc:sldMkLst>
          <pc:docMk/>
          <pc:sldMk cId="3485192380" sldId="317"/>
        </pc:sldMkLst>
      </pc:sldChg>
      <pc:sldChg chg="modSp mod">
        <pc:chgData name="Brandt Redd" userId="be8ed540b98adac0" providerId="LiveId" clId="{95E5C4D1-C3C7-4586-A305-8123B8FC7758}" dt="2023-09-19T04:35:26.252" v="295"/>
        <pc:sldMkLst>
          <pc:docMk/>
          <pc:sldMk cId="3064498223" sldId="318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0" sldId="319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0" sldId="320"/>
        </pc:sldMkLst>
      </pc:sldChg>
      <pc:sldChg chg="add">
        <pc:chgData name="Brandt Redd" userId="be8ed540b98adac0" providerId="LiveId" clId="{95E5C4D1-C3C7-4586-A305-8123B8FC7758}" dt="2023-09-19T03:27:37.456" v="103"/>
        <pc:sldMkLst>
          <pc:docMk/>
          <pc:sldMk cId="2760648272" sldId="339"/>
        </pc:sldMkLst>
      </pc:sldChg>
      <pc:sldChg chg="delSp modSp add mod">
        <pc:chgData name="Brandt Redd" userId="be8ed540b98adac0" providerId="LiveId" clId="{95E5C4D1-C3C7-4586-A305-8123B8FC7758}" dt="2023-09-19T03:28:58.654" v="115" actId="21"/>
        <pc:sldMkLst>
          <pc:docMk/>
          <pc:sldMk cId="2241243509" sldId="342"/>
        </pc:sldMkLst>
      </pc:sldChg>
      <pc:sldChg chg="addSp modSp new mod">
        <pc:chgData name="Brandt Redd" userId="be8ed540b98adac0" providerId="LiveId" clId="{95E5C4D1-C3C7-4586-A305-8123B8FC7758}" dt="2023-09-21T02:02:07.254" v="1351" actId="20577"/>
        <pc:sldMkLst>
          <pc:docMk/>
          <pc:sldMk cId="329362233" sldId="343"/>
        </pc:sldMkLst>
      </pc:sldChg>
      <pc:sldChg chg="addSp delSp modSp new mod modClrScheme chgLayout">
        <pc:chgData name="Brandt Redd" userId="be8ed540b98adac0" providerId="LiveId" clId="{95E5C4D1-C3C7-4586-A305-8123B8FC7758}" dt="2023-09-19T04:30:35.819" v="210" actId="20577"/>
        <pc:sldMkLst>
          <pc:docMk/>
          <pc:sldMk cId="212243903" sldId="344"/>
        </pc:sldMkLst>
      </pc:sldChg>
      <pc:sldChg chg="addSp delSp modSp new del mod modClrScheme chgLayout">
        <pc:chgData name="Brandt Redd" userId="be8ed540b98adac0" providerId="LiveId" clId="{95E5C4D1-C3C7-4586-A305-8123B8FC7758}" dt="2023-09-19T04:37:04.585" v="296" actId="47"/>
        <pc:sldMkLst>
          <pc:docMk/>
          <pc:sldMk cId="400370243" sldId="345"/>
        </pc:sldMkLst>
      </pc:sldChg>
      <pc:sldChg chg="new del">
        <pc:chgData name="Brandt Redd" userId="be8ed540b98adac0" providerId="LiveId" clId="{95E5C4D1-C3C7-4586-A305-8123B8FC7758}" dt="2023-09-19T04:37:50.246" v="300" actId="47"/>
        <pc:sldMkLst>
          <pc:docMk/>
          <pc:sldMk cId="3604158168" sldId="345"/>
        </pc:sldMkLst>
      </pc:sldChg>
      <pc:sldChg chg="modSp new mod">
        <pc:chgData name="Brandt Redd" userId="be8ed540b98adac0" providerId="LiveId" clId="{95E5C4D1-C3C7-4586-A305-8123B8FC7758}" dt="2023-09-19T04:40:37.186" v="812" actId="20577"/>
        <pc:sldMkLst>
          <pc:docMk/>
          <pc:sldMk cId="3986630422" sldId="345"/>
        </pc:sldMkLst>
      </pc:sldChg>
      <pc:sldChg chg="modSp new del mod">
        <pc:chgData name="Brandt Redd" userId="be8ed540b98adac0" providerId="LiveId" clId="{95E5C4D1-C3C7-4586-A305-8123B8FC7758}" dt="2023-09-19T04:34:06.062" v="293" actId="47"/>
        <pc:sldMkLst>
          <pc:docMk/>
          <pc:sldMk cId="867702852" sldId="346"/>
        </pc:sldMkLst>
      </pc:sldChg>
      <pc:sldChg chg="modSp new del mod">
        <pc:chgData name="Brandt Redd" userId="be8ed540b98adac0" providerId="LiveId" clId="{95E5C4D1-C3C7-4586-A305-8123B8FC7758}" dt="2023-09-19T04:34:06.062" v="293" actId="47"/>
        <pc:sldMkLst>
          <pc:docMk/>
          <pc:sldMk cId="61159188" sldId="347"/>
        </pc:sldMkLst>
      </pc:sldChg>
    </pc:docChg>
  </pc:docChgLst>
  <pc:docChgLst>
    <pc:chgData name="Brandt Redd" userId="be8ed540b98adac0" providerId="LiveId" clId="{E9C93429-2862-4463-9A79-8448578E8380}"/>
    <pc:docChg chg="undo redo custSel addSld delSld modSld sldOrd modMainMaster">
      <pc:chgData name="Brandt Redd" userId="be8ed540b98adac0" providerId="LiveId" clId="{E9C93429-2862-4463-9A79-8448578E8380}" dt="2020-09-18T05:16:22.014" v="2080" actId="20577"/>
      <pc:docMkLst>
        <pc:docMk/>
      </pc:docMkLst>
      <pc:sldChg chg="modSp mod">
        <pc:chgData name="Brandt Redd" userId="be8ed540b98adac0" providerId="LiveId" clId="{E9C93429-2862-4463-9A79-8448578E8380}" dt="2020-09-18T05:16:22.014" v="2080" actId="20577"/>
        <pc:sldMkLst>
          <pc:docMk/>
          <pc:sldMk cId="0" sldId="256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0" sldId="258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0" sldId="259"/>
        </pc:sldMkLst>
      </pc:sldChg>
      <pc:sldChg chg="del">
        <pc:chgData name="Brandt Redd" userId="be8ed540b98adac0" providerId="LiveId" clId="{E9C93429-2862-4463-9A79-8448578E8380}" dt="2020-09-18T04:36:59.230" v="361" actId="47"/>
        <pc:sldMkLst>
          <pc:docMk/>
          <pc:sldMk cId="0" sldId="261"/>
        </pc:sldMkLst>
      </pc:sldChg>
      <pc:sldChg chg="add del">
        <pc:chgData name="Brandt Redd" userId="be8ed540b98adac0" providerId="LiveId" clId="{E9C93429-2862-4463-9A79-8448578E8380}" dt="2020-09-18T03:53:05.168" v="14"/>
        <pc:sldMkLst>
          <pc:docMk/>
          <pc:sldMk cId="0" sldId="262"/>
        </pc:sldMkLst>
      </pc:sldChg>
      <pc:sldChg chg="del">
        <pc:chgData name="Brandt Redd" userId="be8ed540b98adac0" providerId="LiveId" clId="{E9C93429-2862-4463-9A79-8448578E8380}" dt="2020-09-18T04:38:16.166" v="364" actId="47"/>
        <pc:sldMkLst>
          <pc:docMk/>
          <pc:sldMk cId="0" sldId="263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0" sldId="274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0" sldId="275"/>
        </pc:sldMkLst>
      </pc:sldChg>
      <pc:sldChg chg="del">
        <pc:chgData name="Brandt Redd" userId="be8ed540b98adac0" providerId="LiveId" clId="{E9C93429-2862-4463-9A79-8448578E8380}" dt="2020-09-18T03:51:48.225" v="0" actId="47"/>
        <pc:sldMkLst>
          <pc:docMk/>
          <pc:sldMk cId="0" sldId="276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0" sldId="280"/>
        </pc:sldMkLst>
      </pc:sldChg>
      <pc:sldChg chg="add del">
        <pc:chgData name="Brandt Redd" userId="be8ed540b98adac0" providerId="LiveId" clId="{E9C93429-2862-4463-9A79-8448578E8380}" dt="2020-09-18T03:53:05.168" v="14"/>
        <pc:sldMkLst>
          <pc:docMk/>
          <pc:sldMk cId="0" sldId="283"/>
        </pc:sldMkLst>
      </pc:sldChg>
      <pc:sldChg chg="add del">
        <pc:chgData name="Brandt Redd" userId="be8ed540b98adac0" providerId="LiveId" clId="{E9C93429-2862-4463-9A79-8448578E8380}" dt="2020-09-18T03:53:05.168" v="14"/>
        <pc:sldMkLst>
          <pc:docMk/>
          <pc:sldMk cId="0" sldId="284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1300027152" sldId="286"/>
        </pc:sldMkLst>
      </pc:sldChg>
      <pc:sldChg chg="add del">
        <pc:chgData name="Brandt Redd" userId="be8ed540b98adac0" providerId="LiveId" clId="{E9C93429-2862-4463-9A79-8448578E8380}" dt="2020-09-18T03:53:05.168" v="14"/>
        <pc:sldMkLst>
          <pc:docMk/>
          <pc:sldMk cId="3269752838" sldId="287"/>
        </pc:sldMkLst>
      </pc:sldChg>
      <pc:sldChg chg="add del">
        <pc:chgData name="Brandt Redd" userId="be8ed540b98adac0" providerId="LiveId" clId="{E9C93429-2862-4463-9A79-8448578E8380}" dt="2020-09-18T03:53:05.168" v="14"/>
        <pc:sldMkLst>
          <pc:docMk/>
          <pc:sldMk cId="3253368171" sldId="288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3503465434" sldId="289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672637614" sldId="290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1323011014" sldId="291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3742395943" sldId="292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1674446355" sldId="293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661208437" sldId="294"/>
        </pc:sldMkLst>
      </pc:sldChg>
      <pc:sldChg chg="del">
        <pc:chgData name="Brandt Redd" userId="be8ed540b98adac0" providerId="LiveId" clId="{E9C93429-2862-4463-9A79-8448578E8380}" dt="2020-09-18T04:38:51.917" v="365" actId="47"/>
        <pc:sldMkLst>
          <pc:docMk/>
          <pc:sldMk cId="0" sldId="295"/>
        </pc:sldMkLst>
      </pc:sldChg>
      <pc:sldChg chg="modSp mod">
        <pc:chgData name="Brandt Redd" userId="be8ed540b98adac0" providerId="LiveId" clId="{E9C93429-2862-4463-9A79-8448578E8380}" dt="2020-09-18T04:41:05.836" v="374" actId="20577"/>
        <pc:sldMkLst>
          <pc:docMk/>
          <pc:sldMk cId="4050467417" sldId="296"/>
        </pc:sldMkLst>
      </pc:sldChg>
      <pc:sldChg chg="modSp mod">
        <pc:chgData name="Brandt Redd" userId="be8ed540b98adac0" providerId="LiveId" clId="{E9C93429-2862-4463-9A79-8448578E8380}" dt="2020-09-18T04:40:44.500" v="370" actId="20577"/>
        <pc:sldMkLst>
          <pc:docMk/>
          <pc:sldMk cId="0" sldId="297"/>
        </pc:sldMkLst>
      </pc:sldChg>
      <pc:sldChg chg="modSp mod">
        <pc:chgData name="Brandt Redd" userId="be8ed540b98adac0" providerId="LiveId" clId="{E9C93429-2862-4463-9A79-8448578E8380}" dt="2020-09-18T04:54:46.131" v="750" actId="20577"/>
        <pc:sldMkLst>
          <pc:docMk/>
          <pc:sldMk cId="0" sldId="298"/>
        </pc:sldMkLst>
      </pc:sldChg>
      <pc:sldChg chg="modSp mod ord">
        <pc:chgData name="Brandt Redd" userId="be8ed540b98adac0" providerId="LiveId" clId="{E9C93429-2862-4463-9A79-8448578E8380}" dt="2020-09-18T04:54:12.712" v="733" actId="20577"/>
        <pc:sldMkLst>
          <pc:docMk/>
          <pc:sldMk cId="0" sldId="299"/>
        </pc:sldMkLst>
      </pc:sldChg>
      <pc:sldChg chg="modSp mod ord">
        <pc:chgData name="Brandt Redd" userId="be8ed540b98adac0" providerId="LiveId" clId="{E9C93429-2862-4463-9A79-8448578E8380}" dt="2020-09-18T04:57:01.576" v="1023"/>
        <pc:sldMkLst>
          <pc:docMk/>
          <pc:sldMk cId="0" sldId="301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939840368" sldId="302"/>
        </pc:sldMkLst>
      </pc:sldChg>
      <pc:sldChg chg="modSp mod">
        <pc:chgData name="Brandt Redd" userId="be8ed540b98adac0" providerId="LiveId" clId="{E9C93429-2862-4463-9A79-8448578E8380}" dt="2020-09-18T04:57:49.136" v="1040" actId="404"/>
        <pc:sldMkLst>
          <pc:docMk/>
          <pc:sldMk cId="0" sldId="303"/>
        </pc:sldMkLst>
      </pc:sldChg>
      <pc:sldChg chg="modSp mod">
        <pc:chgData name="Brandt Redd" userId="be8ed540b98adac0" providerId="LiveId" clId="{E9C93429-2862-4463-9A79-8448578E8380}" dt="2020-09-18T05:02:39.058" v="1167" actId="20577"/>
        <pc:sldMkLst>
          <pc:docMk/>
          <pc:sldMk cId="0" sldId="305"/>
        </pc:sldMkLst>
      </pc:sldChg>
      <pc:sldChg chg="modSp mod">
        <pc:chgData name="Brandt Redd" userId="be8ed540b98adac0" providerId="LiveId" clId="{E9C93429-2862-4463-9A79-8448578E8380}" dt="2020-09-18T04:37:53.753" v="362" actId="20577"/>
        <pc:sldMkLst>
          <pc:docMk/>
          <pc:sldMk cId="0" sldId="306"/>
        </pc:sldMkLst>
      </pc:sldChg>
      <pc:sldChg chg="modSp mod">
        <pc:chgData name="Brandt Redd" userId="be8ed540b98adac0" providerId="LiveId" clId="{E9C93429-2862-4463-9A79-8448578E8380}" dt="2020-09-18T04:37:59.793" v="363" actId="20577"/>
        <pc:sldMkLst>
          <pc:docMk/>
          <pc:sldMk cId="0" sldId="307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1801968994" sldId="308"/>
        </pc:sldMkLst>
      </pc:sldChg>
      <pc:sldChg chg="modSp add del mod">
        <pc:chgData name="Brandt Redd" userId="be8ed540b98adac0" providerId="LiveId" clId="{E9C93429-2862-4463-9A79-8448578E8380}" dt="2020-09-18T03:53:05.328" v="16" actId="27636"/>
        <pc:sldMkLst>
          <pc:docMk/>
          <pc:sldMk cId="0" sldId="309"/>
        </pc:sldMkLst>
      </pc:sldChg>
      <pc:sldChg chg="add">
        <pc:chgData name="Brandt Redd" userId="be8ed540b98adac0" providerId="LiveId" clId="{E9C93429-2862-4463-9A79-8448578E8380}" dt="2020-09-18T03:53:05.168" v="14"/>
        <pc:sldMkLst>
          <pc:docMk/>
          <pc:sldMk cId="2895673810" sldId="310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3969203340" sldId="310"/>
        </pc:sldMkLst>
      </pc:sldChg>
      <pc:sldChg chg="modSp add mod">
        <pc:chgData name="Brandt Redd" userId="be8ed540b98adac0" providerId="LiveId" clId="{E9C93429-2862-4463-9A79-8448578E8380}" dt="2020-09-18T04:15:35.983" v="348" actId="20577"/>
        <pc:sldMkLst>
          <pc:docMk/>
          <pc:sldMk cId="0" sldId="311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3393419723" sldId="311"/>
        </pc:sldMkLst>
      </pc:sldChg>
      <pc:sldChg chg="modSp add del mod">
        <pc:chgData name="Brandt Redd" userId="be8ed540b98adac0" providerId="LiveId" clId="{E9C93429-2862-4463-9A79-8448578E8380}" dt="2020-09-18T04:16:07.852" v="355" actId="403"/>
        <pc:sldMkLst>
          <pc:docMk/>
          <pc:sldMk cId="558729762" sldId="312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3138394538" sldId="312"/>
        </pc:sldMkLst>
      </pc:sldChg>
      <pc:sldChg chg="modSp add mod">
        <pc:chgData name="Brandt Redd" userId="be8ed540b98adac0" providerId="LiveId" clId="{E9C93429-2862-4463-9A79-8448578E8380}" dt="2020-09-18T03:53:05.367" v="17" actId="27636"/>
        <pc:sldMkLst>
          <pc:docMk/>
          <pc:sldMk cId="0" sldId="313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590481288" sldId="313"/>
        </pc:sldMkLst>
      </pc:sldChg>
      <pc:sldChg chg="modSp add mod">
        <pc:chgData name="Brandt Redd" userId="be8ed540b98adac0" providerId="LiveId" clId="{E9C93429-2862-4463-9A79-8448578E8380}" dt="2020-09-18T04:36:44.039" v="360" actId="403"/>
        <pc:sldMkLst>
          <pc:docMk/>
          <pc:sldMk cId="771038140" sldId="314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3042816424" sldId="314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1474736086" sldId="315"/>
        </pc:sldMkLst>
      </pc:sldChg>
      <pc:sldChg chg="modSp new mod">
        <pc:chgData name="Brandt Redd" userId="be8ed540b98adac0" providerId="LiveId" clId="{E9C93429-2862-4463-9A79-8448578E8380}" dt="2020-09-18T04:01:54.015" v="320" actId="20577"/>
        <pc:sldMkLst>
          <pc:docMk/>
          <pc:sldMk cId="2896619086" sldId="315"/>
        </pc:sldMkLst>
      </pc:sldChg>
      <pc:sldChg chg="modSp new mod">
        <pc:chgData name="Brandt Redd" userId="be8ed540b98adac0" providerId="LiveId" clId="{E9C93429-2862-4463-9A79-8448578E8380}" dt="2020-09-18T04:56:49.621" v="1021" actId="20577"/>
        <pc:sldMkLst>
          <pc:docMk/>
          <pc:sldMk cId="1873590981" sldId="316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3398113106" sldId="316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1801968994" sldId="317"/>
        </pc:sldMkLst>
      </pc:sldChg>
      <pc:sldChg chg="addSp delSp modSp new mod">
        <pc:chgData name="Brandt Redd" userId="be8ed540b98adac0" providerId="LiveId" clId="{E9C93429-2862-4463-9A79-8448578E8380}" dt="2020-09-18T04:59:46.379" v="1097" actId="1076"/>
        <pc:sldMkLst>
          <pc:docMk/>
          <pc:sldMk cId="3485192380" sldId="317"/>
        </pc:sldMkLst>
      </pc:sldChg>
      <pc:sldChg chg="modSp new mod">
        <pc:chgData name="Brandt Redd" userId="be8ed540b98adac0" providerId="LiveId" clId="{E9C93429-2862-4463-9A79-8448578E8380}" dt="2020-09-18T05:13:28.970" v="2023" actId="20577"/>
        <pc:sldMkLst>
          <pc:docMk/>
          <pc:sldMk cId="3064498223" sldId="318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2895673810" sldId="319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0" sldId="320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558729762" sldId="321"/>
        </pc:sldMkLst>
      </pc:sldChg>
      <pc:sldChg chg="modSp add del mod">
        <pc:chgData name="Brandt Redd" userId="be8ed540b98adac0" providerId="LiveId" clId="{E9C93429-2862-4463-9A79-8448578E8380}" dt="2020-09-18T03:52:22.121" v="13"/>
        <pc:sldMkLst>
          <pc:docMk/>
          <pc:sldMk cId="0" sldId="322"/>
        </pc:sldMkLst>
      </pc:sldChg>
      <pc:sldChg chg="add del">
        <pc:chgData name="Brandt Redd" userId="be8ed540b98adac0" providerId="LiveId" clId="{E9C93429-2862-4463-9A79-8448578E8380}" dt="2020-09-18T03:52:22.121" v="13"/>
        <pc:sldMkLst>
          <pc:docMk/>
          <pc:sldMk cId="771038140" sldId="323"/>
        </pc:sldMkLst>
      </pc:sldChg>
      <pc:sldMasterChg chg="modSp">
        <pc:chgData name="Brandt Redd" userId="be8ed540b98adac0" providerId="LiveId" clId="{E9C93429-2862-4463-9A79-8448578E8380}" dt="2020-09-18T03:54:42.839" v="33" actId="113"/>
        <pc:sldMasterMkLst>
          <pc:docMk/>
          <pc:sldMasterMk cId="3265304018" sldId="2147483759"/>
        </pc:sldMasterMkLst>
      </pc:sldMasterChg>
    </pc:docChg>
  </pc:docChgLst>
  <pc:docChgLst>
    <pc:chgData name="Brandt Redd" userId="be8ed540b98adac0" providerId="LiveId" clId="{2FE9A95C-1A66-4443-8830-44A1EE461031}"/>
    <pc:docChg chg="addSld modSld">
      <pc:chgData name="Brandt Redd" userId="be8ed540b98adac0" providerId="LiveId" clId="{2FE9A95C-1A66-4443-8830-44A1EE461031}" dt="2024-01-26T01:49:51.120" v="79"/>
      <pc:docMkLst>
        <pc:docMk/>
      </pc:docMkLst>
      <pc:sldChg chg="modSp mod">
        <pc:chgData name="Brandt Redd" userId="be8ed540b98adac0" providerId="LiveId" clId="{2FE9A95C-1A66-4443-8830-44A1EE461031}" dt="2024-01-26T01:49:45.356" v="78" actId="1076"/>
        <pc:sldMkLst>
          <pc:docMk/>
          <pc:sldMk cId="0" sldId="256"/>
        </pc:sldMkLst>
      </pc:sldChg>
      <pc:sldChg chg="add">
        <pc:chgData name="Brandt Redd" userId="be8ed540b98adac0" providerId="LiveId" clId="{2FE9A95C-1A66-4443-8830-44A1EE461031}" dt="2024-01-26T01:49:51.120" v="79"/>
        <pc:sldMkLst>
          <pc:docMk/>
          <pc:sldMk cId="0" sldId="258"/>
        </pc:sldMkLst>
      </pc:sldChg>
    </pc:docChg>
  </pc:docChgLst>
  <pc:docChgLst>
    <pc:chgData name="Brandt Redd" userId="be8ed540b98adac0" providerId="LiveId" clId="{13ED2449-56F3-46D1-BE8B-D79CE39758C6}"/>
    <pc:docChg chg="modSld">
      <pc:chgData name="Brandt Redd" userId="be8ed540b98adac0" providerId="LiveId" clId="{13ED2449-56F3-46D1-BE8B-D79CE39758C6}" dt="2020-09-18T05:18:07.227" v="3" actId="403"/>
      <pc:docMkLst>
        <pc:docMk/>
      </pc:docMkLst>
      <pc:sldChg chg="modSp mod">
        <pc:chgData name="Brandt Redd" userId="be8ed540b98adac0" providerId="LiveId" clId="{13ED2449-56F3-46D1-BE8B-D79CE39758C6}" dt="2020-09-18T05:18:07.227" v="3" actId="403"/>
        <pc:sldMkLst>
          <pc:docMk/>
          <pc:sldMk cId="0" sldId="256"/>
        </pc:sldMkLst>
      </pc:sldChg>
    </pc:docChg>
  </pc:docChgLst>
  <pc:docChgLst>
    <pc:chgData name="Brandt Redd" userId="be8ed540b98adac0" providerId="LiveId" clId="{25A0BFCE-F204-4806-B3B2-47FF3C8446B9}"/>
    <pc:docChg chg="delSld">
      <pc:chgData name="Brandt Redd" userId="be8ed540b98adac0" providerId="LiveId" clId="{25A0BFCE-F204-4806-B3B2-47FF3C8446B9}" dt="2021-12-23T16:18:41.396" v="1" actId="47"/>
      <pc:docMkLst>
        <pc:docMk/>
      </pc:docMkLst>
      <pc:sldChg chg="del">
        <pc:chgData name="Brandt Redd" userId="be8ed540b98adac0" providerId="LiveId" clId="{25A0BFCE-F204-4806-B3B2-47FF3C8446B9}" dt="2021-12-23T16:18:06.814" v="0" actId="47"/>
        <pc:sldMkLst>
          <pc:docMk/>
          <pc:sldMk cId="2896619086" sldId="315"/>
        </pc:sldMkLst>
      </pc:sldChg>
      <pc:sldChg chg="del">
        <pc:chgData name="Brandt Redd" userId="be8ed540b98adac0" providerId="LiveId" clId="{25A0BFCE-F204-4806-B3B2-47FF3C8446B9}" dt="2021-12-23T16:18:41.396" v="1" actId="47"/>
        <pc:sldMkLst>
          <pc:docMk/>
          <pc:sldMk cId="1829776121" sldId="319"/>
        </pc:sldMkLst>
      </pc:sldChg>
    </pc:docChg>
  </pc:docChgLst>
  <pc:docChgLst>
    <pc:chgData name="Brandt Redd" userId="be8ed540b98adac0" providerId="LiveId" clId="{24ECD183-7AA9-49DA-BCC5-A81C44425F61}"/>
    <pc:docChg chg="undo custSel addSld delSld modSld sldOrd">
      <pc:chgData name="Brandt Redd" userId="be8ed540b98adac0" providerId="LiveId" clId="{24ECD183-7AA9-49DA-BCC5-A81C44425F61}" dt="2021-09-17T14:03:20.592" v="294" actId="20577"/>
      <pc:docMkLst>
        <pc:docMk/>
      </pc:docMkLst>
      <pc:sldChg chg="modSp mod">
        <pc:chgData name="Brandt Redd" userId="be8ed540b98adac0" providerId="LiveId" clId="{24ECD183-7AA9-49DA-BCC5-A81C44425F61}" dt="2021-09-16T22:51:38.253" v="167" actId="20577"/>
        <pc:sldMkLst>
          <pc:docMk/>
          <pc:sldMk cId="0" sldId="256"/>
        </pc:sldMkLst>
      </pc:sldChg>
      <pc:sldChg chg="add del ord">
        <pc:chgData name="Brandt Redd" userId="be8ed540b98adac0" providerId="LiveId" clId="{24ECD183-7AA9-49DA-BCC5-A81C44425F61}" dt="2021-09-16T23:33:39.132" v="222"/>
        <pc:sldMkLst>
          <pc:docMk/>
          <pc:sldMk cId="0" sldId="260"/>
        </pc:sldMkLst>
      </pc:sldChg>
      <pc:sldChg chg="del">
        <pc:chgData name="Brandt Redd" userId="be8ed540b98adac0" providerId="LiveId" clId="{24ECD183-7AA9-49DA-BCC5-A81C44425F61}" dt="2021-09-16T22:53:45.615" v="170" actId="47"/>
        <pc:sldMkLst>
          <pc:docMk/>
          <pc:sldMk cId="0" sldId="262"/>
        </pc:sldMkLst>
      </pc:sldChg>
      <pc:sldChg chg="ord">
        <pc:chgData name="Brandt Redd" userId="be8ed540b98adac0" providerId="LiveId" clId="{24ECD183-7AA9-49DA-BCC5-A81C44425F61}" dt="2021-09-16T23:33:24.141" v="218"/>
        <pc:sldMkLst>
          <pc:docMk/>
          <pc:sldMk cId="0" sldId="277"/>
        </pc:sldMkLst>
      </pc:sldChg>
      <pc:sldChg chg="add del">
        <pc:chgData name="Brandt Redd" userId="be8ed540b98adac0" providerId="LiveId" clId="{24ECD183-7AA9-49DA-BCC5-A81C44425F61}" dt="2021-09-16T23:33:42.937" v="223" actId="47"/>
        <pc:sldMkLst>
          <pc:docMk/>
          <pc:sldMk cId="0" sldId="303"/>
        </pc:sldMkLst>
      </pc:sldChg>
      <pc:sldChg chg="addSp modSp mod chgLayout">
        <pc:chgData name="Brandt Redd" userId="be8ed540b98adac0" providerId="LiveId" clId="{24ECD183-7AA9-49DA-BCC5-A81C44425F61}" dt="2021-09-16T23:33:54.027" v="246" actId="20577"/>
        <pc:sldMkLst>
          <pc:docMk/>
          <pc:sldMk cId="0" sldId="304"/>
        </pc:sldMkLst>
      </pc:sldChg>
      <pc:sldChg chg="addSp modSp mod modClrScheme chgLayout">
        <pc:chgData name="Brandt Redd" userId="be8ed540b98adac0" providerId="LiveId" clId="{24ECD183-7AA9-49DA-BCC5-A81C44425F61}" dt="2021-09-16T22:54:13.729" v="180" actId="20577"/>
        <pc:sldMkLst>
          <pc:docMk/>
          <pc:sldMk cId="1801968994" sldId="308"/>
        </pc:sldMkLst>
      </pc:sldChg>
      <pc:sldChg chg="addSp delSp modSp mod">
        <pc:chgData name="Brandt Redd" userId="be8ed540b98adac0" providerId="LiveId" clId="{24ECD183-7AA9-49DA-BCC5-A81C44425F61}" dt="2021-09-16T22:52:51.783" v="169" actId="478"/>
        <pc:sldMkLst>
          <pc:docMk/>
          <pc:sldMk cId="2895673810" sldId="310"/>
        </pc:sldMkLst>
      </pc:sldChg>
      <pc:sldChg chg="modSp mod">
        <pc:chgData name="Brandt Redd" userId="be8ed540b98adac0" providerId="LiveId" clId="{24ECD183-7AA9-49DA-BCC5-A81C44425F61}" dt="2021-09-16T23:17:14.004" v="203" actId="6549"/>
        <pc:sldMkLst>
          <pc:docMk/>
          <pc:sldMk cId="0" sldId="311"/>
        </pc:sldMkLst>
      </pc:sldChg>
      <pc:sldChg chg="addSp modSp mod modClrScheme chgLayout">
        <pc:chgData name="Brandt Redd" userId="be8ed540b98adac0" providerId="LiveId" clId="{24ECD183-7AA9-49DA-BCC5-A81C44425F61}" dt="2021-09-16T22:54:26.125" v="191" actId="20577"/>
        <pc:sldMkLst>
          <pc:docMk/>
          <pc:sldMk cId="558729762" sldId="312"/>
        </pc:sldMkLst>
      </pc:sldChg>
      <pc:sldChg chg="addSp delSp modSp mod">
        <pc:chgData name="Brandt Redd" userId="be8ed540b98adac0" providerId="LiveId" clId="{24ECD183-7AA9-49DA-BCC5-A81C44425F61}" dt="2021-09-16T22:54:50.487" v="193" actId="478"/>
        <pc:sldMkLst>
          <pc:docMk/>
          <pc:sldMk cId="771038140" sldId="314"/>
        </pc:sldMkLst>
      </pc:sldChg>
      <pc:sldChg chg="modSp mod">
        <pc:chgData name="Brandt Redd" userId="be8ed540b98adac0" providerId="LiveId" clId="{24ECD183-7AA9-49DA-BCC5-A81C44425F61}" dt="2021-09-16T21:37:35.799" v="54" actId="6549"/>
        <pc:sldMkLst>
          <pc:docMk/>
          <pc:sldMk cId="2896619086" sldId="315"/>
        </pc:sldMkLst>
      </pc:sldChg>
      <pc:sldChg chg="addSp delSp modSp new mod">
        <pc:chgData name="Brandt Redd" userId="be8ed540b98adac0" providerId="LiveId" clId="{24ECD183-7AA9-49DA-BCC5-A81C44425F61}" dt="2021-09-17T14:03:20.592" v="294" actId="20577"/>
        <pc:sldMkLst>
          <pc:docMk/>
          <pc:sldMk cId="1829776121" sldId="3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E455F8-C933-427D-8841-2DA730993A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FFE88-4193-4C99-A737-9CAE73E485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charset="0"/>
              </a:defRPr>
            </a:lvl1pPr>
          </a:lstStyle>
          <a:p>
            <a:pPr>
              <a:defRPr/>
            </a:pPr>
            <a:fld id="{0321BC2F-6172-4D7F-B38F-1338AABDAEC2}" type="datetimeFigureOut">
              <a:rPr lang="en-US"/>
              <a:pPr>
                <a:defRPr/>
              </a:pPr>
              <a:t>2025-01-28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6F26D-DB75-4F13-A04B-9597F445B5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70DD8-993A-4E33-9B97-87F80A9FB5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CB4B9F-33A3-4102-91DA-886C8C746F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00DDE0-E514-4071-BCB8-9ADCA5DC6C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F3449-EACF-4CA8-87DC-F822A9693FE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itchFamily="34" charset="0"/>
              </a:defRPr>
            </a:lvl1pPr>
          </a:lstStyle>
          <a:p>
            <a:pPr>
              <a:defRPr/>
            </a:pPr>
            <a:fld id="{1182C909-6DCC-449D-A5FF-20213B881FC7}" type="datetimeFigureOut">
              <a:rPr lang="en-US"/>
              <a:pPr>
                <a:defRPr/>
              </a:pPr>
              <a:t>2025-01-28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30AD1A-1BF2-43F9-BF5C-89F10510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4B4692-2A6B-4E5E-8330-929B99BB2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281D7-27CF-4398-A8E4-CF6AA018B1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BBAFB-2F91-4270-A3C5-A27751D96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67D3874-32BD-42A5-BB5F-1506933979D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epud.co.uk/blog/anatomy-of-a-url.php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oepud.co.uk/blog/anatomy-of-a-url.php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20thingsilearned.com/en-US/url/1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ntu.edu.sg/home/ehchua/programming/webprogramming/HTTP_Basics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invented the World</a:t>
            </a:r>
            <a:r>
              <a:rPr lang="en-US" baseline="0" dirty="0"/>
              <a:t> Wide Web? Tim Berners-Lee who was working at CERN at the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7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See </a:t>
            </a:r>
            <a:r>
              <a:rPr lang="en-US">
                <a:hlinkClick r:id="rId3"/>
              </a:rPr>
              <a:t>http://doepud.co.uk/blog/anatomy-of-a-url.php</a:t>
            </a:r>
            <a:r>
              <a:rPr lang="en-US"/>
              <a:t> for a full description of the parts. Image from there.</a:t>
            </a:r>
          </a:p>
          <a:p>
            <a:r>
              <a:rPr lang="en-US"/>
              <a:t>Note that uk is the “top level domain”, co is the “first level domain” doepud is the “host name” or the name of the machine on the .co.uk domain.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/>
            <a:fld id="{5DD0CE72-0104-40F3-8DFF-B0D0C3B1A5ED}" type="slidenum">
              <a:rPr lang="en-US" sz="1200" smtClean="0">
                <a:cs typeface="Arial" charset="0"/>
              </a:rPr>
              <a:pPr eaLnBrk="1" hangingPunct="1"/>
              <a:t>4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See </a:t>
            </a:r>
            <a:r>
              <a:rPr lang="en-US">
                <a:hlinkClick r:id="rId3"/>
              </a:rPr>
              <a:t>http://doepud.co.uk/blog/anatomy-of-a-url.php</a:t>
            </a:r>
            <a:r>
              <a:rPr lang="en-US"/>
              <a:t> for a full description of the parts. Image from there.</a:t>
            </a:r>
          </a:p>
          <a:p>
            <a:r>
              <a:rPr lang="en-US"/>
              <a:t>Understanding these parts of a URL has important security implications: see </a:t>
            </a:r>
            <a:r>
              <a:rPr lang="en-US">
                <a:hlinkClick r:id="rId4"/>
              </a:rPr>
              <a:t>http://www.20thingsilearned.com/en-US/url/1</a:t>
            </a: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eaLnBrk="1" hangingPunct="1"/>
            <a:fld id="{54105626-DC41-4A83-A42B-0A9B164B9C4D}" type="slidenum">
              <a:rPr lang="en-US" sz="1200" smtClean="0">
                <a:cs typeface="Arial" charset="0"/>
              </a:rPr>
              <a:pPr eaLnBrk="1" hangingPunct="1"/>
              <a:t>5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4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blog.barkly.com</a:t>
            </a:r>
            <a:r>
              <a:rPr lang="en-US" dirty="0"/>
              <a:t>/how-to-avoid-getting-phished-spot-fake-</a:t>
            </a:r>
            <a:r>
              <a:rPr lang="en-US" dirty="0" err="1"/>
              <a:t>url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6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info.phishlabs.com</a:t>
            </a:r>
            <a:r>
              <a:rPr lang="en-US" dirty="0"/>
              <a:t>/blog/the-mobile-phishing-threat-</a:t>
            </a:r>
            <a:r>
              <a:rPr lang="en-US" dirty="0" err="1"/>
              <a:t>youll</a:t>
            </a:r>
            <a:r>
              <a:rPr lang="en-US" dirty="0"/>
              <a:t>-see-very-soon-</a:t>
            </a:r>
            <a:r>
              <a:rPr lang="en-US" dirty="0" err="1"/>
              <a:t>url</a:t>
            </a:r>
            <a:r>
              <a:rPr lang="en-US" dirty="0"/>
              <a:t>-padding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4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https://</a:t>
            </a:r>
            <a:r>
              <a:rPr lang="en-US" dirty="0" err="1"/>
              <a:t>www.icann.org</a:t>
            </a:r>
            <a:r>
              <a:rPr lang="en-US" dirty="0"/>
              <a:t>/resources/pages/what-2012-02-25-en for a nice description of how the “Internet” addressing (IP addresses and domain names) are facilitated by ICANN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2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199F5CD1-6120-451C-9B2E-DA0B4747B2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6" name="Notes Placeholder 2">
            <a:extLst>
              <a:ext uri="{FF2B5EF4-FFF2-40B4-BE49-F238E27FC236}">
                <a16:creationId xmlns:a16="http://schemas.microsoft.com/office/drawing/2014/main" id="{94897150-8697-4EBF-95A4-F15F95C91E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See </a:t>
            </a:r>
            <a:r>
              <a:rPr lang="en-US" altLang="en-US">
                <a:hlinkClick r:id="rId3"/>
              </a:rPr>
              <a:t>http://www3.ntu.edu.sg/home/ehchua/programming/webprogramming/HTTP_Basics.html</a:t>
            </a:r>
            <a:endParaRPr lang="en-US" altLang="en-US"/>
          </a:p>
          <a:p>
            <a:r>
              <a:rPr lang="en-US" altLang="en-US"/>
              <a:t> for a very detailed and excellently illustrated walk-through of everything HTTP. Images taken from that link.</a:t>
            </a:r>
          </a:p>
          <a:p>
            <a:endParaRPr lang="en-US" altLang="en-US"/>
          </a:p>
          <a:p>
            <a:r>
              <a:rPr lang="en-US" altLang="en-US"/>
              <a:t>At it’s core, a web server is simply software that knows how to respond to HTTP requests. You’ll make a very simple one in networking! (show them?)</a:t>
            </a: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E4928DF0-0203-450E-8882-B388056EF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E1D7977-0C88-496F-94A0-0881046E8BAF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92028434-5CE1-4307-8869-E41AAEC6AF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28B2E90C-2AB9-42EF-85D8-C8715585FF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Remember, the first part of a URL is the “protocol”, which for the WWW is HTTP, or it’s cousin HTTPS which is a secure version of HTTP that uses encryption as we’ll learn about later in the class.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B049E3BC-DDB1-4702-9A66-64E43CA8E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99D232C-FA34-4288-8FE1-188D0AFBBBC8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361F4-E157-4E0B-89D6-3FB3077A9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7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24CB4EEC-D15A-4B91-A5EF-D1C9B814B7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7A739996-5AC7-4371-894B-6E904792D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A726C-93EE-4194-A410-0204A674F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3AAEC8-028F-4A70-8E16-2954EABB6DDB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9618-A456-4A52-91B5-7F5C18DEE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1DA2C-BABE-4733-A6EA-F84EB47A7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237C6-0D6E-4B95-9707-31B1E35F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8CD9D-122E-4F46-BA1A-FE9A94DE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3795-76BB-450A-AA96-8DE9B9D8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EA905-9772-4841-AD94-8DFA5CDBAA2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06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B51A-2EED-4E6B-BFE6-BF080C94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33C6-79C2-4605-86AD-1A00F79F0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B6A7-D025-4765-9A9B-69F8068E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A9608-CF54-40DB-97A2-1E4540F7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E9CD5-EBE9-4DF5-BBDC-A7A1F192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7F1-37C1-4918-BA8D-60B3238717B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84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8402-BA84-431D-92D4-4663FEF78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CE318-8CC8-42D5-95E6-61373CF00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61EF-EB68-4955-BE50-03B2BB5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3792E-D73B-464D-9536-EBD592C8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4BC94-A8E6-4E57-9704-1EADA806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2E8A5-B0B4-479C-BDAE-16711C8C8B3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30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4E9B-E436-4AD2-9AFF-6A810FBA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561AA-256A-47F9-AC0F-848AECB3D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17EC9-AFA5-4947-AEA7-262D1F1F3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4981-C11E-4587-B6A0-26B0FFDC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52D2B-C2CE-46B1-94FE-D5FFCD50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11C7B-9A01-4673-9F9F-37BA10A2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ABC47-FB34-454F-8B30-BBADF87A974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84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6A6D-7CDB-429E-AB9B-14FA13AF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1288A-AC79-4E10-92FB-72CD44C3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040E5-DFA6-46DF-8B74-32B98D0A6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5E865-FD49-414E-AE53-1B3A8232D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C3CAB-B0EF-40E6-A4D3-1622CE9A4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7560E-0576-45D5-A714-7AB8F0D2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D9FCB-2D93-432D-A066-65315A0D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E053D-9529-4684-A972-FA7AA1FE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99A1-EE03-4E14-A71F-E0B57B55642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29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D3A2-380B-4EF2-8B8D-3F1FA531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7185B-316E-4423-A97B-963E2D88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D3126-D8A1-4DCF-8104-BD271B64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2728C-2FC6-4AAE-A4DB-DCA9D6EF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88FA2-030E-44A8-96EA-55F129AAEFF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995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18DA3-C306-44E4-85F0-D9390FA9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392F8-7916-4F21-B491-C0449A2F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28609-A41A-4E2B-8F55-4253157E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E6E63-D50C-4D5B-ACBD-123E9B1C99C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56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ACB9-7BFE-47F8-BD45-A0E84A11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F17BE-BC79-4AB1-B294-85721D72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4811D-CDF4-48CC-8843-F806D332E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E97B8-E893-4826-9A77-33FBF49A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7265D-DFCE-4853-A818-A1B0C074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0CF06-C64C-435F-A1FE-7916BB2B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EC2BB-F7AC-4DA7-A5F2-4E984EFD08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62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8A83-A181-4953-A783-B9766C21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280CD-D809-42FA-837D-F954D1F0A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4DADE-791C-4808-9367-976C0F905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6A01F-7CC4-44F5-9A9D-D68BC697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5B6D4-D287-46FA-ADD0-484CBF64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13A7D-550D-4722-9B9D-50BA35B7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94B2-9007-4EC7-A3F6-634C0475EB8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06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EED4-038D-446D-8CF1-86634C13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6D02D-756E-49E8-8E63-6159046A2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DA3F-C833-4AB4-B055-07A16D63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BAD98-2966-4347-A707-593C4FF3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90BB7-59DD-475C-BA3D-DD5D27F0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3907-9D4C-4981-8C6B-F9E4C471C93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0E3F44-AADF-44B5-8DEB-DC949D4F0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315C7-1313-448F-A42F-91B1A3E87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74756-DEAA-4949-86E8-E8072EFC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D0762-6894-4C97-BDB1-08990480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F6E54-8334-42B6-AF80-41EF6148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29F7-F790-4BC9-A554-F8825596E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28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A2BFA-9F51-4057-AA9E-EDBF561C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32BC5-4167-448C-91F3-ED82FF0AA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8DC9C-62B9-44A9-8D99-3F8B1535A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9005-B9EC-4BC0-9A5B-2B3A089F7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7B25-4F81-4187-AEDC-1AA7A68BE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6F160-EE16-4487-A8B5-A6231F93EC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30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0BEF9F9-C446-4C3B-8F4F-F1AF44BDFA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143000"/>
            <a:ext cx="7315200" cy="2387600"/>
          </a:xfrm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en-US" sz="4800" dirty="0"/>
              <a:t>The World-Wide Web</a:t>
            </a:r>
            <a:br>
              <a:rPr lang="en-US" altLang="en-US" sz="4800" dirty="0"/>
            </a:br>
            <a:r>
              <a:rPr lang="en-US" altLang="en-US" sz="4800" dirty="0"/>
              <a:t>URLs, Protocols, and Certificates</a:t>
            </a:r>
            <a:endParaRPr lang="en-US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97729DE-0AC1-4192-B8B4-19F31CC3B5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normAutofit/>
          </a:bodyPr>
          <a:lstStyle/>
          <a:p>
            <a:pPr eaLnBrk="1" hangingPunct="1">
              <a:buFont typeface="Wingdings" charset="2"/>
              <a:buNone/>
              <a:defRPr/>
            </a:pPr>
            <a:endParaRPr lang="en-US" altLang="en-US" sz="3200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sz="3200" dirty="0"/>
              <a:t>IT&amp;C 210A - S8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is the World Wide Web?</a:t>
            </a:r>
          </a:p>
        </p:txBody>
      </p:sp>
      <p:sp>
        <p:nvSpPr>
          <p:cNvPr id="6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It is a set of documents and other resources (e.g., images, HTML pages) linked together by hyperlinks, made available by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web servers</a:t>
            </a:r>
            <a:r>
              <a:rPr lang="en-US" sz="2800" dirty="0"/>
              <a:t>, and “read” by client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web browsers</a:t>
            </a:r>
          </a:p>
          <a:p>
            <a:pPr eaLnBrk="1" hangingPunct="1"/>
            <a:r>
              <a:rPr lang="en-US" sz="2800" dirty="0"/>
              <a:t>WWW documents are requested and sent using the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HTTP protocol</a:t>
            </a:r>
            <a:r>
              <a:rPr lang="en-US" sz="2800" dirty="0"/>
              <a:t>.</a:t>
            </a:r>
          </a:p>
          <a:p>
            <a:r>
              <a:rPr lang="en-US" sz="2800" dirty="0"/>
              <a:t>It is </a:t>
            </a:r>
            <a:r>
              <a:rPr lang="en-US" sz="2800" i="1" dirty="0"/>
              <a:t>not</a:t>
            </a:r>
            <a:r>
              <a:rPr lang="en-US" sz="2800" dirty="0"/>
              <a:t> the Internet.</a:t>
            </a:r>
          </a:p>
          <a:p>
            <a:r>
              <a:rPr lang="en-US" sz="2800" dirty="0"/>
              <a:t>It is not a computer network</a:t>
            </a:r>
          </a:p>
          <a:p>
            <a:pPr eaLnBrk="1" hangingPunct="1"/>
            <a:endParaRPr lang="en-US" sz="2800" dirty="0"/>
          </a:p>
        </p:txBody>
      </p:sp>
      <p:pic>
        <p:nvPicPr>
          <p:cNvPr id="6149" name="Picture 5" descr="http://31.media.tumblr.com/tumblr_m7vknnrE181rn3fpto1_5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082" y="4343400"/>
            <a:ext cx="3737918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822F3-5D7D-4C88-832C-1D9DB1786B4E}"/>
              </a:ext>
            </a:extLst>
          </p:cNvPr>
          <p:cNvSpPr txBox="1"/>
          <p:nvPr/>
        </p:nvSpPr>
        <p:spPr>
          <a:xfrm>
            <a:off x="3620911" y="5770116"/>
            <a:ext cx="1748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Tim Berners-Lee invented the World Wide Web at CERN.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208E2A-C46C-495D-93DF-A493E3581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URLs</a:t>
            </a:r>
            <a:br>
              <a:rPr lang="en-US" dirty="0"/>
            </a:br>
            <a:r>
              <a:rPr lang="en-US" dirty="0"/>
              <a:t>(Uniform Resource Locators)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5DC6F51-99BB-4A24-9CEC-B02CFA8157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210A</a:t>
            </a:r>
          </a:p>
        </p:txBody>
      </p:sp>
    </p:spTree>
    <p:extLst>
      <p:ext uri="{BB962C8B-B14F-4D97-AF65-F5344CB8AC3E}">
        <p14:creationId xmlns:p14="http://schemas.microsoft.com/office/powerpoint/2010/main" val="180196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219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/>
              <a:t>Simple Universal Resource Locator (URL) Example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400"/>
            <a:ext cx="7354888" cy="409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Detailed URL Example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63775"/>
            <a:ext cx="8991600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4508-1BBA-4C3A-909E-E689AED6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dirty="0"/>
              <a:t>URL Demo (Wikipedia, YouTube)</a:t>
            </a:r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03FF28FC-3C37-46D2-89E7-A3969DAC4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720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67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AD44-F737-3A44-B527-642BEB38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Look before You Leap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19A1C-06CC-2541-98ED-715EC9443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3600"/>
            <a:ext cx="878632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5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19A7-93D5-244D-9843-FF2F2850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Beware: URL Padding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E15DD-7960-E04C-A6E4-D6DAC337F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417638"/>
            <a:ext cx="5803557" cy="48632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B521FC-309A-AF4F-9907-DA3B89B17F33}"/>
              </a:ext>
            </a:extLst>
          </p:cNvPr>
          <p:cNvSpPr/>
          <p:nvPr/>
        </p:nvSpPr>
        <p:spPr>
          <a:xfrm>
            <a:off x="1377778" y="6477000"/>
            <a:ext cx="6705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Source Sans Pro"/>
              </a:rPr>
              <a:t>hxxp</a:t>
            </a:r>
            <a:r>
              <a:rPr lang="en-US" sz="1400" dirty="0">
                <a:solidFill>
                  <a:srgbClr val="000000"/>
                </a:solidFill>
                <a:latin typeface="Source Sans Pro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latin typeface="Source Sans Pro"/>
              </a:rPr>
              <a:t>m.facebook.com</a:t>
            </a:r>
            <a:r>
              <a:rPr lang="en-US" sz="1400" dirty="0">
                <a:solidFill>
                  <a:srgbClr val="000000"/>
                </a:solidFill>
                <a:latin typeface="Source Sans Pro"/>
              </a:rPr>
              <a:t>----------------validate----step1.rickytaylk[dot]com/</a:t>
            </a:r>
            <a:r>
              <a:rPr lang="en-US" sz="1400" dirty="0" err="1">
                <a:solidFill>
                  <a:srgbClr val="000000"/>
                </a:solidFill>
                <a:latin typeface="Source Sans Pro"/>
              </a:rPr>
              <a:t>sign_in.html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336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on URLs</a:t>
            </a:r>
          </a:p>
        </p:txBody>
      </p:sp>
      <p:sp>
        <p:nvSpPr>
          <p:cNvPr id="19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Other Protocols (aka Schemes):</a:t>
            </a:r>
          </a:p>
          <a:p>
            <a:pPr lvl="1" eaLnBrk="1" hangingPunct="1"/>
            <a:r>
              <a:rPr lang="en-US" dirty="0"/>
              <a:t>HTTPS: 	secure HTTP</a:t>
            </a:r>
          </a:p>
          <a:p>
            <a:pPr lvl="1" eaLnBrk="1" hangingPunct="1"/>
            <a:r>
              <a:rPr lang="en-US" dirty="0"/>
              <a:t>FTP:	File Transfer Protocol</a:t>
            </a:r>
          </a:p>
          <a:p>
            <a:pPr lvl="1" eaLnBrk="1" hangingPunct="1"/>
            <a:r>
              <a:rPr lang="en-US" i="1" dirty="0"/>
              <a:t>Also:</a:t>
            </a:r>
            <a:r>
              <a:rPr lang="en-US" dirty="0"/>
              <a:t> 	file:, mailto:, telnet:, news: etc.</a:t>
            </a:r>
            <a:endParaRPr 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06E7885-7335-A746-10C7-055DF2B07C30}"/>
              </a:ext>
            </a:extLst>
          </p:cNvPr>
          <p:cNvSpPr/>
          <p:nvPr/>
        </p:nvSpPr>
        <p:spPr>
          <a:xfrm>
            <a:off x="8610600" y="6292328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0F5BEF76-7AEF-4750-B0F9-7A6235E205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HTTP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dirty="0" err="1"/>
              <a:t>HyperText</a:t>
            </a:r>
            <a:r>
              <a:rPr lang="en-US" altLang="en-US" dirty="0"/>
              <a:t> Transfer Protocol)</a:t>
            </a:r>
          </a:p>
        </p:txBody>
      </p:sp>
      <p:sp>
        <p:nvSpPr>
          <p:cNvPr id="24578" name="Subtitle 2">
            <a:extLst>
              <a:ext uri="{FF2B5EF4-FFF2-40B4-BE49-F238E27FC236}">
                <a16:creationId xmlns:a16="http://schemas.microsoft.com/office/drawing/2014/main" id="{D5C6D765-F095-4497-9458-3D3D576588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dirty="0"/>
              <a:t>The protocol of the World Wide Web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3ADD2B46-47E5-4672-AFEB-CDFAC1A88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839A7-352D-9047-B552-AAF647BE5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16002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Pull protocol (i.e., client initiated)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Stateless protocol (i.e., forgetful, connectionless)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Uses TCP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</p:txBody>
      </p:sp>
      <p:pic>
        <p:nvPicPr>
          <p:cNvPr id="25603" name="Picture 2" descr="http://www3.ntu.edu.sg/home/ehchua/programming/webprogramming/images/HTTP.png">
            <a:extLst>
              <a:ext uri="{FF2B5EF4-FFF2-40B4-BE49-F238E27FC236}">
                <a16:creationId xmlns:a16="http://schemas.microsoft.com/office/drawing/2014/main" id="{B1DCB57E-6EE6-467D-A573-5EEF1CA89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71800"/>
            <a:ext cx="89154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E21E6EA4-DC19-4E12-B8A6-E5919DEEB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Closer Look</a:t>
            </a:r>
          </a:p>
        </p:txBody>
      </p:sp>
      <p:pic>
        <p:nvPicPr>
          <p:cNvPr id="27650" name="Picture 2" descr="http://www3.ntu.edu.sg/home/ehchua/programming/webprogramming/images/HTTP_Steps.png">
            <a:extLst>
              <a:ext uri="{FF2B5EF4-FFF2-40B4-BE49-F238E27FC236}">
                <a16:creationId xmlns:a16="http://schemas.microsoft.com/office/drawing/2014/main" id="{9AECEA7A-C068-417D-A275-0773CDFBE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8805863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ED86-9692-4016-AE88-BDCD8E8E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0D2B1-45A7-4F77-8260-47C90AC2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Reviewing an HTTP request in browser tools.</a:t>
            </a:r>
          </a:p>
        </p:txBody>
      </p:sp>
      <p:pic>
        <p:nvPicPr>
          <p:cNvPr id="4" name="Picture 2" descr="See the source image">
            <a:extLst>
              <a:ext uri="{FF2B5EF4-FFF2-40B4-BE49-F238E27FC236}">
                <a16:creationId xmlns:a16="http://schemas.microsoft.com/office/drawing/2014/main" id="{1560CB14-3CB6-40F6-A9EE-C1C6CDA71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824491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64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6436D038-6ABD-4184-9020-AAAB840C6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HTTP Request Example</a:t>
            </a:r>
          </a:p>
        </p:txBody>
      </p:sp>
      <p:pic>
        <p:nvPicPr>
          <p:cNvPr id="29698" name="Picture 2" descr="http://www3.ntu.edu.sg/home/ehchua/programming/webprogramming/images/HTTP_RequestMessageExample.png">
            <a:extLst>
              <a:ext uri="{FF2B5EF4-FFF2-40B4-BE49-F238E27FC236}">
                <a16:creationId xmlns:a16="http://schemas.microsoft.com/office/drawing/2014/main" id="{A055FEA1-6899-48B3-839F-7B11C1887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09800"/>
            <a:ext cx="8736013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7C2CB6F0-B3B3-45F0-B5D2-F9C324D9B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HTTP Response Example</a:t>
            </a:r>
          </a:p>
        </p:txBody>
      </p:sp>
      <p:pic>
        <p:nvPicPr>
          <p:cNvPr id="30722" name="Picture 2" descr="http://www3.ntu.edu.sg/home/ehchua/programming/webprogramming/images/HTTP_ResponseMessageExample.png">
            <a:extLst>
              <a:ext uri="{FF2B5EF4-FFF2-40B4-BE49-F238E27FC236}">
                <a16:creationId xmlns:a16="http://schemas.microsoft.com/office/drawing/2014/main" id="{D9D13739-176F-416B-87C1-3B776862A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840788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2366264F-DD93-4BED-A993-E47355BF0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HTTP Status Messages</a:t>
            </a:r>
          </a:p>
        </p:txBody>
      </p:sp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9C15F8C3-E700-4C2D-A7CC-C3E5DC979D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altLang="en-US" sz="2800" dirty="0"/>
              <a:t>200 – OK: The request is fulfilled</a:t>
            </a:r>
          </a:p>
          <a:p>
            <a:r>
              <a:rPr lang="en-US" altLang="en-US" sz="2800" dirty="0"/>
              <a:t>3xx – Redirect</a:t>
            </a:r>
          </a:p>
          <a:p>
            <a:r>
              <a:rPr lang="en-US" altLang="en-US" sz="2800" dirty="0"/>
              <a:t>400 – Bad request (probably syntax error)</a:t>
            </a:r>
          </a:p>
          <a:p>
            <a:r>
              <a:rPr lang="en-US" altLang="en-US" sz="2800" dirty="0"/>
              <a:t>401 – Authentication Required</a:t>
            </a:r>
          </a:p>
          <a:p>
            <a:r>
              <a:rPr lang="en-US" altLang="en-US" sz="2800" dirty="0"/>
              <a:t>404 – Not found</a:t>
            </a:r>
          </a:p>
          <a:p>
            <a:r>
              <a:rPr lang="en-US" altLang="en-US" sz="2800" dirty="0"/>
              <a:t>408 – Request timeout</a:t>
            </a:r>
          </a:p>
          <a:p>
            <a:r>
              <a:rPr lang="en-US" altLang="en-US" sz="2800" dirty="0"/>
              <a:t>500 – Internal server error (likely an error in your server-side code – e.g., PHP code)</a:t>
            </a:r>
          </a:p>
          <a:p>
            <a:r>
              <a:rPr lang="en-US" altLang="en-US" sz="2800" dirty="0"/>
              <a:t>503 – Service unavailable (e.g., server is overloaded or down)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D94A-9FBB-4F43-9D9B-237B9744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C905-D5F0-42F0-9E81-24CBE026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– Retrieve a resource</a:t>
            </a:r>
          </a:p>
          <a:p>
            <a:r>
              <a:rPr lang="en-US" dirty="0"/>
              <a:t>PUT – Store or update a resource</a:t>
            </a:r>
          </a:p>
          <a:p>
            <a:r>
              <a:rPr lang="en-US" dirty="0"/>
              <a:t>POST – Send form data or create a new resource.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GET can only send textual data in the query string.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PUT and POST have a payload that may be text or binary.</a:t>
            </a:r>
          </a:p>
        </p:txBody>
      </p:sp>
    </p:spTree>
    <p:extLst>
      <p:ext uri="{BB962C8B-B14F-4D97-AF65-F5344CB8AC3E}">
        <p14:creationId xmlns:p14="http://schemas.microsoft.com/office/powerpoint/2010/main" val="2241243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7458-4ED9-820F-8B0A-A5C291B4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Frontiers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329B-F944-6BC0-409B-D085729AA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HTTP/2</a:t>
            </a:r>
          </a:p>
          <a:p>
            <a:pPr lvl="1"/>
            <a:r>
              <a:rPr lang="en-US" dirty="0"/>
              <a:t>Next-generation HTTP protocol successor to HTTP/1.1</a:t>
            </a:r>
          </a:p>
          <a:p>
            <a:pPr lvl="1"/>
            <a:r>
              <a:rPr lang="en-US" dirty="0"/>
              <a:t>Proposed in 2014, standardized in 2015 as IETF RFC 7540</a:t>
            </a:r>
          </a:p>
          <a:p>
            <a:pPr lvl="1"/>
            <a:r>
              <a:rPr lang="en-US" dirty="0"/>
              <a:t>More compact, binary headers</a:t>
            </a:r>
          </a:p>
          <a:p>
            <a:pPr lvl="1"/>
            <a:r>
              <a:rPr lang="en-US" dirty="0"/>
              <a:t>Can push data to the browser before it is requested</a:t>
            </a:r>
          </a:p>
          <a:p>
            <a:r>
              <a:rPr lang="en-US" dirty="0"/>
              <a:t>QUIC Protocol</a:t>
            </a:r>
          </a:p>
          <a:p>
            <a:pPr lvl="1"/>
            <a:r>
              <a:rPr lang="en-US" dirty="0"/>
              <a:t>Alternative to TCP that builds on UDP</a:t>
            </a:r>
          </a:p>
          <a:p>
            <a:pPr lvl="1"/>
            <a:r>
              <a:rPr lang="en-US" dirty="0"/>
              <a:t>Developed by Google</a:t>
            </a:r>
          </a:p>
          <a:p>
            <a:pPr lvl="1"/>
            <a:r>
              <a:rPr lang="en-US" dirty="0"/>
              <a:t>Improved performance for web communication</a:t>
            </a:r>
          </a:p>
          <a:p>
            <a:pPr lvl="1"/>
            <a:r>
              <a:rPr lang="en-US" dirty="0"/>
              <a:t>Standardized in 2021 as IETF RFC 9000</a:t>
            </a:r>
          </a:p>
          <a:p>
            <a:pPr lvl="1"/>
            <a:r>
              <a:rPr lang="en-US" dirty="0"/>
              <a:t>Supported by Chrome, Edge, and Firefox among others</a:t>
            </a:r>
          </a:p>
          <a:p>
            <a:r>
              <a:rPr lang="en-US" dirty="0"/>
              <a:t>HTTP/2 plus QUIC is sometimes </a:t>
            </a:r>
            <a:r>
              <a:rPr lang="en-US"/>
              <a:t>called HTTP/3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D469F3-0E89-0184-6E45-A8A326884E8B}"/>
              </a:ext>
            </a:extLst>
          </p:cNvPr>
          <p:cNvSpPr/>
          <p:nvPr/>
        </p:nvSpPr>
        <p:spPr>
          <a:xfrm>
            <a:off x="8610600" y="6292328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2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F73C8-CF05-6AF6-96D7-0930B745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Certificates and HTTPS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DCA9C-B64E-8644-4922-54025656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3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A084C46-019F-485A-8F1D-1F7FB053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US" sz="4000">
                <a:solidFill>
                  <a:srgbClr val="000000"/>
                </a:solidFill>
              </a:rPr>
              <a:t>Public Key Certificates and Certificate Authorities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7CE70F31-F49F-423B-9FEC-5075CCA65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3857625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5" name="TextBox 3">
            <a:extLst>
              <a:ext uri="{FF2B5EF4-FFF2-40B4-BE49-F238E27FC236}">
                <a16:creationId xmlns:a16="http://schemas.microsoft.com/office/drawing/2014/main" id="{3722BF68-4886-4F0B-B732-9C95D170B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444" y="1981200"/>
            <a:ext cx="3302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dirty="0"/>
              <a:t>Trusted 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 Party</a:t>
            </a:r>
          </a:p>
          <a:p>
            <a:pPr algn="ctr" eaLnBrk="1" hangingPunct="1"/>
            <a:r>
              <a:rPr lang="en-US" altLang="en-US" sz="2800" dirty="0"/>
              <a:t>Certificate Authority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01CC4-B149-DC0B-4A85-9CF4D3C7198D}"/>
              </a:ext>
            </a:extLst>
          </p:cNvPr>
          <p:cNvSpPr txBox="1"/>
          <p:nvPr/>
        </p:nvSpPr>
        <p:spPr>
          <a:xfrm>
            <a:off x="4876800" y="3657600"/>
            <a:ext cx="4114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certificate is required for TLS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TLS is used by HTTPS and other secure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TLS authenticates the server (they are who they claim to be)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TLS encrypts the connection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76D4-1411-99D6-C7F2-AD05C0B0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a TLS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11D1-146F-097E-76E4-CBD42E66A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public key – private key pair</a:t>
            </a:r>
          </a:p>
          <a:p>
            <a:r>
              <a:rPr lang="en-US" dirty="0"/>
              <a:t>Send the public key to a certificate authority along with identifying information.</a:t>
            </a:r>
          </a:p>
          <a:p>
            <a:r>
              <a:rPr lang="en-US" dirty="0"/>
              <a:t>Certificate authority adds a digital signature thereby creating a digital certificate</a:t>
            </a:r>
          </a:p>
          <a:p>
            <a:pPr lvl="1"/>
            <a:r>
              <a:rPr lang="en-US" dirty="0"/>
              <a:t>The public key</a:t>
            </a:r>
          </a:p>
          <a:p>
            <a:pPr lvl="1"/>
            <a:r>
              <a:rPr lang="en-US" dirty="0"/>
              <a:t>The owner of the public key</a:t>
            </a:r>
          </a:p>
          <a:p>
            <a:pPr lvl="1"/>
            <a:r>
              <a:rPr lang="en-US" dirty="0"/>
              <a:t>Authorized use of this certificate</a:t>
            </a:r>
          </a:p>
          <a:p>
            <a:pPr lvl="1"/>
            <a:r>
              <a:rPr lang="en-US" dirty="0"/>
              <a:t>Expiration date</a:t>
            </a:r>
          </a:p>
          <a:p>
            <a:pPr lvl="1"/>
            <a:r>
              <a:rPr lang="en-US" dirty="0"/>
              <a:t>Digital signature</a:t>
            </a:r>
          </a:p>
          <a:p>
            <a:r>
              <a:rPr lang="en-US" dirty="0"/>
              <a:t>Contemporary tools like </a:t>
            </a:r>
            <a:r>
              <a:rPr lang="en-US" b="1" dirty="0" err="1">
                <a:solidFill>
                  <a:schemeClr val="accent1"/>
                </a:solidFill>
              </a:rPr>
              <a:t>Certbot</a:t>
            </a:r>
            <a:r>
              <a:rPr lang="en-US" dirty="0"/>
              <a:t> automate the process for you.</a:t>
            </a:r>
          </a:p>
        </p:txBody>
      </p:sp>
    </p:spTree>
    <p:extLst>
      <p:ext uri="{BB962C8B-B14F-4D97-AF65-F5344CB8AC3E}">
        <p14:creationId xmlns:p14="http://schemas.microsoft.com/office/powerpoint/2010/main" val="3986630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A584-8A05-4348-844E-27743200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sz="38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Demo: Digital Certificates</a:t>
            </a:r>
          </a:p>
        </p:txBody>
      </p:sp>
      <p:pic>
        <p:nvPicPr>
          <p:cNvPr id="6" name="Graphic 5" descr="Diploma">
            <a:extLst>
              <a:ext uri="{FF2B5EF4-FFF2-40B4-BE49-F238E27FC236}">
                <a16:creationId xmlns:a16="http://schemas.microsoft.com/office/drawing/2014/main" id="{285186E2-8279-42F3-BE02-6E05618D5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50467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F194-91E7-4AAB-845B-699DD03E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6AA86-5884-4726-B0C9-05D12A7B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parts of a URL and what does each do?</a:t>
            </a:r>
          </a:p>
          <a:p>
            <a:r>
              <a:rPr lang="en-US" dirty="0"/>
              <a:t>How do malefactors trick you into thinking a malicious URL is OK?</a:t>
            </a:r>
          </a:p>
          <a:p>
            <a:r>
              <a:rPr lang="en-US" altLang="en-US" sz="2000" dirty="0"/>
              <a:t>Does HTTP 1.1 use TCP or UDP for its transport?</a:t>
            </a:r>
          </a:p>
          <a:p>
            <a:r>
              <a:rPr lang="en-US" altLang="en-US" sz="2000" dirty="0"/>
              <a:t>What are the most common HTTP verbs and what are they used for?</a:t>
            </a:r>
          </a:p>
          <a:p>
            <a:r>
              <a:rPr lang="en-US" altLang="en-US" sz="2000" dirty="0"/>
              <a:t>Can PUT or POST send binary data?</a:t>
            </a:r>
          </a:p>
          <a:p>
            <a:r>
              <a:rPr lang="en-US" altLang="en-US" sz="2000" dirty="0"/>
              <a:t>Can GET send binary data?</a:t>
            </a:r>
          </a:p>
          <a:p>
            <a:r>
              <a:rPr lang="en-US" dirty="0"/>
              <a:t>What are the two functions provided by TLS?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9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</TotalTime>
  <Words>956</Words>
  <Application>Microsoft Office PowerPoint</Application>
  <PresentationFormat>On-screen Show (4:3)</PresentationFormat>
  <Paragraphs>119</Paragraphs>
  <Slides>23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Source Sans Pro</vt:lpstr>
      <vt:lpstr>Verdana</vt:lpstr>
      <vt:lpstr>Wingdings</vt:lpstr>
      <vt:lpstr>Office Theme</vt:lpstr>
      <vt:lpstr>The World-Wide Web URLs, Protocols, and Certificates</vt:lpstr>
      <vt:lpstr>What is the World Wide Web?</vt:lpstr>
      <vt:lpstr>URLs (Uniform Resource Locators)</vt:lpstr>
      <vt:lpstr>Simple Universal Resource Locator (URL) Example</vt:lpstr>
      <vt:lpstr>Detailed URL Example</vt:lpstr>
      <vt:lpstr>URL Demo (Wikipedia, YouTube)</vt:lpstr>
      <vt:lpstr>Look before You Leap</vt:lpstr>
      <vt:lpstr>Beware: URL Padding</vt:lpstr>
      <vt:lpstr>More on URLs</vt:lpstr>
      <vt:lpstr>HTTP (HyperText Transfer Protocol)</vt:lpstr>
      <vt:lpstr>HTTP Protocol</vt:lpstr>
      <vt:lpstr>A Closer Look</vt:lpstr>
      <vt:lpstr>Demo</vt:lpstr>
      <vt:lpstr>HTTP Request Example</vt:lpstr>
      <vt:lpstr>HTTP Response Example</vt:lpstr>
      <vt:lpstr>HTTP Status Messages</vt:lpstr>
      <vt:lpstr>HTTP Verbs</vt:lpstr>
      <vt:lpstr>Web Frontiers</vt:lpstr>
      <vt:lpstr>Certificates and HTTPS</vt:lpstr>
      <vt:lpstr>Public Key Certificates and Certificate Authorities</vt:lpstr>
      <vt:lpstr>Obtaining a TLS Certificate</vt:lpstr>
      <vt:lpstr>Demo: Digital Certificates</vt:lpstr>
      <vt:lpstr>Study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Brandt Redd</dc:creator>
  <cp:lastModifiedBy>Brandt Redd</cp:lastModifiedBy>
  <cp:revision>54</cp:revision>
  <dcterms:created xsi:type="dcterms:W3CDTF">2003-01-07T18:41:00Z</dcterms:created>
  <dcterms:modified xsi:type="dcterms:W3CDTF">2025-01-29T05:06:43Z</dcterms:modified>
</cp:coreProperties>
</file>