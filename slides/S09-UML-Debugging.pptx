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326" r:id="rId3"/>
    <p:sldId id="294" r:id="rId4"/>
    <p:sldId id="295" r:id="rId5"/>
    <p:sldId id="296" r:id="rId6"/>
    <p:sldId id="305" r:id="rId7"/>
    <p:sldId id="306" r:id="rId8"/>
    <p:sldId id="307" r:id="rId9"/>
    <p:sldId id="321" r:id="rId10"/>
    <p:sldId id="323" r:id="rId11"/>
    <p:sldId id="328" r:id="rId12"/>
    <p:sldId id="262" r:id="rId13"/>
    <p:sldId id="266" r:id="rId14"/>
    <p:sldId id="268" r:id="rId15"/>
    <p:sldId id="291" r:id="rId16"/>
    <p:sldId id="277" r:id="rId17"/>
    <p:sldId id="278" r:id="rId18"/>
    <p:sldId id="324" r:id="rId19"/>
    <p:sldId id="332" r:id="rId20"/>
    <p:sldId id="319" r:id="rId21"/>
    <p:sldId id="329" r:id="rId22"/>
    <p:sldId id="330" r:id="rId23"/>
    <p:sldId id="331" r:id="rId24"/>
    <p:sldId id="32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668BB-F7A2-43C8-BFC0-9895D72F78FB}" v="1" dt="2025-01-31T15:44:41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57" y="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20D668BB-F7A2-43C8-BFC0-9895D72F78FB}"/>
    <pc:docChg chg="custSel modSld">
      <pc:chgData name="Brandt Redd" userId="be8ed540b98adac0" providerId="LiveId" clId="{20D668BB-F7A2-43C8-BFC0-9895D72F78FB}" dt="2025-02-14T05:38:10.520" v="63" actId="6549"/>
      <pc:docMkLst>
        <pc:docMk/>
      </pc:docMkLst>
      <pc:sldChg chg="addSp delSp mod">
        <pc:chgData name="Brandt Redd" userId="be8ed540b98adac0" providerId="LiveId" clId="{20D668BB-F7A2-43C8-BFC0-9895D72F78FB}" dt="2025-01-31T15:44:41.407" v="2"/>
        <pc:sldMkLst>
          <pc:docMk/>
          <pc:sldMk cId="3662912626" sldId="321"/>
        </pc:sldMkLst>
        <pc:inkChg chg="add">
          <ac:chgData name="Brandt Redd" userId="be8ed540b98adac0" providerId="LiveId" clId="{20D668BB-F7A2-43C8-BFC0-9895D72F78FB}" dt="2025-01-31T15:44:41.407" v="2"/>
          <ac:inkMkLst>
            <pc:docMk/>
            <pc:sldMk cId="3662912626" sldId="321"/>
            <ac:inkMk id="4" creationId="{7996BC57-F790-150B-16D2-5DC53C5ACB27}"/>
          </ac:inkMkLst>
        </pc:inkChg>
      </pc:sldChg>
      <pc:sldChg chg="addSp delSp mod">
        <pc:chgData name="Brandt Redd" userId="be8ed540b98adac0" providerId="LiveId" clId="{20D668BB-F7A2-43C8-BFC0-9895D72F78FB}" dt="2025-01-31T15:44:41.407" v="2"/>
        <pc:sldMkLst>
          <pc:docMk/>
          <pc:sldMk cId="4161918894" sldId="324"/>
        </pc:sldMkLst>
        <pc:inkChg chg="add">
          <ac:chgData name="Brandt Redd" userId="be8ed540b98adac0" providerId="LiveId" clId="{20D668BB-F7A2-43C8-BFC0-9895D72F78FB}" dt="2025-01-31T15:44:41.407" v="2"/>
          <ac:inkMkLst>
            <pc:docMk/>
            <pc:sldMk cId="4161918894" sldId="324"/>
            <ac:inkMk id="3" creationId="{AC7CC07B-7C54-EBA0-5EFE-AA5FE4BE1A07}"/>
          </ac:inkMkLst>
        </pc:inkChg>
      </pc:sldChg>
      <pc:sldChg chg="modSp mod">
        <pc:chgData name="Brandt Redd" userId="be8ed540b98adac0" providerId="LiveId" clId="{20D668BB-F7A2-43C8-BFC0-9895D72F78FB}" dt="2025-02-14T05:38:10.520" v="63" actId="6549"/>
        <pc:sldMkLst>
          <pc:docMk/>
          <pc:sldMk cId="1019628344" sldId="325"/>
        </pc:sldMkLst>
        <pc:spChg chg="mod">
          <ac:chgData name="Brandt Redd" userId="be8ed540b98adac0" providerId="LiveId" clId="{20D668BB-F7A2-43C8-BFC0-9895D72F78FB}" dt="2025-02-14T05:38:10.520" v="63" actId="6549"/>
          <ac:spMkLst>
            <pc:docMk/>
            <pc:sldMk cId="1019628344" sldId="325"/>
            <ac:spMk id="3" creationId="{75D6FB48-3FA3-4969-AE43-565F4EA889F5}"/>
          </ac:spMkLst>
        </pc:spChg>
      </pc:sldChg>
    </pc:docChg>
  </pc:docChgLst>
  <pc:docChgLst>
    <pc:chgData name="Brandt Redd" userId="be8ed540b98adac0" providerId="LiveId" clId="{A7F8B6BD-F664-46D2-99D7-F7A0646DAA9B}"/>
    <pc:docChg chg="custSel modSld">
      <pc:chgData name="Brandt Redd" userId="be8ed540b98adac0" providerId="LiveId" clId="{A7F8B6BD-F664-46D2-99D7-F7A0646DAA9B}" dt="2024-09-25T14:32:49.033" v="11"/>
      <pc:docMkLst>
        <pc:docMk/>
      </pc:docMkLst>
      <pc:sldChg chg="addSp delSp mod">
        <pc:chgData name="Brandt Redd" userId="be8ed540b98adac0" providerId="LiveId" clId="{A7F8B6BD-F664-46D2-99D7-F7A0646DAA9B}" dt="2024-09-25T14:32:49.033" v="11"/>
        <pc:sldMkLst>
          <pc:docMk/>
          <pc:sldMk cId="3662912626" sldId="321"/>
        </pc:sldMkLst>
      </pc:sldChg>
      <pc:sldChg chg="addSp delSp mod">
        <pc:chgData name="Brandt Redd" userId="be8ed540b98adac0" providerId="LiveId" clId="{A7F8B6BD-F664-46D2-99D7-F7A0646DAA9B}" dt="2024-09-25T14:32:49.033" v="11"/>
        <pc:sldMkLst>
          <pc:docMk/>
          <pc:sldMk cId="4161918894" sldId="324"/>
        </pc:sldMkLst>
      </pc:sldChg>
      <pc:sldChg chg="modSp mod">
        <pc:chgData name="Brandt Redd" userId="be8ed540b98adac0" providerId="LiveId" clId="{A7F8B6BD-F664-46D2-99D7-F7A0646DAA9B}" dt="2024-09-25T04:25:47.520" v="10" actId="20577"/>
        <pc:sldMkLst>
          <pc:docMk/>
          <pc:sldMk cId="146499220" sldId="330"/>
        </pc:sldMkLst>
      </pc:sldChg>
    </pc:docChg>
  </pc:docChgLst>
  <pc:docChgLst>
    <pc:chgData name="Brandt Redd" userId="be8ed540b98adac0" providerId="LiveId" clId="{3D33DA4E-2AE9-4375-8D52-015AB9D7DD47}"/>
    <pc:docChg chg="custSel modSld">
      <pc:chgData name="Brandt Redd" userId="be8ed540b98adac0" providerId="LiveId" clId="{3D33DA4E-2AE9-4375-8D52-015AB9D7DD47}" dt="2024-01-31T15:34:34.379" v="4"/>
      <pc:docMkLst>
        <pc:docMk/>
      </pc:docMkLst>
      <pc:sldChg chg="addSp delSp mod">
        <pc:chgData name="Brandt Redd" userId="be8ed540b98adac0" providerId="LiveId" clId="{3D33DA4E-2AE9-4375-8D52-015AB9D7DD47}" dt="2024-01-31T15:34:34.379" v="4"/>
        <pc:sldMkLst>
          <pc:docMk/>
          <pc:sldMk cId="3662912626" sldId="321"/>
        </pc:sldMkLst>
      </pc:sldChg>
      <pc:sldChg chg="addSp delSp mod">
        <pc:chgData name="Brandt Redd" userId="be8ed540b98adac0" providerId="LiveId" clId="{3D33DA4E-2AE9-4375-8D52-015AB9D7DD47}" dt="2024-01-31T15:34:34.379" v="4"/>
        <pc:sldMkLst>
          <pc:docMk/>
          <pc:sldMk cId="4161918894" sldId="324"/>
        </pc:sldMkLst>
      </pc:sldChg>
      <pc:sldChg chg="modSp mod">
        <pc:chgData name="Brandt Redd" userId="be8ed540b98adac0" providerId="LiveId" clId="{3D33DA4E-2AE9-4375-8D52-015AB9D7DD47}" dt="2024-01-31T05:18:56.482" v="3" actId="14100"/>
        <pc:sldMkLst>
          <pc:docMk/>
          <pc:sldMk cId="1019628344" sldId="325"/>
        </pc:sldMkLst>
      </pc:sldChg>
    </pc:docChg>
  </pc:docChgLst>
  <pc:docChgLst>
    <pc:chgData name="Brandt Redd" userId="be8ed540b98adac0" providerId="LiveId" clId="{4421E3C1-33EF-4E8C-91A6-798FE24233C6}"/>
    <pc:docChg chg="undo custSel addSld delSld modSld sldOrd">
      <pc:chgData name="Brandt Redd" userId="be8ed540b98adac0" providerId="LiveId" clId="{4421E3C1-33EF-4E8C-91A6-798FE24233C6}" dt="2023-09-27T14:35:59.283" v="797"/>
      <pc:docMkLst>
        <pc:docMk/>
      </pc:docMkLst>
      <pc:sldChg chg="add">
        <pc:chgData name="Brandt Redd" userId="be8ed540b98adac0" providerId="LiveId" clId="{4421E3C1-33EF-4E8C-91A6-798FE24233C6}" dt="2023-09-26T19:50:25.120" v="0"/>
        <pc:sldMkLst>
          <pc:docMk/>
          <pc:sldMk cId="0" sldId="262"/>
        </pc:sldMkLst>
      </pc:sldChg>
      <pc:sldChg chg="add del">
        <pc:chgData name="Brandt Redd" userId="be8ed540b98adac0" providerId="LiveId" clId="{4421E3C1-33EF-4E8C-91A6-798FE24233C6}" dt="2023-09-26T22:08:52.828" v="168" actId="47"/>
        <pc:sldMkLst>
          <pc:docMk/>
          <pc:sldMk cId="0" sldId="263"/>
        </pc:sldMkLst>
      </pc:sldChg>
      <pc:sldChg chg="add del">
        <pc:chgData name="Brandt Redd" userId="be8ed540b98adac0" providerId="LiveId" clId="{4421E3C1-33EF-4E8C-91A6-798FE24233C6}" dt="2023-09-26T22:08:52.828" v="168" actId="47"/>
        <pc:sldMkLst>
          <pc:docMk/>
          <pc:sldMk cId="0" sldId="264"/>
        </pc:sldMkLst>
      </pc:sldChg>
      <pc:sldChg chg="add del">
        <pc:chgData name="Brandt Redd" userId="be8ed540b98adac0" providerId="LiveId" clId="{4421E3C1-33EF-4E8C-91A6-798FE24233C6}" dt="2023-09-26T22:08:52.828" v="168" actId="47"/>
        <pc:sldMkLst>
          <pc:docMk/>
          <pc:sldMk cId="0" sldId="265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0" sldId="266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0" sldId="268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0" sldId="277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0" sldId="278"/>
        </pc:sldMkLst>
      </pc:sldChg>
      <pc:sldChg chg="add del">
        <pc:chgData name="Brandt Redd" userId="be8ed540b98adac0" providerId="LiveId" clId="{4421E3C1-33EF-4E8C-91A6-798FE24233C6}" dt="2023-09-26T22:12:07.857" v="194" actId="47"/>
        <pc:sldMkLst>
          <pc:docMk/>
          <pc:sldMk cId="0" sldId="281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0" sldId="291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0" sldId="294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0" sldId="295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0" sldId="296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0" sldId="305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0" sldId="306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0" sldId="307"/>
        </pc:sldMkLst>
      </pc:sldChg>
      <pc:sldChg chg="add del">
        <pc:chgData name="Brandt Redd" userId="be8ed540b98adac0" providerId="LiveId" clId="{4421E3C1-33EF-4E8C-91A6-798FE24233C6}" dt="2023-09-26T20:12:12.594" v="7" actId="2696"/>
        <pc:sldMkLst>
          <pc:docMk/>
          <pc:sldMk cId="0" sldId="308"/>
        </pc:sldMkLst>
      </pc:sldChg>
      <pc:sldChg chg="add del">
        <pc:chgData name="Brandt Redd" userId="be8ed540b98adac0" providerId="LiveId" clId="{4421E3C1-33EF-4E8C-91A6-798FE24233C6}" dt="2023-09-26T23:02:08.968" v="796" actId="2696"/>
        <pc:sldMkLst>
          <pc:docMk/>
          <pc:sldMk cId="2115742616" sldId="308"/>
        </pc:sldMkLst>
      </pc:sldChg>
      <pc:sldChg chg="add del">
        <pc:chgData name="Brandt Redd" userId="be8ed540b98adac0" providerId="LiveId" clId="{4421E3C1-33EF-4E8C-91A6-798FE24233C6}" dt="2023-09-26T20:12:12.594" v="7" actId="2696"/>
        <pc:sldMkLst>
          <pc:docMk/>
          <pc:sldMk cId="0" sldId="310"/>
        </pc:sldMkLst>
      </pc:sldChg>
      <pc:sldChg chg="add del">
        <pc:chgData name="Brandt Redd" userId="be8ed540b98adac0" providerId="LiveId" clId="{4421E3C1-33EF-4E8C-91A6-798FE24233C6}" dt="2023-09-26T23:02:08.968" v="796" actId="2696"/>
        <pc:sldMkLst>
          <pc:docMk/>
          <pc:sldMk cId="2516676730" sldId="310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1421077915" sldId="319"/>
        </pc:sldMkLst>
      </pc:sldChg>
      <pc:sldChg chg="addSp delSp modSp add mod">
        <pc:chgData name="Brandt Redd" userId="be8ed540b98adac0" providerId="LiveId" clId="{4421E3C1-33EF-4E8C-91A6-798FE24233C6}" dt="2023-09-27T14:35:59.283" v="797"/>
        <pc:sldMkLst>
          <pc:docMk/>
          <pc:sldMk cId="3662912626" sldId="321"/>
        </pc:sldMkLst>
      </pc:sldChg>
      <pc:sldChg chg="modSp add del mod">
        <pc:chgData name="Brandt Redd" userId="be8ed540b98adac0" providerId="LiveId" clId="{4421E3C1-33EF-4E8C-91A6-798FE24233C6}" dt="2023-09-26T20:12:12.594" v="7" actId="2696"/>
        <pc:sldMkLst>
          <pc:docMk/>
          <pc:sldMk cId="2721497507" sldId="322"/>
        </pc:sldMkLst>
      </pc:sldChg>
      <pc:sldChg chg="delSp add del mod">
        <pc:chgData name="Brandt Redd" userId="be8ed540b98adac0" providerId="LiveId" clId="{4421E3C1-33EF-4E8C-91A6-798FE24233C6}" dt="2023-09-26T23:02:08.968" v="796" actId="2696"/>
        <pc:sldMkLst>
          <pc:docMk/>
          <pc:sldMk cId="3002060174" sldId="322"/>
        </pc:sldMkLst>
      </pc:sldChg>
      <pc:sldChg chg="add">
        <pc:chgData name="Brandt Redd" userId="be8ed540b98adac0" providerId="LiveId" clId="{4421E3C1-33EF-4E8C-91A6-798FE24233C6}" dt="2023-09-26T19:50:25.120" v="0"/>
        <pc:sldMkLst>
          <pc:docMk/>
          <pc:sldMk cId="1186239342" sldId="323"/>
        </pc:sldMkLst>
      </pc:sldChg>
      <pc:sldChg chg="addSp modSp add mod">
        <pc:chgData name="Brandt Redd" userId="be8ed540b98adac0" providerId="LiveId" clId="{4421E3C1-33EF-4E8C-91A6-798FE24233C6}" dt="2023-09-27T14:35:59.283" v="797"/>
        <pc:sldMkLst>
          <pc:docMk/>
          <pc:sldMk cId="4161918894" sldId="324"/>
        </pc:sldMkLst>
      </pc:sldChg>
      <pc:sldChg chg="modSp add mod ord">
        <pc:chgData name="Brandt Redd" userId="be8ed540b98adac0" providerId="LiveId" clId="{4421E3C1-33EF-4E8C-91A6-798FE24233C6}" dt="2023-09-26T22:59:07.892" v="790" actId="20577"/>
        <pc:sldMkLst>
          <pc:docMk/>
          <pc:sldMk cId="1019628344" sldId="325"/>
        </pc:sldMkLst>
      </pc:sldChg>
      <pc:sldChg chg="modSp add mod">
        <pc:chgData name="Brandt Redd" userId="be8ed540b98adac0" providerId="LiveId" clId="{4421E3C1-33EF-4E8C-91A6-798FE24233C6}" dt="2023-09-26T19:50:44.811" v="5" actId="20577"/>
        <pc:sldMkLst>
          <pc:docMk/>
          <pc:sldMk cId="1459029676" sldId="326"/>
        </pc:sldMkLst>
      </pc:sldChg>
      <pc:sldChg chg="addSp delSp modSp new del mod modClrScheme chgLayout">
        <pc:chgData name="Brandt Redd" userId="be8ed540b98adac0" providerId="LiveId" clId="{4421E3C1-33EF-4E8C-91A6-798FE24233C6}" dt="2023-09-26T23:02:08.968" v="796" actId="2696"/>
        <pc:sldMkLst>
          <pc:docMk/>
          <pc:sldMk cId="3068075490" sldId="327"/>
        </pc:sldMkLst>
      </pc:sldChg>
      <pc:sldChg chg="addSp delSp modSp add mod">
        <pc:chgData name="Brandt Redd" userId="be8ed540b98adac0" providerId="LiveId" clId="{4421E3C1-33EF-4E8C-91A6-798FE24233C6}" dt="2023-09-26T22:10:28.068" v="191" actId="20577"/>
        <pc:sldMkLst>
          <pc:docMk/>
          <pc:sldMk cId="2446354806" sldId="328"/>
        </pc:sldMkLst>
      </pc:sldChg>
      <pc:sldChg chg="addSp delSp modSp new mod modClrScheme chgLayout">
        <pc:chgData name="Brandt Redd" userId="be8ed540b98adac0" providerId="LiveId" clId="{4421E3C1-33EF-4E8C-91A6-798FE24233C6}" dt="2023-09-26T22:12:38.562" v="222" actId="20577"/>
        <pc:sldMkLst>
          <pc:docMk/>
          <pc:sldMk cId="2074207598" sldId="329"/>
        </pc:sldMkLst>
      </pc:sldChg>
      <pc:sldChg chg="addSp delSp modSp new mod modClrScheme chgLayout">
        <pc:chgData name="Brandt Redd" userId="be8ed540b98adac0" providerId="LiveId" clId="{4421E3C1-33EF-4E8C-91A6-798FE24233C6}" dt="2023-09-26T22:46:01.566" v="540" actId="20577"/>
        <pc:sldMkLst>
          <pc:docMk/>
          <pc:sldMk cId="146499220" sldId="330"/>
        </pc:sldMkLst>
      </pc:sldChg>
      <pc:sldChg chg="addSp delSp modSp new mod modClrScheme chgLayout">
        <pc:chgData name="Brandt Redd" userId="be8ed540b98adac0" providerId="LiveId" clId="{4421E3C1-33EF-4E8C-91A6-798FE24233C6}" dt="2023-09-26T22:55:40.278" v="581" actId="1076"/>
        <pc:sldMkLst>
          <pc:docMk/>
          <pc:sldMk cId="233682114" sldId="331"/>
        </pc:sldMkLst>
      </pc:sldChg>
      <pc:sldChg chg="modSp new mod">
        <pc:chgData name="Brandt Redd" userId="be8ed540b98adac0" providerId="LiveId" clId="{4421E3C1-33EF-4E8C-91A6-798FE24233C6}" dt="2023-09-26T22:56:56.772" v="637" actId="1076"/>
        <pc:sldMkLst>
          <pc:docMk/>
          <pc:sldMk cId="936275173" sldId="332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4096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13T14:38:25.7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18129 12822 280 0,'-9'5'104'0,"9"-5"-84"0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31T15:26:31.5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15994 2543 18431 0,'-14'6'1280'0,"2"-3"-384"0,0 1-80 0,-1-1-432 0,3 2-96 0,5-4-16 0,2 2 0 0,-1-3 48 0,-1 2 16 0,-2 0 0 0,-4 0 0 0,-3 1 48 0,2 0 0 0,-2 0 0 0,2 0 0 0,-1 0 192 16,1 1 64-16,0 1 0 0,-1 1 0 0,1 0 96 15,1 3 32-15,-2 1 0 0,2 2 0 0,0 1-368 16,0 6-64-16,0-3-16 0,-2 4 0 0,0 1-96 16,-1 0-32-16,-1 0 0 0,1 1 0 0,-1 2-192 15,-1-3 0-15,2 1 0 0,4-1-160 0,1 0 160 16,5-1 0-16,0 2 0 0,3 8 0 0,2-1 0 16,3 7 0-16,0 1 128 0,3-1-128 0,-1 1 0 15,2 2 128-15,1-6-128 0,1-8 0 0,1-4 400 16,2-1 16-16,-1-4 0 0,0-1 0 0,1-1 112 15,-1-1 32-15,0 2 0 0,2-5 0 0,0 1-688 16,0-1-144-16,2-2-32 0,3-2 0 0,0 1 304 16,0-2 0-16,5 1 0 0,3-4 0 0,3 3 0 15,3 0 0-15,1-1 0 0,-1 1 0 0,2-4 0 16,-1 4 0-16,-4-5 0 0,-4 0 144 0,-4-3-144 16,-1 1 0-16,-2-2 0 0,-5 1-176 0,0-4 432 15,-2 1 96-15,1-1 16 0,-1-1 0 0,1 0-368 16,-2-1 0-16,4-1 0 0,2 1-128 0,3-2-48 15,1 3 0-15,1-2 0 0,1-3 0 0,2 1 176 16,1 0-128-16,-2-3 128 0,-2 0-128 0,-2 0 128 16,-1 0 0-16,0-6 128 0,0-6-128 0,-2-4 0 15,0-7 0-15,-3 1 0 0,-2-2-128 0,-3 4 128 16,-1-3 0-16,-1 9 128 0,-2 4-128 0,-1 5 0 0,0 7 0 16,-1-2 0-16,-2 0-128 0,0 3 128 0,-1-1 0 0,-1 2 0 0,-2-1 0 0,0-1 0 15,-1 2 0-15,-2-1 128 0,-2 0-128 0,1-1 0 16,-2-2 128-16,-2 0-128 0,-2-2 0 0,-2-1 0 15,-3-1 128-15,-1-4-128 0,-6-2 0 0,-4-6 0 16,-4-1 0-16,-3 1 0 0,3 5 0 0,3 7 0 16,4 4 0-16,5 7 0 0,1 4 0 0,4 0 176 15,3 4-48-15,-1 2 0 0,2 0 0 0,-2 4 0 16,2-1 0-16,-4 1 0 0,-3 1 0 0,-3 0-128 16,-2 2 0-16,-8 2 144 0,-9 1-144 0,-7 1 0 15,-2 4 0-15,0 1 0 0,3 3 128 0,4 0-416 31,1 4-80-31,-3 2-16 0,4 1 0 0,1 1-192 0,3 1-64 16,-1-5 0-16,3-2 0 0,0-3-1024 0,0 0-192 0,13-4-64 0,13 1 0 0,9-4-1024 16,9 1-192-16,7 1-64 0,6 1-4144 0</inkml:trace>
  <inkml:trace contextRef="#ctx0" brushRef="#br0" timeOffset="3266.58">16124 3436 8703 0,'0'0'656'0,"0"0"-192"0,1 0-32 0,0 0 464 0,1 0 80 0,-2 0 32 0,0 3 0 0,0-3-176 15,1 0-16-15,0 3-16 0,0 0 0 0,-1-3-432 16,0 0-96-16,6 31-16 0,-4-14 0 0,-1 4 160 15,0 4 32-15,0 2 0 0,1 4 0 0,0 3-48 16,-1 4 0-16,1-8 0 0,-1 0 0 0,0-3-160 16,0-1-48-16,1-5 0 0,-2-2 0 0,0-1 64 15,1 0 0-15,-1-2 0 0,0 1 0 0,0-2 144 16,0-1 48-16,1 0 0 0,0 1 0 0,0 3-160 16,1-4-32-16,0 1 0 0,1 4 0 0,-2-4-96 15,1 1-32-15,1 1 0 0,-1-2 0 0,2-3-128 16,0 3 128-16,-2-3-128 0,2 1 128 0,0-1-128 15,-2 1 0-15,1-1 0 0,-1 2-176 0,-1-5 176 16,2 4 0-16,-2-2 0 0,0-2 0 0,0-3-640 16,1 1-112-16,-1-2-16 0,0-2 0 0,0 0-656 15,2-3-144-15,-1-3-32 0,3-4-6416 0</inkml:trace>
  <inkml:trace contextRef="#ctx0" brushRef="#br0" timeOffset="5467.49">16251 4266 8959 0,'-2'-4'2224'0,"-1"-1"-672"0,1 1-128 0,-2 1-1136 0,2 0-288 0,-1 0 0 0,2 3 0 0,0-3 672 15,-1 3 80-15,0-4 16 0,-2 2 0 0,-2-1 192 16,-1 0 64-16,-2 0 0 0,-1 3 0 0,-1 0-832 0,-1 0-192 0,-2 3 0 0,0-3 0 0,-2 3 0 16,0-3 0-16,-1 3 0 0,-3-3 0 0,0 0 448 15,-1 1 64-15,-1-2 0 0,0 1 0 0,0 0-304 16,-1 0-48-16,0 0-16 0,1 0 0 0,-2-3 176 15,2 3 48-15,1-2 0 0,2 1 0 0,1-2 16 16,2 3 0-16,1-2 0 0,0 1 0 0,1 1-112 16,2 0-16-16,-3-3 0 0,-2 3 0 0,-4 3-96 15,-3-3-32-15,-3 1 0 0,-5 1 0 0,-4-2-128 16,-3 3 0-16,-1-3 0 0,0 1 128 0,2-1-128 16,1 2 0-16,4-4 0 0,4 2 0 0,4 0 128 15,4-1 32-15,0 1 16 0,2 1 0 0,-1 1-176 16,0 1 0-16,-5-2 0 0,-3 2 0 0,-4-1 0 15,-2 1 160-15,0 0-160 0,-2 0 160 0,0 0 32 16,-1 0 0-16,3 1 0 0,4-1 0 0,2 2-16 16,5-2 0-16,-1 3 0 0,3-2 0 0,3 4-176 15,0-1 128-15,0 1-128 0,-3 0 128 0,-4 3-448 16,-2-3-112-16,-4 1-16 0,-4 1 0 0,-2-1 688 16,-4-1 128-16,1 2 16 0,1-1 16 0,2 3-400 15,1-2 0-15,7 4 0 0,3-2 0 0,6 3 0 16,3 0 0-16,-2-2 0 0,2 5 0 0,-1-4 0 15,0 3 0-15,-2 0 0 0,-2 0 0 0,-2 3 0 16,0 0 160-16,-4 1-160 0,-1 1 160 0,-3 2 80 16,-3-1 16-16,2-2 0 0,2-1 0 0,2 0-256 0,3-6 0 0,3 3 0 15,2-3-160-15,5 1 288 0,1 0 48 0,2 0 16 0,4-3 0 0,0 1-192 16,2-3 0-16,0 3 0 0,2 0-176 0,0-1 176 16,2 3 0-16,-1 0 0 0,2-1 0 0,-1 5 0 15,3-1 0-15,-1 0 128 0,2 0-128 0,0 1 0 16,2 1 0-16,0-2 0 0,1 1 0 0,1-2 0 15,1 2 0-15,1-3 0 0,0 1-128 0,0-2 128 16,2 0 0-16,1-3 0 0,2 3 0 0,2-3-128 16,1-2 0-16,3 1 0 0,5 2 0 0,1-5 128 15,3 2 0-15,3-1 0 0,1 1 0 0,2 1 0 16,2-1 0-16,-2 1 128 0,1 1-128 0,-3-1 0 16,1 3 0-16,-5 0 0 0,-2-1 0 0,-5 2 128 15,-1-1-128-15,2 2 128 0,4 1-128 0,4 2 0 16,0-2 0-16,8 1 0 0,7 4-128 0,8-4 128 15,3 3 0-15,-4-5 0 0,-7 1 0 0,-1-5 0 16,-6 0 0-16,-3-2 0 0,-2 1 0 0,-2-4 0 16,0 2 176-16,8 0-48 0,10-6 0 0,8 2-128 15,5-1 0-15,-7-1 0 0,-6-2-176 0,-3 0 176 16,-6-1-128-16,1 0 128 0,-3 1-128 0,0 2 128 16,0-1 0-16,8-1 0 0,9-1 0 0,7 0 0 15,4-1-128-15,-12 1 128 0,-8 0-128 0,-11-2 128 16,-4 2 176-16,5 0-48 0,4 0 0 0,5-3-128 15,0 3 0-15,4-2 0 0,4-2 128 0,4 0-128 16,0-2 0-16,-8-1-192 0,-9-1 192 0,-8 2 0 16,-3-2 0-16,5-1 0 0,8 3 0 0,4-4 0 0,5 1 0 15,2 3 192-15,1-3-64 0,1 1-128 0,2-1-176 16,-11 3 48-16,-10 2 0 0,-6-2 128 0,-6 3 0 0,10 1 0 16,7 1 0-16,7-2 0 0,5 3 0 0,-1-2 128 0,1 1-128 0,-3 1 128 15,1 0-128-15,-11-3 128 0,-9-2-128 0,-5 1 0 16,-5 1-128-16,3-3 0 0,3-3 0 0,6 0 512 31,4-1 96-31,2-2 32 0,6 3 0 0,3-3-832 0,1 3-144 0,-5 1-48 0,-4-2 0 0,-6 5 512 16,-3-1 0-16,-6-1 0 0,-3 1 0 0,-2 0 304 15,-3 0-48-15,4 1-16 0,5-1 0 0,3 0-432 16,4-1-96-16,2 4-16 0,3-4 0 0,0 3 304 16,1 0 0-16,-2-1 0 0,-4 1 144 0,-4 0 64 15,0 2 16-15,-6-2 0 0,-2-1 0 0,-4-1 32 16,-1 2 16-16,-3-3 0 0,0 0 0 0,1 0-528 15,-1-1-96-15,3 2-32 0,0-3 0 0,2-1 240 16,2 1 144-16,0 1-192 0,0-5 192 0,1 5 0 16,0-2-128-16,-2-4 128 0,-1-1 0 0,0-1 0 15,-3 1 144-15,2-6-16 0,-1-6 0 0,-1-4-128 16,-1-2 0-16,0-3 0 0,-5 3 0 0,1 3 0 16,-3 0 0-16,-1 6 0 0,-1 3-176 0,-3 2 176 15,0 2 0-15,-2 4 0 0,-1-2 0 0,-2 1 0 16,-1 1 0-16,-2-2 128 0,-1 1-128 0,-3 1 0 15,0-3 0-15,-1 1 0 0,-4-2 0 0,-2-2 0 16,0 1 0-16,-2-3 0 0,-1-3-128 0,0 1 128 16,0 1 0-16,0-2 128 0,1 3-128 0,0 0 0 15,0 0 0-15,2 5 0 0,2 1 0 0,2 3 0 0,1 3 192 0,-1-2-32 0,-1 2-16 0,0 2-144 16,-2-2-256-16,-3 1 64 0,-2 1 16 0,-4 1 176 16,-4-2 176-16,1 4-48 0,-2-2 0 0,1 1-128 15,0 1 0-15,-3 2 0 0,-2-2-176 0,0 4 176 16,-3-4 0-16,4 3 128 0,3 0-128 0,5 1 0 15,5 0 144-15,-3-3-144 0,-2-1 0 0,-1 2 0 16,-2-4 0-16,-4 2 0 0,0-1 0 0,0 1 0 16,-2 2 0-16,0-2 0 0,1 2 0 0,2-4 0 15,-1 2-144-15,4-1 144 0,3 1-128 0,4-2 128 16,3 0 0-16,0 0 128 0,2 1-128 0,0-1 0 16,0 2 144-16,-3-1-144 0,-4 1 0 0,-2-1 128 15,-5 1-128-15,-1 1 0 0,-4 0 0 0,-1 0 0 16,-1 0-256-16,2-1 64 0,3 2 0 0,2-1 192 15,1 1 0-15,5 1 0 0,4-2 0 0,4 3 0 16,2 0 0-16,-1 0 0 0,-2 3 0 0,-1-3 0 16,-1 0 160-16,-7 1-160 0,-8 1 128 0,-8 2-128 15,-8-1 0-15,1 2 0 0,-1-2 128 0,3 0-128 16,3-2 0-16,3 4 0 0,5-1-176 0,4-1 176 16,4 5 0-16,-4-4 128 0,-5 2-128 0,-7-1-704 15,-2 1-192-15,4-2-64 0,6-1 0 0,6 0-1936 16,4 0-400-16,8-6-80 0,10-10-5200 0</inkml:trace>
  <inkml:trace contextRef="#ctx0" brushRef="#br0" timeOffset="6500.83">14330 4778 12031 0,'-2'-5'912'0,"1"4"-272"0,0-2-48 0,0-1 48 0,-1 2 0 0,2-2 0 0,-1 4 0 0,1 0-64 0,0-2 0 0,0 2 0 0,0 0 0 0,0 2-304 15,0-2-64-15,0 4-16 0,0-2 0 0,0 2 0 16,0 0 0-16,0 2 0 0,0 1 0 0,0 1 112 16,0 3 16-16,0-2 0 0,0 3 0 0</inkml:trace>
  <inkml:trace contextRef="#ctx0" brushRef="#br0" timeOffset="7000.29">14326 4999 25343 0,'0'95'192'0,"-1"-25"-48"0,-2-16-16 0,2-42 64 16,1-9 0-16,0-3 0 0,0 1 0 0,-1 2 0 15,-1-3 0-15,1 2 0 0,-1-4 0 0,-2-5 96 16,2 1 32-16,-1-9 0 0,1-6 0 0,-2-6-320 16,1-6 0-16,2-6 0 0,1 0 0 0,0-1 0 15,3-2 0-15,0 5 0 0,2 5 0 0,1 7 0 16,2 4 0-16,-1 3 0 0,3 3 0 0,-1 0 0 16,1 0 0-16,1 0 0 0,0 3 0 0,1 0 0 15,1-1 0-15,-2 1 0 0,0 3-144 0,-2-2 368 0,-1 5 80 0,1-4 16 0,-2 4 0 16,1-3-576-16,-1 4-96 0,-1 2-32 0,-1-1 0 15,-1 4 384-15,-1 0 0 0,-1 1 0 0,-1 4 128 0,-1 1-128 16,2 0 0-16,-2 3 0 0,0 1-176 0,-2 1 176 16,1 3 176-16,-3 1-48 0,1 2 0 0,-2-2-128 15,-2 3-176-15,1-3 48 0,-2 1 0 0,-1-1 128 16,0 0 0-16,1-3 0 0,-1 2 0 0,-1-2 0 16,1 1 176-16,1-4-48 0,-1 3 0 0,2-4 112 15,-1 2 16-15,1-4 0 0,2-1 0 0,0 1-112 16,1-4-16-16,1 0 0 0,0-2 0 0,2-2-128 15,1 0 128-15,0-3-128 0,0 3 128 0,1 1-128 16,0-3 0-16,1 2 0 0,0-1-176 0,3 1 176 16,0 0 0-16,1 2 0 0,4 7 0 0,0 1 0 15,2 5 0-15,1 3 128 0,1 1-128 0,0 2 0 16,0-2-128-16,2 4 0 0,4 4 0 0,1-1 128 16,2 4 0-16,-2-5 128 0,-2-6-128 0,-3-4 0 15,-3-5 0-15,-2-4 0 0,-2-4-128 0,-1 0 128 16,-2-5 176-16,-3 1-48 0,1-2 0 0,0-2-1216 15,-2-1-256-15,0-1-64 0,-1-2 0 0,0-1-2048 16,-1-2-400-16,0 1-96 0,1-1-2000 0</inkml:trace>
  <inkml:trace contextRef="#ctx0" brushRef="#br0" timeOffset="7334.25">14710 5056 14847 0,'4'-4'1216'0,"0"1"-352"0,1-2-80 0,1-1-416 0,0-1-96 0,-1 1-16 0,-1 1 0 0,-2 2-256 0,2-4 0 0,3-3 0 0,3-3 0 0,3-2 0 16,-1-1 0-16,-1 1 0 0,2 0 0 0,-2 3 0 16,0-4 0-16,-1 2 0 0,-4 4 0 0,-2 2 0 15,-2 1 0-15,-3 1 0 0,-2 3 0 0,-2 1 384 16,-1 1 32-16,-2 1 0 0,0 1 0 0,-2 2-608 15,0-1-128-15,0 4-32 0,1 1 0 0,0 1 640 16,0 1 128-16,1 1 32 0,0 2 0 0,2 3-128 16,1 0 0-16,0 2-16 0,3 2 0 0,-1 3-304 15,2 2 160-15,0 0-160 0,3 2 128 0,1 1-128 16,0 1-144-16,2-6 144 0,3-5-208 0,-1-4-96 16,3-5-16-16,0-2 0 0,0-2 0 0,0-1-1792 15,0-1-384-15,3-6-64 0,5-1-3152 0</inkml:trace>
  <inkml:trace contextRef="#ctx0" brushRef="#br0" timeOffset="7600.38">15142 4895 13375 0,'-11'0'400'0,"1"2"-112"0,0-1-32 0,0 0 640 0,2 2 128 0,1-1 32 0,5-1 0 0,-1 2-688 16,0-1-144-16,-2 4-32 0,-1 2 0 0,-2 5 112 15,2 3 16-15,4 3 0 0,3 1 0 0,4-2-320 16,3 3 0-16,2 0 0 0,3-2-144 0,0-1 144 16,1 2 0-16,1-6 0 0,-2-1 0 0,1-4 0 31,1-1 128-31,-3-4-128 0,-1 0 128 0,-1-4-1024 15,-1 0-208-15,-2-4-48 0,-1 2 0 0,-2-4-1840 16,1 0-368-16,-1-1-80 0,2 1 448 0</inkml:trace>
  <inkml:trace contextRef="#ctx0" brushRef="#br0" timeOffset="7935.04">15349 4989 14335 0,'8'-3'864'0,"0"-4"-256"0,-2 2-48 0,0 2-48 16,0-2-16-16,-2 1 0 0,-2 2 0 0,1 0 448 15,-1 0 80-15,2-2 32 0,1-3 0 0,2-3-1056 16,1-1-176-16,-2 1-48 0,-1 0-16 0,-1 1 240 16,-1 3 0-16,-1-3 192 0,-1 3-192 0,-2 0 0 15,-2 0 0-15,1 0 0 0,-3-2 0 0,0 5 0 16,-1-1 0-16,-2-1 160 0,1 4-160 0,-3-2 192 0,0 3-64 0,0 0 0 0,-1 3 0 0,1 0 192 15,-1 4 48-15,1 1 0 0,1 2 0 0,3 3-368 16,0 0 0-16,2 6 0 0,2-1 0 0,1 3 128 31,1 3-128-31,1 0 128 0,2 6-128 0,2 1-496 16,2 5-160-16,0-5-48 0,2-3 0 0,1-5-1664 16,2-2-352-16,2-4-64 0,0-8-3104 0</inkml:trace>
  <inkml:trace contextRef="#ctx0" brushRef="#br0" timeOffset="8100.94">15635 5098 13311 0,'3'17'608'0,"-1"0"-176"0,1 0-48 0,1 1-96 16,-1 0-32-16,1-6 0 0,-2-6 0 0,0-3-256 15,0 3-256-15,2-2 64 0,0 1 0 0,2-2-1488 16,-1 0-304-16,-2-11-48 0,1-2-1952 0</inkml:trace>
  <inkml:trace contextRef="#ctx0" brushRef="#br0" timeOffset="8268.21">15668 4738 17599 0,'-2'10'400'0,"2"-4"-112"0,0 3-32 0,2-3-1024 16,0 0-192-16,-1-1-64 0,2-1 0 0,-1-2-1984 0,2 2-416 0,1 2-80 0,5-2-16 0</inkml:trace>
  <inkml:trace contextRef="#ctx0" brushRef="#br0" timeOffset="8536.2">15806 5067 8959 0,'10'21'1024'0,"0"0"-320"0,0-7-48 0,1 1 464 16,-1-2 96-16,-3-7 0 0,-2-4 16 0,-1-4-176 15,0-2-32-15,2-9-16 0,2-5 0 0,5-15 256 16,0-9 48-16,1-3 16 0,0 1 0 0,-5 9-848 15,1 1-160-15,-2 7-48 0,-2 6 0 0,-1 0-272 16,-1 4 160-16,-1 4-160 0,-1 3 128 0,-1 3-128 16,0 3 0-16,-1 2 0 0,-1 4 0 0,1 1-1408 15,-1 3-304-15,-1 2-64 0,2 2-7280 0</inkml:trace>
  <inkml:trace contextRef="#ctx0" brushRef="#br0" timeOffset="8867.04">16192 4953 18623 0,'7'-9'816'0,"1"0"-240"0,-1 3-64 0,1 0-512 16,-1-1 0-16,-1 5 0 0,-2 2 0 0,-2 0 320 31,2 0-64-31,3-4 0 0,3 2 0 0,3-2-816 0,3-1-160 0,-1-1-48 0,-3 2 0 0,-1-2 624 16,-2 1 144-16,-3 1 0 0,-2-2 0 0,-3 0 0 15,-1 1 176-15,-1-1-48 0,-3 2 0 0,-1-1 624 16,-1 1 112-16,0 2 32 0,-3-2 0 0,0 2-256 16,1 1-64-16,-2-1 0 0,1 4 0 0,0-1 320 15,2 4 48-15,-2-2 16 0,3 6 0 0,-1 3-576 16,1 1-96-16,-1 2-32 0,2 3 0 0,2 6 112 16,0-1 16-16,1 6 0 0,2-3 0 0,1 1-384 15,0 0 0-15,2 0 0 0,2 2 0 0,1-1 0 16,3-2 0-16,2-5 0 0,1-7 0 0,4-7-288 15,0-2-128-15,5-7-32 0,6-8 0 0,4-5-1024 16,4-6-224-16,0-3-32 0,-3-5-8384 0</inkml:trace>
  <inkml:trace contextRef="#ctx0" brushRef="#br0" timeOffset="9433.27">17059 4773 19647 0,'-9'0'816'0,"0"1"-240"0,1 0-64 0,-1 3-96 0,2-1-32 0,0-1 0 0,3 0 0 0,0 2 208 16,0 0 48-16,-5 3 0 0,-4 6 0 0,-4 2-640 15,-2 4 0-15,0 5 0 0,2-1 0 0,4 5-304 16,0 1-16-16,5 2-16 0,1 0 0 0,5 2 336 16,2 2-176-16,1-8 176 0,4-6-128 0,2-2-192 15,2-4-48-15,3-8 0 0,5-4 0 0,1-5 912 16,3-3 176-16,3-5 48 0,3-9 0 0,3-6-256 16,2-5-64-16,-4-1 0 0,-3 0 0 0,-4-1-256 15,-3 1-64-15,-3 4-128 0,-2 6 192 0,-5 1-192 16,-2 4 0-16,-1 1 0 0,-2 1 0 0,-3 1 0 15,-1 1 144-15,-2 0-144 0,-2 0 128 0,-1 4-128 16,-3-1 0-16,-1 4 0 0,-1 3-176 0,-2 2-208 16,-2 0-64-16,-1 6 0 0,1 0 0 0,0 3-560 15,2 6-112-15,0-3-32 0,3 3 0 0,3-2 144 16,3 2 32-16,4 0 0 0,4 2 0 0,3 2-1296 16,3-1-256-16,3 0-48 0,-1-6-1840 0</inkml:trace>
  <inkml:trace contextRef="#ctx0" brushRef="#br0" timeOffset="9700.84">17299 4859 12607 0,'-3'18'2400'0,"2"0"-720"0,0 1-144 0,1 4-1216 16,0-2-320-16,0-7 0 0,0-3 0 0,0-5 672 15,1 5 80-15,0 2 16 0,2 8 0 0,-1 1-96 16,2 2-16-16,0-12 0 0,0-10 0 0,1-8-112 15,2-9-32-15,-2-6 0 0,1-6 0 0,0-6-352 16,1-3-160-16,0 4 128 0,-1 3-128 0,0 6 176 16,1-1-48-16,-1 6-128 0,2 2 192 0,1 1-192 15,-1 0-128-15,0 5 128 0,-1 3-208 0,2 3-624 16,-2 2-128-16,2 4-32 0,-2 0 0 0,2 6-224 16,0 3-32-16,-1 1-16 0,1 0 0 0,1 1-560 15,1 2-112-15,0 0-32 0,3 0-3104 0</inkml:trace>
  <inkml:trace contextRef="#ctx0" brushRef="#br0" timeOffset="10033.81">17729 4863 14527 0,'-9'-4'1936'0,"-1"1"-576"0,1 3-112 0,-4 0-592 16,2 0-112-16,2 1-32 0,4 1 0 0,2 1-144 15,-3 3-48-15,-4 2 0 0,-6 6 0 0,-3 10 0 16,-1 3 0-16,4 5 0 0,7 5 0 0,6 5-144 15,3 0-48-15,6-4 0 0,4-6 0 0,3-8 0 16,4-3 0-16,0-6 0 0,0-11 0 0,2-5-128 16,0-4 0-16,-1-5 0 0,-2-9-176 0,-1-4 176 15,0-3 0-15,-2-5 128 0,0-6-128 0,-1-5-128 16,-1 0-112-16,-1 1-16 16,-1 8 0-16,-2 4-256 0,0 3-48 0,-2 1-16 0,-1 1 0 0,-1 0 576 15,-2 3 0-15,-2-4 0 0,-3 2 0 0,-1-4 0 16,-1 2 0-16,-2-1 0 0,3 5 0 0,-1 2 0 15,0 3 224-15,2 8-16 0,1 2 0 0,-1 6 544 16,1-3 96-16,1 7 32 0,1 4 0 0,-2 5-496 16,1 4-112-16,-1-1-16 0,2 4 0 0,1-4-448 15,1 1-112-15,2 2-16 0,-1-4 0 0,1 0 512 16,2-3 112-16,-2 3 16 0,2 0 0 0</inkml:trace>
  <inkml:trace contextRef="#ctx0" brushRef="#br0" timeOffset="10401.44">17829 5017 18623 0,'4'32'-416'0,"-2"-1"128"0,6-4 32 0,-5-19-48 16,0-5 0-16,-3-3 0 0,1 0 0 0,2-1-144 0,4-1-48 0,7-4 0 15,7-2 0-15,10-7 1008 16,6-4 192-16,1-1 32 0,0 2 16 0,-3 2-1184 0,-3-2-224 0,-5 4-48 0,-4 1-16 0,-6 1 976 16,-1 1 208-16,-4 1 48 0,-4 0 0 0,-2 1-208 15,-1 1-48-15,-1-3 0 0,-2 1 0 0,-2-1 0 16,1 1 0-16,-1-3 0 0,0 1 0 0,-1 0 320 15,0 0 48-15,0 0 16 0,-1 0 0 0,0 1-208 16,-1 1-48-16,1 1 0 0,-2 3 0 0,1 0 112 16,-1-1 16-16,-1 5 0 0,-1 4 0 0,-1 0 48 15,0 3 16-15,0 1 0 0,-2 6 0 0,2 1-112 16,-1 1-16-16,-1 4 0 0,2-5 0 0,0 2-144 16,-1 0-48-16,2 2 0 0,0 2 0 0,1 2-256 15,0 0 160-15,3 2-160 0,-1-2 128 0,3 2-128 16,1 0 0-16,2-2 0 0,0 1 0 0,4-2 0 15,0 1 0-15,0-7 0 0,3-3-176 0,3-2-320 16,-1-8-64-16,0-2-16 0,2-8 0 0,-2-3-656 16,2-6-144-16,-2 0-32 0,-2-6 0 0,0 2-1920 15,-2-1-400-15,0 1-80 0,2 6-1152 0</inkml:trace>
  <inkml:trace contextRef="#ctx0" brushRef="#br0" timeOffset="10633.85">18323 4935 13375 0,'2'15'2096'0,"0"-3"-624"0,1 3-128 0,-1 0-1136 15,1-3-208-15,-2-3 0 0,-1-3 0 0,0-2 560 16,0 2 208-16,-1 3 64 0,1 3 0 0,-1 3-160 0,-1-3-32 0,0-3 0 0,-1-7 0 0,0-2 160 16,0-5 32-16,1-5 0 0,1-4 0 0,-1-10-304 15,1-4-48-15,4-5-16 0,3 4 0 0,4 0-320 16,2 3-144-16,7 4 128 0,4 4-128 0,5 3 0 31,5 0 0-31,0 4 0 0,3 2 0 0,1 2-496 16,0 0-176-16,-2 7-32 0,-7 7-16 0,-2 5-2432 15,-1 0-496-15,-7 6-80 0,-4 0-3248 0</inkml:trace>
  <inkml:trace contextRef="#ctx0" brushRef="#br0" timeOffset="12867.45">16170 5637 12031 0,'0'3'2624'0,"0"3"-768"0,0 0-176 0,-2 2-784 0,2 0-144 0,-1-2-48 0,1-1 0 0,0-1-304 15,0 5-64-15,0 1-16 0,-1 7 0 0,1 6 576 16,0 2 96-16,0-4 32 0,0 0 0 0,1-2-464 15,0-1-96-15,1 0-16 0,-1-1 0 0,0-1 112 16,0 1 16-16,1 6 0 0,-1 3 0 0,0 8 128 16,2 7 48-16,-1 1 0 0,0-2 0 0,1-9-368 15,1-2-80-15,-2-5-16 0,2-6 0 0,0-5-32 16,-1-2 0-16,0-5 0 0,0 0 0 0,1-5-256 16,1 2 160-16,-2-3-160 0,-1 0 128 0,0-4-128 0,0 2 0 15,0-2 0-15,-1-2 0 0,2 1 0 16,-1-1 0-16,0-3 0 0,-1 3-176 0,-1-3-528 15,1 2-96-15,-1 4-32 0,-1 0 0 0,1 3-1328 16,0 0-272-16,1 3-48 0,2 1-8128 0</inkml:trace>
  <inkml:trace contextRef="#ctx0" brushRef="#br0" timeOffset="14233.63">14372 6382 16383 0,'10'-3'1424'0,"1"0"-416"0,1 0-96 0,3-2-208 0,0 4-64 0,1-4 0 0,-5 4 0 0,-4 1-112 0,2 0-16 0,6-3-16 0,8 3 0 0,7 0-496 16,3 0 128-16,-3 0-128 0,-5 3 0 0,-3-2 240 15,-2 4 0-15,-3-4 0 0,-1 4 0 0,-2-2 64 16,1 0 16-16,-1 3 0 0,4-3 0 0,-1 1-320 16,3-1 0-16,1 2 0 0,4 2 0 0,3-4 176 15,2 2-32-15,4 1 0 0,6 1 0 0,2-1-16 16,3 2 0-16,-2-1 0 0,-5-5 0 0,-4 2 304 15,-4-4 48-15,1 0 16 0,2-4 0 0,1-3-304 16,2 0-48-16,5 1-16 0,8 0 0 0,8 0-128 16,6 2 160-16,-5-2-160 0,-8 4 160 0,-8-2 16 15,-6 4 0-15,2-5 0 0,7 1 0 0,4-2-176 16,4-3 0-16,4 3 0 0,1 4 0 0,3 0 128 16,1 4-128-16,-9-5 128 0,-10 2-128 0,-6-4 320 15,-3 1 0-15,11-2-16 0,12 4 0 0,9-1-80 0,4 2-16 0,-10 1 0 16,-12 0 0-16,-9 0 96 0,-4 0 16 0,3 0 0 0,4 0 0 15,3-3-64-15,2 0 0 16,4 3 0-16,3-3 0 0,3 3-96 0,3 0-32 0,-11-2 0 0,-11-2 0 0,-7 2 160 16,-5-2 32-16,7 0 0 0,11-1 0 0,5 2-160 15,5 0-32-15,0-1 0 0,-4 2 0 0,0-1 112 16,0 2 16-16,-10-1 0 0,-10 2 0 0,-7-3 0 16,-3 2 0-16,6 0 0 0,5 0 0 0,6 1-256 15,4 0 0-15,2-3 0 0,0 1 0 0,3 0 0 16,0 0 144-16,-8-2-144 0,-6-2 128 0,-4 1-128 15,-5 1 128-15,-3-2-128 0,-2 0 128 0,-3-1-128 16,0 3-176-16,2-2 48 0,2-1 0 0,2 1 128 16,1 0 176-16,-1 0-48 0,0 1 0 0,-1 1-128 15,0-2 0-15,-3 4 0 0,-2-2 0 0,-1 1 0 16,-2 1 0-16,-2 1 0 0,-4 1-176 0,-1 0 176 16,-3 3 176-16,0-3-48 0,-4 3 0 0,0 1-128 15,-2-1 0-15,-2 0 0 0,-3 2 0 0,0-4-784 16,-3 1-192-16,0 2-48 0,-2-1 0 0,2-1-768 15,-2 2-144-15,3-2-48 0,1-2 0 0,2 1-2192 16,2 1-448-16,-2-5-96 0,2-5-2208 0</inkml:trace>
  <inkml:trace contextRef="#ctx0" brushRef="#br0" timeOffset="25034.19">14961 6434 14399 0,'-1'-3'2224'0,"1"2"-672"0,0-1-128 0,0-2-480 0,0 1-112 0,0 0 0 0,0 3-16 0,0 0-304 0,0-2-48 15,1 2-16-15,1-1 0 0,-2 1-48 0,0 0-16 0,0 0 0 0,0 0 0 0,15 15-384 16,-12-8-192-16,1 7 0 0,-2 2 16 0,2 9 384 15,-1 5 80-15,-1 5 16 0,2 4 0 0,-2 0 16 16,1 3 0-16,-1-6 0 0,-1-5 0 0,1-6-144 16,-1-2-32-16,-1-2 0 0,0-5 0 0,-1 2 240 15,1-3 64-15,-2-1 0 0,1 3 0 0,1-3-256 16,-1 4-64-16,1-3 0 0,0 1 0 0,0 1 64 16,0-2 0-16,1-2 0 0,0 1 0 0,1-4 0 15,0-1 0-15,-1-1 0 0,1-2 0 0,-1-2-192 16,0-1 128-16,0-3-128 0,-1 0 128 0,0 0 0 15,2 0 0-15,-2 1 0 0,-2-1 0 0,2 0 160 16,0-1 32-16,-1 1 0 0,1 0 0 0,0 0-160 16,0 0-32-16,0 0 0 0,0 0 0 0,0 0-128 15,0 0 0-15,-21 8 0 0,16-4 0 0,-1-4 0 16,1 2 0-16,-2 0 0 0,-2 0 0 0,-1 1 0 16,-1 0 128-16,-1 0-128 0,-1-2 128 0,-2 4 112 15,2-1 16-15,-3 1 0 0,0 1 0 0,-2-3-256 16,2 4 144-16,0 1-144 0,0-2 128 0,2 1 64 15,1 1 0-15,-1-1 0 0,1-1 0 0,0 0-192 16,1 3 128-16,-2-3-128 0,-1-3 128 0,-2 2-128 16,1 2 0-16,-5-1 0 0,-4-4 0 0,-1 2 128 15,-2 0 0-15,-2-2 0 0,-2 1 0 0,-1-1-128 16,-2 2 0-16,3-2 0 0,2-1-176 0,2 2 176 16,2-1 0-16,2 0 128 0,3 0-128 0,3 1 176 0,2 0-48 0,-2 0 0 15,-1 1 0-15,-1 0-128 0,-1 0 0 16,-5 0 0-16,-4 1 0 0,-3-3 0 0,-2 2 0 15,1-2 0-15,-2 2-176 0,0-1 176 0,1 0 0 0,2 0 128 0,3-1-128 0,3 2 128 16,2-2-128-16,4 0 128 0,3 0-128 0,3 1 0 16,2 0-128-16,-1-3 0 0,-4 0 0 0,1-2 128 15,-2 1 192-15,-2 1-32 0,-1-3-16 0,-1 3-16 16,-2 0-128-16,-1-2 192 0,-1 2-64 0,-2-2-128 16,1 2 128-16,1 0-128 0,2 0 128 0,3 4-128 15,-1-1 0-15,4-3 0 0,0 1-176 0,3 1 176 16,1 1 0-16,2-3 128 0,1 2-128 0,2 2 0 15,2-1 0-15,-1-2 0 0,-1 1 0 0,2 1 0 16,-2-3 0-16,0 1 0 0,0 1 0 0,-2-2 0 16,0 0 0-16,0 0 0 0,-2 0 0 0,1 0 0 15,-1 0 144-15,-1 0-144 0,1 0 160 0,-1 0-160 16,-1 0 0-16,1 0 0 0,1 0-176 0,1 0 176 16,2 0 0-16,-2 0 0 0,1 0 0 0,1 0 128 15,0 0 48-15,-1 0 16 0,2 0 0 0,-1 0-192 16,3 3 128-16,-2-3-128 0,0 0 128 0,0 1-128 15,1 0 0-15,-1-1 0 0,2 2 0 0,0-2 0 16,1 2 0-16,0 1 0 0,-1-3-176 0,1-3 176 16,1 3 0-16,1 0 128 0,0 0-128 0,0 0 0 15,2-2-128-15,0 0 0 0,-1 1 0 0,1 0 128 16,1 1 176-16,-1-3-48 0,0 3 0 0,0-2-128 16,1 2 0-16,-1 0 0 0,0 0 0 0,0 0 0 0,2 0 0 0,-2 2 0 15,1-2-176-15,-1 3 176 16,1-2-128-16,-1 2 128 0,1-1-128 0,-2-2 128 0,2 3 0 0,-1-3 0 15,1 1 0-15,-1 1 0 0,2-2 0 0,0 3 160 0,0-3-160 0,-1 0 128 16,1 0-128-16,0 0 0 0,1 0 144 0,-2 0-144 16,0 0 0-16,2 0 0 0,0 0-176 0,0 0 176 15,0 0 176-15,0 0-48 0,0 0 0 0,0 0-128 16,0 0 0-16,0 0 0 0,0 0 0 0,0 0 0 16,0 0 128-16,0 0-128 0,0 0 128 0,0 0-128 15,0 0 0-15,0 0 0 0,0 0-176 0,0 0 176 16,0 0 0-16,0 0 128 0,0 0-128 0,0 0 0 15,0 0 0-15,0 0 0 0,0 0-128 0,0 0 128 16,0 0 0-16,0 0 0 0,0 0 0 0,0 0 0 16,0 0 0-16,0 0 0 0,0 0 0 0,0 0 0 15,0 0 0-15,-6 18 0 0,5-18 0 0,1 0 0 16,0 0 176-16,0 0-48 0,0 0 0 0,0 0-128 16,0 0-176-16,0 0 48 0,0 0 0 0,0 0 128 15,0 0 0-15,0 0 0 0,0 0 0 0,0 0 0 16,0 0 128-16,0 0-128 0,0 0 176 0,0 0-176 15,0 0 0-15,0 0-192 0,0 0 192 0,0 0-176 16,9 18 176-16,-9-15-128 0,2 0 128 0,-2-3 0 16,1 1 0-16,-1 1 0 0,1-2 0 0,-1 3-304 15,2-3 32-15,-1 0 0 0,-1 1 0 0,-1-1-752 16,1 0-128-16,0 0-48 0,0 0 0 0,0 0-1808 16,-11 20-352-16,4-10-80 0,-4 2-7120 0</inkml:trace>
  <inkml:trace contextRef="#ctx0" brushRef="#br0" timeOffset="27267.07">12708 7345 10431 0,'0'0'1584'0,"0"-1"-480"0,0 1-80 0,0-3 16 0,2 3 16 0,-2 0 0 0,0 0 0 0,0 0-224 0,1 0-64 0,-1 0 0 0,1 3 0 0,-1-3-256 16,0 0-48-16,0 0-16 0,0 0 0 0,0 0-48 16,0 0-16-16,0 0 0 0,5 22 0 0,-5-13-96 15,0 2-32-15,0 1 0 0,0 3 0 0,0 1 0 16,0 3 0-16,0 4 0 0,0 2 0 0,0 3-256 15,0 3 160-15,-1 0-160 0,1 1 128 0,0-2 128 16,0 1 0-16,-1-4 16 0,1-6 0 0,0-2-16 16,0-2 0-16,0-1 0 0,0-1 0 0,1 2-96 15,1-2-32-15,0-2 0 0,-1 1 0 0,0-1-128 16,0-3 128-16,0 1-128 0,2 1 128 0,-3 1 64 16,1-1 0-16,0 2 0 0,1-1 0 0,-2 1-192 15,1 2 128-15,-1-4-128 0,0 1 128 0,1 0-128 16,0-3 128-16,-1 1-128 0,2 2 128 0,-1-1-128 15,0-2 0-15,0 1 0 0,-1-1 0 0,0-2 0 16,2 1 128-16,-2-3-128 0,0 0 128 0,0-2 0 16,0-1 0-16,0-1 0 0,0-2 0 0,0 1-128 15,0-1 128-15,1 2-128 0,-1-2 128 0,0 0 0 16,0-2 0-16,0 2 0 0,0 0 0 0,0 0-128 16,0 0 128-16,0 0-128 0,0 0 128 0,0 0 0 15,0 0 0-15,-8-19 0 0,8 14 0 0,-1 2-128 16,0 2 0-16,0-2 0 0,1 3 0 0,-2-3 0 15,1 3 0-15,1-3 0 0,-1 3 0 0,1 0 0 16,0-2 0-16,-1 2 0 0,1 0-176 0,0 0 176 0,0 0 0 0,0-1 128 0,-2 1-128 0,2 0 0 16,0-3 0-16,0 1 0 0,-1-1 0 0,1 2 0 31,0 1 0-31,0 0 0 0,0 0 0 0,0 0 0 0,-6-26 0 0,4 20 0 0,-1-2 0 0,1 0 272 16,-1-1-16-16,1-1 0 0,-2-1 0 0,-1 1-96 15,3-2-32-15,-2 1 0 0,0-2 0 0,0 2-128 16,2 1 0-16,-1-2 0 0,1 3 0 0,0 1 0 15,0 1 0-15,0 1 0 0,1 2-176 0,1 0 592 32,0 1 112-32,0 2 32 0,1 1 0 0,-1 0-848 0,0 0-160 0,0 0-48 0,0 1 0 0,0-1 496 31,0 3 0-31,0-3 0 0,0 0 0 0,0 0-320 0,0 0-192 0,0 0-16 0,6 23-16 0,-4-17 1216 16,0 0 240-16,0 1 48 0,2 1 16 0,1-2-1232 15,0 3-240-15,1-2-48 0,1-2-16 0,0-2 560 16,0-2 0-16,2-1 0 0,-1-4 0 0,1 1 336 15,2-2 176-15,0-4 48 0,3 2 0 0,1-4-800 16,1 1-144-16,-3 1-48 0,1 0 0 0,0-1 432 16,-2 2 0-16,-5 3 0 0,-2 5 0 0,-3 5-2384 15,-2-1-400-15,-2 7-80 0,1 7-8480 0</inkml:trace>
  <inkml:trace contextRef="#ctx0" brushRef="#br0" timeOffset="29733.41">12742 8159 10495 0,'-5'-6'1552'0,"0"2"-464"0,0-1-80 0,1 1 32 0,1 1 16 0,-1 0 0 0,3 3 0 0,-1 0-32 16,0 0 0-16,-2-2 0 0,-2 2 0 0,-3-3-608 15,-1 3-128-15,1 3-32 0,-1-1 0 0,-1 1 320 16,-2 0 48-16,1 1 16 0,-3 1 0 0,0 1 192 15,-2 0 64-15,-2-3 0 0,-2 1 0 0,0-2-720 16,0 2-176-16,-1-4 0 0,0 0 0 0,1 0 304 16,1-3 16-16,-2 2 16 0,1-5 0 0,-2 1-112 15,2 1-32-15,2-2 0 0,0 0 0 0,3 0 112 16,1 1 16-16,0-2 0 0,3 4 0 0,-1 0-320 16,2 0 0-16,0 0 0 0,-1 1 0 0,-1 0 128 15,1 2 64-15,-3-1 0 0,-2 2 16 0,-3-1-208 16,0 4 0-16,-3-4 0 0,-2 0 0 0,-1 3-160 15,-1-3 160-15,0 0-128 0,1 0 128 0,-1 0 0 16,1 1 128-16,1-1 0 0,1 2 0 0,3-2 0 16,0 3 0-16,3-3 0 0,3 1 0 0,1 1 448 15,2-2 80-15,1 0 32 0,0 3 0 0,0 1-896 0,2-2-176 0,-2 2-48 16,-2 1 0-16,0 1 432 16,-1 0 0-16,-1 0 0 0,-1 1 0 0,-1 1-512 0,-1-2-32 0,-1 3 0 0,-1-3 0 0,0 0 768 15,1 1 160-15,-2-1 16 0,0-3 16 0,-3 4-224 16,3-2-64-16,0 1 0 0,4-4 0 0,-1 2-128 15,4-2-176-15,0 2 48 0,-1-1 0 0,3-3 128 16,-1 3 0-16,2 0 128 0,0-1-128 0,2 4 128 16,1-2-128-16,-1 2 128 0,1-2-128 0,0 3 0 15,2 0 0-15,-2-1 0 0,1 1 0 0,0 1 448 32,-2 2 32-32,0-5 0 0,-1 1 0 0,1 0-768 0,-3-2-160 0,0 2-16 0,1-4-16 0,0 2 736 15,1 1 128-15,-2-1 48 0,0-2 0 0,0 2-640 16,1 0-128-16,-1 0-32 0,0 0 0 0,3 1 368 15,-1-1 128-15,-2 0 0 0,1 2 0 0,-1 1 0 16,0 1 0-16,1 0 0 0,-2 1 0 0,2 3 112 16,1-1 16-16,0 2 0 0,2 2 0 0,-2-2-256 15,2 5 144-15,0-4-144 0,-1 2 128 0,0 2-128 16,1-1-176-16,-1-3 48 0,2-1 0 0,0 1 256 16,0-1 48-16,2 0 16 0,0-5 0 0,0 2-192 15,1 2 0-15,1-3 0 0,0 0-176 0,1 0 176 16,-1-2-128-16,2 1 128 0,-1 1-128 0,-1 1 128 15,2 1 0-15,0-2 128 0,-1 1-128 0,1 1 128 16,1-1-128-16,0-1 128 0,0-1-128 0,0 2 176 16,0-1-48-16,0 0 0 0,0-2 0 0,1 2-128 15,2-1 128-15,-2-2-128 0,3 1 128 0,0-1-128 16,0 2 0-16,3-3 0 0,-1 2-176 0,1-1 176 0,1 0 0 0,0 0 0 0,2 0 0 16,3 1 0-16,-1 1-128 0,0 1 128 0,2 3-128 0,1-2 128 15,1 2 0-15,1 2 0 0,0 2 0 0,2 1 0 16,2 0 0-16,-1 2 0 0,0 0 0 0,-1 2 0 15,1 0 176-15,0-3-48 0,-2-1 0 0,0 0-128 16,-1-2 0-16,0-3 0 0,-3-2 0 0,0-1 0 16,-2-1 0-16,3 1 0 0,0 0 0 0,0-2 0 15,2 2 0-15,4-1 0 0,5-1-176 0,4-1 176 16,2 0-128-16,4 0 128 0,1 0-128 0,3-1 128 16,2 1 176-16,-4 1-48 0,-5-4 0 0,-2 3 0 15,-1 1 0-15,-6-2 0 0,-3 1 0 0,-2-3-128 16,-2 2 0-16,4-2 0 0,5 1 0 0,3-2 0 15,3-1 0-15,4 4 0 0,4-1-176 0,4 2 176 16,3-1 0-16,-5 3 0 0,-5 0 0 0,-4 1 0 16,-2 0 0-16,-4-2 128 0,-4 0-128 0,-5 0 176 15,-2 0-48-15,6-2 0 0,6-3 0 0,3 0-128 16,1-2 128-16,5-2-128 0,6 2 128 0,3-1-128 16,3 0 128-16,-5 1-128 0,-7 0 128 0,-4-3-128 15,-3 3 0-15,-3-3 0 0,-4 0 0 0,-1 1 0 16,-1-2 128-16,2 0-128 0,7 2 128 0,4-1-128 15,5 3 0-15,0 0 0 0,5 0 0 0,-1 4 0 16,1 1 128-16,-4 1-128 0,-7 0 128 0,-4 1-128 16,-5 1 0-16,0-2 0 0,-3 1 0 0,0-1 0 15,-1 0 0-15,2 0 0 0,3-1 0 0,2 1 0 0,3-3 0 0,1 0 0 0,3 0 0 0,2-3 0 16,4 0 0-16,-5 0 0 0,-1-3 0 0,-4 0 0 16,-3 0 0-16,-4 0 0 0,-3 0 0 0,-3 1 0 15,-1-2 128-15,0-2-128 0,3 3 128 0,2-3 0 16,4 4 0-16,4-5 0 0,5 4 0 0,3 0-128 15,1 0-176-15,1 3 48 0,-1 0 0 0,0 0 128 16,-2 0 0-16,-2 1 128 0,-6 1-128 0,-3 1 0 16,-4-3 0-16,-4 0 0 0,-1-3 0 0,-2 3 128 15,-2-3-128-15,2-2 128 0,2 1-128 0,4-5 0 16,2 1 0-16,1-2 0 0,5 1-128 0,0-2 128 16,3 1-128-16,-1 0 128 0,-1 1-128 0,1 1 128 15,-2-1 0-15,-2 3 128 0,-1-4-128 0,-4 4 128 16,0 0-128-16,-4-2 128 0,-1 2-128 0,-2-1 0 15,-2-1 0-15,0 1 0 0,-3-2-128 0,-1 1 128 16,1-2 0-16,-2 1 0 0,3 0 0 0,0-1 0 16,0 2 0-16,2-1 128 0,0-2-128 0,3 4 0 15,0-5 0-15,0 3 0 0,0-3-128 0,-3 3 128 16,2-4 0-16,-1 0 0 0,1-4 0 0,1 0 0 16,1-1 0-16,-3-3 0 0,0 2 0 0,-3 2 0 15,0 1 0-15,-2 1 128 0,-2-3-128 0,1 4 0 16,-2 0 0-16,-2 0 0 0,0 2 0 0,-2 0 128 15,0 2-128-15,-2-1 128 0,0 1-128 0,-2-1 128 16,1 2-128-16,-2 2 128 0,-2-2-128 0,-3 0 0 16,2 3 0-16,-2 0 0 0,-2-3 0 0,0-1 224 15,0 4-32-15,-2-5 0 0,2 1 0 0,0 1 0 16,1-3 0-16,-1 1 0 0,0 1 0 0,-1-5-48 16,0 3-16-16,0-3 0 0,0-3 0 0,-1 0-128 0,1-3 0 0,0-2 0 0,1 0 0 15,1 0 128-15,0-2-128 0,0 2 192 0,1 0-64 0,-1 2-128 16,2 2 0-16,-1 0 0 0,0 4 0 0,1 0 0 15,-1 3-144-15,-2 0 144 0,-1 1-208 0,-3 1 208 16,-1-2-176-16,0 3 176 0,-4 0-160 0,-1-1 160 16,1 1 192-16,-2 1-32 0,-3-1-16 0,-1 2-144 15,0-2 0-15,1 3 0 0,-1-3-176 0,2 3 176 16,-1 0 0-16,1 0 0 0,2-1 0 0,0 1 0 16,2-1 0-16,2 3 0 0,1-2 0 0,4 0 0 15,2 1 0-15,-3 0 0 0,2 0 0 0,-3 1 0 16,1 2-160-16,-4-1 160 0,-2 2-160 0,-2-1 288 15,-2-1 64-15,-2 2 16 0,-3-2 0 0,-4 3-208 16,1-2-256-16,0 2 48 0,1-3 16 0,2 2 192 16,0-1 0-16,3-1 0 0,3 2 160 0,3-1-160 15,0 2 128-15,3-3-128 0,2 3 128 0,0 0-128 16,3 0 0-16,-6 0 0 0,-1 0-176 0,-2 0 176 16,-3 3 0-16,-3-3 128 0,-4 0-128 0,-1 0 0 15,-3 2 0-15,1-2 0 0,1 0-128 0,1 0 128 16,1 0 0-16,2 0 0 0,1 0 0 0,5 1 0 15,1-1 0-15,3 3 128 0,2-3-128 0,2 2 0 16,1 2 0-16,-2-4 0 0,-2 2 0 0,-3 1 0 16,0 1 0-16,-4-4 0 0,-5 0-128 0,-1 0 128 15,-2 0 0-15,0 0 128 0,-1-4-128 0,0 1 0 16,0 1 0-16,2-1 0 0,2 2 0 0,2-1 0 16,2-1 0-16,1 3 0 0,1 0-128 0,1 3 128 15,3-1 0-15,-8 2 0 0,-7 1 0 0,-4 2-384 16,-6 4-64-16,2-2 0 0,1 1 0 0,1 0-816 15,2 1-160-15,6-5-48 0,9 3 0 0,5-3-816 16,4 0-160-16,8-3-48 0,8 0-9744 0</inkml:trace>
  <inkml:trace contextRef="#ctx0" brushRef="#br0" timeOffset="30966.29">11509 8671 14591 0,'-3'-3'1328'0,"1"1"-400"0,-1 1-80 15,1-2-160-15,1 3-48 0,0-2 0 0,-1 0 0 0,2 2-144 0,0 0-48 0,0 0 0 0,0 2 0 0,0-2-256 16,0 0-48-16,0 0-16 0,6 23 0 0,-3-8 112 16,-1 0 16-16,1 1 0 0,-1 4 0 0,2 0-64 15,0 3 0-15,-2-4 0 0,1 0 0 0,-2 2-48 16,0-5-16-16,-1 3 0 0,-1 1 0 0,0 1 160 16,0-1 32-16,-2-1 0 0,2-4 0 0,-2-2-64 15,2-3 0-15,-1-4 0 0,0-4 0 0,0-4 256 16,1-2 64-16,-2-7 0 0,2-3 0 0,-2-6-160 15,2-2-32-15,0 1 0 0,1 0 0 0,0 0-256 16,2 3-128-16,0-2 128 0,3 4-128 0,-2-2 0 16,4 2 0-16,-1-1 0 0,1-2 0 0,1-2 0 15,-1 3 0-15,2-6 0 0,-2 0 0 0,2-2 0 16,-1 1 0-16,0 0 0 0,0 2 0 0,0 2 0 16,-1 0 0-16,1 2 0 0,-2 7 0 0,1 3-240 15,0 0-128-15,-1 3-16 0,-1 3-16 0,0 3 624 0,-2 0 128 0,2 1 32 16,-1 4 0-16,0 1-256 0,-1 0-128 0,0 3 128 0,-2 1-128 0,2 2 0 15,-2 2 0-15,-1 2 0 0,-1 1-128 0,-1 2 128 16,0 2 0-16,-1-3-144 0,0 3 144 0,-1 0 192 16,0 0 96-16,-2-3 32 0,-1 0 0 0,0-3-64 15,0-1 0-15,-3 0 0 0,0-1 0 0,-1 0-96 16,0 0-32-16,0-5 0 0,0-1 0 0,0-1-128 16,1-4 0-16,-1-1 0 0,2 2 0 0,0-6 0 31,2 2-176-31,2-1 48 0,4-1 0 0,1 0-880 15,2 0-160-15,4-3-48 0,4 2 0 0,3-1-864 16,1 2-176-16,4-4-48 0,0 1-6848 0</inkml:trace>
  <inkml:trace contextRef="#ctx0" brushRef="#br0" timeOffset="31167.68">11753 8822 17919 0,'0'1'912'0,"0"0"-272"0,0 3-48 0,1-2-368 0,0 2-80 0,0-1-16 0,0 0 0 0,1 0-128 15,-1-2-272-15,3 4 64 0,1 4 16 0,2 0-1392 16,0 3-272-16,2-5-48 0,0-2-4160 0</inkml:trace>
  <inkml:trace contextRef="#ctx0" brushRef="#br0" timeOffset="31300.97">11756 8459 18623 0,'0'10'1216'0,"0"1"-352"0,3-1-80 0,-1-1-1184 16,2 3-240-16,1-3-64 0,0-5-7264 0</inkml:trace>
  <inkml:trace contextRef="#ctx0" brushRef="#br0" timeOffset="31601.17">12088 8675 14335 0,'-4'-3'944'0,"-1"2"-288"0,-1 1-48 0,-3 1 1184 16,0 0 224-16,3 1 48 0,1 0 16 0,0 1-1648 15,0 0-432-15,-4 6 0 0,-5 3 128 0,-2 4 96 16,-1 5 32-16,4-1 0 0,5-1 0 0,4-3-256 16,3 1 144-16,3-5-144 0,6 1 128 0,1-2-368 15,4-2-80-15,2 0 0 0,1-2-16 0,3 1 336 16,1-2 0-16,0-2 128 0,-1-1-128 0,-1-3-688 15,1-2-208-15,-4 0-64 0,-2-4 0 0,-2-3-1536 16,-1 0-304-16,3 0-64 0,0-4-2848 0</inkml:trace>
  <inkml:trace contextRef="#ctx0" brushRef="#br0" timeOffset="31800.77">12226 8493 18623 0,'-1'7'816'0,"0"1"-240"0,-1 4-64 0,0 3-240 16,1 1-48-16,-1-1-16 0,2-5 0 0,0 1-64 15,-1 4-16-15,1 12 0 0,0 12 0 0,-1 12-352 32,2 0-80-32,-1-8-16 0,1-10 0 0,1-5-2352 0,-1-5-464 0,3-7-112 15,1-2-1776-15</inkml:trace>
  <inkml:trace contextRef="#ctx0" brushRef="#br0" timeOffset="32134.03">12285 8761 14079 0,'-2'14'0'0,"0"-1"0"0,0 2 0 0,1 1 0 16,0-1-208-16,0-6 64 0,1-3 16 0,0-4-576 15,0 2-96-15,0 2-32 0,0-2 0 0,0 1 672 16,1-3 160-16,-1-2 0 0,1-2 0 0,0-3 432 0,1-2 112 0,-1-5 32 0,1 4 0 0,1 0 0 16,0 0 0-16,2-1 0 0,0 3 0 0,2 2 48 15,0 2 16-15,0-2 0 0,1 5 0 0,-1 4-288 16,3-1-48-16,0 2-16 0,4 3 0 0,0 3 176 16,2-1 48-16,3 5 0 0,1-1 0 0,1 4-128 15,1 2-32-15,-2-4 0 0,-3 2 0 0,-2-5-352 16,0 1 0-16,-3-2 0 0,1-7 0 0,-3-2 0 31,1-4 0-31,-1-4-128 0,1-5 128 0,0-1-3248 16,1-1-560-16,-3-1-112 0,-2-1-816 0</inkml:trace>
  <inkml:trace contextRef="#ctx0" brushRef="#br0" timeOffset="32666.51">13093 8683 18623 0,'-6'3'1536'0,"0"3"-464"0,-1-2-96 0,1 2-464 0,1 0-112 0,0-1-16 0,3 1 0 0,-1-3-192 0,1 3-64 0,-3 1 0 0,-4 8 0 0,-2 4-128 16,1 2 0-16,2 2 0 0,3-2 0 0,3-2 0 15,2 0 0-15,5 0 0 0,3 0 0 0,2-2 128 16,2-1-128-16,2-4 0 0,1-3 128 0,-1-4 112 16,4-1 16-16,-1-7 0 0,0-6 0 0,-1 0-256 15,3-4 0-15,-4-4 0 0,0 1 0 0,-3-2 352 16,0 0 32-16,-2-3 0 0,-2 0 0 0,-1 2-112 16,-1-2-16-16,-1 0 0 0,-2 0 0 0,-3 3-256 15,0-3 0-15,-2 3 0 0,-1 4 0 0,-2 1 576 16,0 1 48-16,-3 6 16 0,1-1 0 0,-2 5-640 15,-1 2-288-15,1 2 32 0,0 6 0 0,0 5 256 16,1 1-160-16,0 3 160 0,1-2-128 0,1 3-624 16,1 0-112-16,3-2-32 0,4 1 0 0,3-2-144 15,2 0-48-15,3-1 0 0,3-1 0 0,2 1-3376 16,4 0-672-16,-1-5-144 0,3-5-32 0</inkml:trace>
  <inkml:trace contextRef="#ctx0" brushRef="#br0" timeOffset="32900.5">13421 8780 15615 0,'-3'15'-496'0,"2"-1"160"0,1 0 16 0,1 0 864 0,2-2 160 0,-2-6 48 0,0-2 0 0,0-2-400 16,2-2-80-16,1 4-16 0,2 1 0 0,1-5 576 15,1 0 96-15,-2-3 32 0,1-6 0 0,-1 0-128 16,-1-6 0-16,2 0-16 0,-3-1 0 0,3-4-544 15,-1 2-96-15,1-1-32 0,1-2 0 0,0 0-144 16,1 3 0-16,0 0 0 0,1 4-176 0,1 4 176 31,0 1 0-31,-1 5 0 0,1 8 128 0,-1 2-768 16,0 5-160-16,-2 2-32 0,1 2 0 0,-2-2-1792 16,0 4-384-16,2 1-64 0,3 0-2928 0</inkml:trace>
  <inkml:trace contextRef="#ctx0" brushRef="#br0" timeOffset="33333.57">13758 8717 17599 0,'-5'3'400'0,"0"5"-112"0,2-1-32 0,-1 4-256 15,0 2 0-15,2-7 0 0,1-1 0 0,1 0 880 16,0 2 112-16,-2 6 32 0,1 5 0 0,0 6-1232 15,1 0-240-15,0 0-64 0,1-8 0 0,2-4 512 16,0-1 0-16,1-4 0 0,1-5 0 0,0-4 0 16,1-5 0-16,1-1 0 0,1-2 0 0,2-5 0 15,0 0 0-15,-2 0 208 0,2-3-64 0,-1-3 48 0,0 2 0 0,-2-4 0 0,-1-5 0 16,-1 1-192-16,0-5 128 0,-1-1-128 0,-1-4 128 0,1-2 0 16,-1 0 0-16,-1-1 0 0,-1 4 0 0,1 9 0 15,-2 2 0-15,0 6 0 0,-2 6 0 0,1 7 64 16,1 4 0-16,-2 3 0 0,0 2 0 0,0 4-192 15,1 1 0-15,-2 7 0 0,-2 5 0 0,2 3 0 16,-2 7-256-16,1 1 64 0,1 7 16 0,2 4 176 31,0 2 0-31,1-3 0 0,1-4 0 0,-1-5-1008 16,3 1-112-16,-2-8-32 0,1-4 0 0,2-5-1312 16,0-2-272-16,-1-5-48 0,1 0-16 0,0-5 1888 0,1 1 368 0,0-4 80 15,1-2 16-15,-1-2-160 0,2 0-32 0,1-2 0 0,0-2 0 0</inkml:trace>
  <inkml:trace contextRef="#ctx0" brushRef="#br0" timeOffset="33600.49">14058 8786 12543 0,'13'9'736'0,"-2"-3"-224"0,-1-3-32 0,1 0-240 16,-2-1-48-16,-3 0-16 0,-2-4 0 0,0 2 352 15,-1-2 80-15,3-4 16 0,4 0 0 0,1-7-304 16,2-2-48-16,-3-3-16 0,-3 0 0 0,-3-3-256 15,-2 0 0-15,0-2 0 0,-2 1 0 0,-3-2 672 16,2-1 80-16,-3 4 16 0,-1 4 0 0,-1 2-768 16,-1 5-256-16,-2 2 0 0,-1 8 0 0,-1 3 704 15,-1 5 160-15,-1 8 32 0,1 9 0 0,-1 7-256 16,0 4-64-16,2-3 0 0,1-3 0 0,0 1-608 0,2-4-128 0,5-4-32 0,3 0 0 0,5-2 736 31,0-2 144-31,3 1 16 0,3 0 16 0,3-1-1296 16,2-1-256-16,-1-4-48 0,1-4-16 0,0-7-1168 15,0 2-240-15,-1-7-64 0,-1-7-2736 0</inkml:trace>
  <inkml:trace contextRef="#ctx0" brushRef="#br0" timeOffset="33833.57">14280 8855 7167 0,'1'30'400'0,"1"-5"-112"0,-1-8-32 0,0 1 384 16,0-5 80-16,-1-7 16 0,2-6 0 0,-1-4 912 16,0-1 176-16,1-3 32 0,3-6 16 0,3-7-1136 15,2-6-224-15,1-7-64 0,1 2 0 0,2-1-144 16,1-1-48-16,1-4 0 0,1-4 0 0,3-4-256 16,2-3 0-16,-1 13 0 0,-1 9 0 0,-2 9-256 15,1 9-48-15,-2 10-16 0,1 12 0 0,-1 10-2432 16,0 4-480-16,-7 3-96 0,-7-1-1344 0</inkml:trace>
  <inkml:trace contextRef="#ctx0" brushRef="#br0" timeOffset="36833.8">12822 9352 18623 0,'-1'1'1632'0,"0"2"-480"0,1-1-112 0,0 1-576 0,0 1-112 0,-2-2-32 0,2-2 0 0,0 1 112 0,0 2 16 0,0-1 0 0,0 4 0 0,0 3-160 15,0 1-32-15,0 2 0 0,-1 3 0 0,1 0 224 16,0 0 32-16,-1 0 16 0,1 3 0 0,-1 1-80 16,1 4 0-16,0 2-16 0,-1 1 0 0,1 1-32 15,0 4 0-15,0-4 0 0,-2-2 0 0,2 1-160 16,0-5-48-16,0 0 0 0,0-2 0 0,0-1 112 15,0-3 16-15,2 2 0 0,-1-1 0 0,0 2-112 16,0 0-16-16,2 1 0 0,-2-1 0 0,0 0-192 16,2-1 0-16,-2 3 0 0,3 6 0 0,-2 1 0 15,3 6 0-15,-1 1 0 0,1-7-160 0,-2-1 160 16,1-4 0-16,0-4 128 0,0-4-128 0,-2-1 320 16,0-5 0-16,1 2 0 0,-2-4 0 0,2-2-48 15,-2 1-16-15,-1 1 0 0,1-3 0 0,0 0-256 16,-1 0 0-16,2 1 0 0,-2-4 0 0,0 2 0 15,1-2 160-15,-1 0-160 0,0 0 128 0,0 0-128 16,0 1 128-16,0-1-128 0,0 0 128 0,0 2 0 16,0-2 0-16,0 0 0 0,0 0 0 0,0 0 64 15,0 0 0-15,0 0 0 0,0 0 0 0,0 0-192 16,0 0 128-16,0 0-128 0,0 0 128 0,0 0-128 16,0 0 128-16,0 0-128 0,0 0 128 0,0 0-128 0,0 0 128 15,0 0-128-15,0 0 128 0,0 0-128 0,0 0 0 0,0 0 0 0,0 0-176 0,0 0 176 16,0 0 0-16,0 0 128 0,0 0-128 0,0 0 128 15,0 0-128-15,0 0 128 0,0 0-128 0,0 0 128 16,0 0-128-16,0 0 128 0,0 0-128 0,0 0 176 16,0 0-48-16,0 0 0 0,0 0 0 0,0 0-128 15,0 0 0-15,0 0 0 0,0 0-176 0,0 0 176 16,0 0 0-16,0 0 0 0,0 0 0 0,0 0 0 16,0 0 0-16,0 0 128 0,0 0-128 0,0 0 176 15,0 0-48-15,0 0 0 0,0 0 0 0,0 0-128 16,0 0 0-16,0 0 0 0,0 0 0 0,0 0 240 15,0 0 16-15,0 0 0 0,0 0 0 0,0 0-256 16,0 0 144-16,0 0-144 0,0 0 128 0,0 0-128 16,0 0 0-16,0 0 0 0,0 0-176 0,0 0 176 15,0 0 0-15,0 0 128 0,0 0-128 0,0 0 0 16,0 0 0-16,0 0 0 0,0 0-128 0,0 0-112 16,0 0-16-16,0 0 0 0,0 0 0 0,0 0-1376 15,-20 10-288-15,18-7-48 0,2 3-16 0,1 2-2096 16,3 2-416-16,0-4-96 0,4 3-4208 0</inkml:trace>
  <inkml:trace contextRef="#ctx0" brushRef="#br0" timeOffset="40633">12868 10239 13311 0,'-1'0'2064'0,"-2"0"-608"0,2 0-128 0,-1 1-224 0,0 0-32 0,1 1-16 0,0 0 0 0,0-2-544 0,-1 3-96 0,0-2-32 0,-1 4 0 0,0 1 208 16,-2 0 48-16,-1 0 0 0,-1 3 0 0,1-3 0 15,1 0 16-15,-1-2 0 0,-1 2 0 0,0-1-464 16,1 1-192-16,0 1 176 0,-1-1-176 0,0 0 704 16,1 0 32-16,-1 0 16 0,1 3 0 0,-2 0-528 15,0 3-96-15,0-3-128 0,1 1 176 0,1 1 240 16,-1-4 48-16,2 2 16 0,-1-1 0 0,1 1-128 15,0 0-32-15,0-3 0 0,-1 4 0 0,0-2-128 16,0 1-16-16,-2 0-16 0,2 1 0 0,0-4-160 16,2 0 160-16,-2-1-160 0,0 2 160 0,-1 2 96 15,-2 2 0-15,-1 2 16 0,0-4 0 0,0 4-272 16,-1 0 160-16,1-3-160 0,-1 3 128 0,1-2-128 16,-1 1 0-16,0-3 0 0,0 1 0 0,0 1 128 15,0-1 0-15,-1 0 0 0,1 1 0 0,-1-3-128 16,1 1 128-16,0 1-128 0,0-1 128 0,-1-3 112 15,1 2 16-15,1-1 0 0,-1 1 0 0,0 0-256 16,0 0 0-16,0 3 0 0,0-3 0 0,0 1 256 16,0 2 0-16,-1-4 0 0,2 2 0 0,-1-1-256 15,3 1 0-15,-2 0 0 0,1 1 0 0,2 0 192 16,-1 1 0-16,2-3 0 0,-1 5 0 0,1-3-48 16,-2 1-16-16,1 1 0 0,-1 3 0 0,0 0 0 15,-2 0 0-15,0-2 0 0,0 1 0 0,-1-1-128 16,1 1 0-16,-1 1 0 0,0-3-176 0,-3 3 176 0,2 4 0 15,-2-5 128-15,-1 1-128 0,0-1 128 0,-1-1-128 0,0 1 128 0,-1-3-128 0,0 0 176 16,-2 2-48-16,2-3 0 0,-1-2 0 0,2 1-128 16,0 0 128-16,1 0-128 0,2-2 128 0,-1-1-128 15,1 0 128-15,0 0-128 0,2 0 128 0,-1 1-128 16,1 0 0-16,1-1 0 0,0 0 0 0,1 1 192 16,2-1 0-16,1 0 0 0,-2 0 0 0,2 3-192 15,0-3 0-15,1 0 0 0,-1 0 0 0,0 3 0 16,1-3 128-16,-2 0-128 0,1 1 128 0,0 1-128 15,1 1 0-15,-2-1 0 0,0 2 0 0,0 3 0 16,0-2 128-16,-1-1-128 0,1 1 128 0,-1 1-256 16,1-3-64-16,-3 3-16 0,-1 3 0 0,-3 4 336 15,-3 2 64-15,-2 0 0 0,0-3 16 0,0 1-208 16,2-2 0-16,-2-2 0 0,3-3 0 0,0-3 144 16,1 1-16-16,2-1 0 0,-1-1 0 0,3-2-128 15,-1-2 0-15,2 1 0 0,1-1-176 0,0-1-80 16,2 2 0-16,0-3-16 0,0 0 0 0,2 1 592 15,0 0 112-15,2-3 16 0,-1 3 16 0,2-3-272 16,-1 0-48-16,1 0-16 0,0 1 0 0,1-1-128 16,0 1 0-16,0-1 0 0,-1 0-176 0,1 1 176 15,0-1 0-15,-1 3 128 0,0-3-128 0,1 0 128 16,0 2-128-16,0 0 128 0,-1 0-128 0,1-2 128 16,0 3-128-16,-2-3 128 0,2 1-128 0,0 1 0 15,0-2 0-15,-1 3 0 0,2-3-128 0,-1 0 128 16,0 1 0-16,0-1 128 0,-1 1-128 0,1-1 224 0,0 1-32 15,1 2 0-15,0-3 0 0,0 0-192 0,0 0 0 16,0 0 0-16,0 0-160 0,0 0 160 0,0 0 0 0,0 0 0 0,0 0 0 0,0 0 0 16,0 0 176-16,0 0-48 0,0 0 0 0,0 0-128 15,0 0 0-15,0 0 0 0,0 0-176 0,0 0 176 16,0 0-128-16,0 0 128 0,0 0-128 0,0 0 128 16,0 0 0-16,0 0 0 0,0 0 0 0,0 0 0 15,0 0 0-15,0 0 128 0,0 0-128 0,0 0 0 16,0 0-128-16,0 0 0 0,0 0 0 0,0 0 128 15,0 0 176-15,0 0-48 0,0 0 0 0,0 0-128 16,0 0 0-16,0 0 0 0,0 0 0 0,0 0 0 16,0 0 0-16,17 9 0 0,-14-9 0 0,1 0 0 15,-1-3 0-15,1 3 0 0,1 0 0 0,0 0 0 16,0 0 0-16,1 3 0 0,-1-3-176 0,1 0 176 16,2 1 0-16,-2 1 0 0,0 1 0 0,0-3 0 15,0 4 0-15,0-2 128 0,-1-2-128 0,0 2 0 16,0 2-128-16,0-1 0 0,1-2 0 0,1 1 128 15,0 1 0-15,0 1 128 0,0-4-128 0,0 2 0 16,-1-2 0-16,0 0 0 0,2 1 0 0,0-1 0 16,0 1 0-16,1 1 0 0,-1 0 0 0,1-2 0 15,1 0 0-15,0 0 0 0,0 1 0 0,-1-1 128 16,3 2-128-16,-3-1 128 0,1 1-128 0,0 1 0 16,0 1 0-16,-1-2 0 0,1-1 0 0,-2 4 0 15,1-1 0-15,0 2 0 0,-2-1 0 0,0 1 0 16,1 0 0-16,-1 1 0 0,-1-1-128 0,1 0 128 15,-1 3 176-15,-1-3-48 0,1 0 0 0,0 3-128 16,-1-1-272-16,1-2 64 0,0 1 16 0,1 1 192 0,0 0 0 0,1-2 0 0,0 1 160 16,1 1-160-16,1-2 0 0,1 3 0 0,1-1 0 15,3 1 0-15,-1 0 0 0,0 0 0 16,3 1 0-16,-1 2 0 0,1-3 0 0,1 5 0 0,2-2 0 0,3 1 0 16,0 3 0-16,-2-3 0 0,0 0 0 0,-2-5 0 15,-1 2 0-15,-2-1 0 0,-1-3 0 0,0 0 0 16,0-2 128-16,-2 1-128 0,0-3 128 0,-2 2-128 15,0 0 0-15,0 1 0 0,-1-1-176 0,0-2 176 16,0 2 0-16,0-1 0 0,-2 2 0 0,1-1 0 16,0 2 0-16,-1-1 0 0,3-1 0 0,1 1 0 15,0-1 0-15,0 2 0 0,4-2 0 0,0 0 0 16,1 3 0-16,1-1 128 0,1 0-128 0,0-1 0 16,2 1 0-16,2 0 0 0,-1 0 0 0,0 1 0 15,2-4 0-15,-2 4 0 0,-1-1 0 0,0 0 0 16,0 1 0-16,-2 0 0 0,-2 0-128 0,-1 2 128 15,-1-1 176-15,-2 1-48 0,0-2 0 0,-2 4-128 16,-1-2 0-16,0 0 0 0,-2 1-176 0,2-2 176 16,0 5-128-16,0-5 128 0,1 2-128 0,0 1 128 15,3-3 0-15,-1 3 0 0,5-2 0 0,0 3 0 16,2 0 0-16,1-1 128 0,-1-1-128 0,-2 1 0 16,1 2-128-16,0-4 0 0,-1 3 0 0,1-3 128 15,0 3 0-15,0-2 128 0,0-2-128 0,-2 1 176 16,0-1-48-16,-2-1 0 0,-1 0 0 0,-3 0-128 15,0-3-176-15,-1 3 48 0,0-4 0 0,-2 2 128 0,1 2 0 16,-2-4 128-16,2 1-128 0,-3 1 0 16,2-3 0-16,-3 2 0 0,0 0 0 0,0 1 0 0,-1-2 0 0,1 2 0 0,-1-1-128 0,0-1 128 15,1 0 0-15,-2 1 0 0,1-2 0 0,0 1 128 16,0-2 48-16,-1 0 16 0,1 3 0 0,0-1-192 16,-1-2 0-16,0 1 0 0,1 1-176 0,-1-3 176 15,1 3 176-15,0-3-48 0,-1 0 0 0,1 3-128 16,-1-3 128-16,-1 0-128 0,2 1 128 0,-2 0-128 15,2 1 128-15,-2 0-128 0,1-2 128 0,-1 1-128 32,2 1 128-32,-1-2-128 0,-1 0 128 0,1 0-464 0,-1 1-112 0,1-1 0 0,-2 0-16 0,0 0 736 15,1 0 160-15,0 0 16 0,-1 0 16 0,0 0-464 16,0 2 0-16,1-2 0 0,-1 0 0 0,0 0 0 16,0-2 0-16,1 2 0 0,-1 0 0 0,-1 2 144 15,1-2-144-15,0 3 128 0,1-3-128 0,-1 0 0 16,-1 0 0-16,0 0 0 0,0 0 0 0,0 0 128 15,0 0-128-15,0 0 128 0,0 0-128 0,0 0 0 16,0 0 0-16,0 0-224 0,20 6 80 0,-19-8 144 16,0 2 0-16,0 0 128 0,1 0-128 0,-1 0 0 15,0-3 0-15,0 3 0 0,-1 0 0 0,1 0 0 16,1 0 0-16,-1 0 0 0,-1 0 0 0,0 0 0 16,0 0 0-16,0 0 0 0,0 0 0 0,0 0 128 15,0 0-128-15,0 0 128 0,0 0-128 0,0 0 0 16,0 0 0-16,0 0 0 0,0 0 0 0,0 0 0 15,0 0 0-15,0 0 0 0,20 5 0 0,-18-5 0 16,1 1 0-16,-1-1 0 0,1 0-128 0,-2 0 128 0,1-1 0 16,1 1 0-16,-1-2 0 0,1 2 0 15,-1-3 176-15,1 2-48 0,-1 1 0 0,1-3-128 0,-1 0 0 0,1 0 0 0,-1 1-176 0,2-1 176 16,-1 2 0-16,2-2 128 0,0 0-128 0,2-2 0 16,-1 4-128-16,2-4 0 0,1 1 0 0,1-2 128 15,2 0 0-15,-1-1 128 0,2 0-128 0,-2 0 0 16,1-2 0-16,1 0 0 0,-2-3-128 0,1 1 128 15,1-2 0-15,-2-1 0 0,0-3 0 0,-1 3 0 16,1-5 0-16,-1 2 0 0,-2 1 0 0,0-2 0 16,0 4 0-16,0-3 0 0,-1 3 0 0,1-1 0 15,-1 2-128-15,1 1 128 0,-2-2-128 0,0 5 128 16,0-3 0-16,1 3 0 0,1 0 0 0,-1 0 0 16,3 2 0-16,-1-2 0 0,2 3 128 0,0-3-128 15,3-1 0-15,-2 2 0 0,2 2-128 0,-1-3 128 16,2 3-128-16,-1 0 128 0,-1 3-128 0,1-3 128 15,0 2 176-15,-1-1-48 0,1 1 0 0,-2-2-128 16,0 0 128-16,1 1-128 0,-1-1 128 0,1 2-128 16,-1-1 0-16,-1-1 0 0,1 2-176 0,0-2 48 15,-1 0 0-15,-1 0 0 0,1 0 0 0,0 1 128 16,0-4 0-16,-1 2 128 0,-1-1-128 0,-2 1 0 16,2 1 0-16,-2-3 0 0,0 0 0 0,1 1 0 15,-1-1 0-15,-1-1 0 0,1 1 0 0,-1 3 0 16,-1-4 0-16,0 4 0 0,-2-2-128 0,2 1 128 15,0-1 0-15,2-1 128 0,-4 3-128 0,2-3 0 16,0 2 0-16,0-1 0 0,0 1 0 0,1-2 0 0,0 1 0 16,1-2 0-16,0 1 0 0,-1 0 320 0,2 3-16 15,0-5 0-15,1 1 0 0,3-2-496 0,2 0-112 0,-1-2-16 0,2 2 0 0,0 2 320 16,1-3-160-16,-1 5 160 0,2-1-128 0,-1 3 128 16,3 0 0-16,-3-1 160 0,3 1-160 0,-3 1 0 15,1 2 0-15,0-1 0 0,-2 1 0 0,0 0 0 16,0 0 0-16,-2-2 0 0,-1 4 0 0,-1-4 0 15,0 4 0-15,-4-4 0 0,2 2 0 0,-3 2 0 16,2-3 176-16,-2 2-176 0,0 0 160 0,1-2-160 16,1-1 0-16,-2 1 0 0,0-1-176 0,0 2 176 15,-1-4 0-15,0 1 128 0,-1 0-128 0,-2 0 0 16,2 1 0-16,-1-1 0 0,0 2-128 0,0-1 128 16,0 4 0-16,1-4 0 0,-1 1 0 0,0 2 0 15,1-2-128-15,0 1 128 0,-2 2-128 0,1-1 128 16,0 2 0-16,0-3 128 0,-1 2-128 0,0 0-144 15,0 0-112-15,1 1 0 0,-2 0-16 0,0-3 272 16,0 3 272-16,0 0-48 0,1 0-16 0,-2 0-64 16,1 0-16-16,-1 0 0 0,0 0 0 0,0 0-128 15,0 0 0-15,0 0 0 0,0 0-176 0,0 0-80 16,0 0 0-16,0 0-16 0,0 0 0 0,0 0 480 16,0 0 112-16,0 0 0 0,0 0 16 0,0 0-592 15,0 0-112-15,0 0-16 0,0 0-16 0,0 0 784 16,0 0 176-16,0 0 16 0,-17-10 16 0,15 8-592 15,1 2-192-15,1-3 0 0,-1 2 0 0,0 0 192 16,-1 1 0-16,2-1 128 0,-1 1-128 0,0-3 128 16,1 3-128-16,-1-2 128 0,1 2-128 0,0 0 0 15,0 0 0-15,0 0 0 0,0 0-128 0,0 0 128 16,-15-16-128-16,11 9 128 0,2 2-128 0,-2 2 128 0,0-4 0 16,1 1 128-16,-1 0-128 0,0-3 0 0,0 3 0 0,-1-2 0 15,1-2-128-15,-1 1 128 0,0-2 0 0,-2 1 0 0,1-2 0 0,0 3 0 16,1-3 0-16,-2-1 0 0,-2 2 0 0,-1-4 144 15,0 0 64-15,-2 1 16 0,0 0 0 0,-1-1-224 16,0 0-208-16,-2 3 32 0,-1-3 16 0,-3 3 160 16,1-1 0-16,-2 2 0 0,-1-1 0 0,1 1 0 15,-1 3 0-15,1-3 0 0,2 3 0 0,-1 0 0 16,2 0 0-16,-1-1 0 0,2-1 0 0,2 1 0 16,0-2 0-16,0 1 0 0,3-1 0 0,3 1 0 15,-1-1 0-15,0 1 0 0,1-1 128 0,0 1-128 16,1-2-256-16,-1-1 64 0,0 0 0 0,-1-3 192 15,-1 1 176-15,-1-4-48 0,0 2 0 0,0-1-128 16,0 3-176-16,-2-4 48 0,-3-2 0 0,-2-4 128 16,-2 2 0-16,-2-1 0 0,-1 3 0 0,2 3-176 15,0 3 176-15,1 3-208 0,-1-1 80 0,2 2 128 16,0 1 0-16,-1 2 128 0,4-2-128 0,0 1 0 16,3 3 0-16,-2-3 0 0,1-1-128 0,1-1 128 15,0 1 0-15,1-1 0 0,2 1 128 0,0-1-128 16,1 1-256-16,2-1 64 0,-2 1 0 0,2-2 368 15,-1 1 64-15,1-2 16 0,-2 2 0 0,2 1-256 16,0-2-256-16,-2 0 48 0,-1 0 16 0,1 0 48 16,-1 1 16-16,-1-1 0 0,-2-1 0 0,-2 1 128 15,-1-1 0-15,-2 1 128 0,1 1-128 0,-3 1 160 0,2-2-32 0,-2 1-128 0,0-1 192 0,-1 3-192 16,0-4-240-16,0 5 48 0,1-2 16 0,3 1 176 16,0 3 0-16,-2-3 128 0,2 3-128 0,0 0 0 15,-1 1 144-15,3-1-144 0,2 2 0 0,2 0 0 16,1-1 0-16,1 2 0 0,1 0 0 0,0-1 0 15,1-1 0-15,-1 2 0 0,2-1 0 0,0-1 0 16,0 1 0-16,0-1 0 0,-1 2 0 0,0-3 0 16,1 2 0-16,-3-1 0 0,-2 1 0 0,-1-2 0 15,-1 4-304-15,-2-5 48 0,-2 2 0 0,-3 2 256 16,-1-1 272-16,-1-1-48 0,0 1-16 0,-2-1-208 16,2 2 0-16,0-1 0 0,2 1-160 0,0 0 160 15,3 0 0 1,1 1 0-16,3 1 0 0,2-2-448 0,3 3-48 0,-1 0-16 0,3 0 0 0,1 0-704 15,1 0-160 1,0-2-32-16,4 0 0 0,3 1-1280 0,-1 0-272 0,7-5-48 0,5 0-16 0,4-3-2848 16,4 0-560-16,-3-1-112 0,-3-1 1472 0</inkml:trace>
  <inkml:trace contextRef="#ctx0" brushRef="#br0" timeOffset="42366.78">12069 11490 10239 0,'0'-2'1728'0,"-1"-2"-512"0,1 4-96 0,-1-2-336 0,1 2-64 0,0-3-16 0,0 2 0 0,0 1-96 0,0 0-32 0,0 0 0 0,0 0 0 0,0 0-192 16,0 0-64-16,0 0 0 0,0 0 0 0,0 0 0 16,0 0 0-16,14 14 0 0,-9-9 0 0,0 1 0 15,3 0 0-15,-2 3 0 0,3-3 0 0,-1 2 64 16,2 0 0-16,0-1 0 0,0-5 0 0,1 0 0 15,-1-2 0-15,-1-2 0 0,-1-2 0 0,0-2-256 16,-2-3-128-16,0-1 128 0,1-1-128 0,0-1 128 16,0-3-128-16,1-4 128 0,-2 4-128 0,0-3 0 15,-1 1 0-15,0 0 0 0,0 3 0 0,-3 0 128 16,2 4-128-16,-3-1 128 0,0 4-128 0,-1-2 128 16,0 3-128-16,-2 1 128 0,-2-1-128 0,0 2 0 15,1 0 0-15,-2 2 0 0,-1-1 0 0,1 3 176 16,-1 3-48-16,-1-3 0 0,0 3 0 0,-2 2 208 15,1 2 48-15,-2-1 0 0,-1 2 0 0,-2 5-256 16,1-3-128-16,1 4 128 0,-2 5-128 0,1 5 224 16,1 0-32-16,0 6 0 0,1 6 0 0,1 1 0 15,2 5 0-15,1-1 0 0,4-4 0 0,4-5-48 16,3-5-16-16,2-6 0 0,0-5 0 0,2-5 112 16,0-1 16-16,1-3 0 0,2-5 0 0,2-2-112 15,0 1-16-15,0-2 0 0,-2-1 0 0,1-2 112 0,-2-1 16 0,1 1 0 0,1-2 0 0,-1-3-512 31,2 1-112-31,-1-2-16 0,1 1 0 0,1-1-1216 16,1 2-256-16,-2-5-64 0,1 5 0 0,0-1-1728 16,0-1-368-16,-4-1-64 0,-2-2-1952 0</inkml:trace>
  <inkml:trace contextRef="#ctx0" brushRef="#br0" timeOffset="42600.65">12515 11557 19711 0,'12'19'816'0,"-1"1"-240"0,1-4-64 0,3 1-256 0,-1 1-48 0,-3-5-16 0,-4-7 0 0,-2-1-192 16,1-1 0-16,4-2 0 0,4 4 0 0,2 1-464 15,0-4-144-15,-1 0-32 0,-5-7 0 0,-2-1-1280 16,1-1-256-16,-3-4-48 0,2-4-3520 0</inkml:trace>
  <inkml:trace contextRef="#ctx0" brushRef="#br0" timeOffset="42800.67">12653 11497 16383 0,'-6'21'400'0,"-2"0"-112"0,2 0-32 0,-3 6-256 15,2-2 160-15,1-8-160 0,2-7 128 0,0-2-560 16,1 2-112-16,-4 4-32 0,-2 7 0 0,-1 1-1328 16,-2-1-272-16,6-6-48 0,4-6-1680 0</inkml:trace>
  <inkml:trace contextRef="#ctx0" brushRef="#br0" timeOffset="43267.48">12818 11427 16703 0,'2'4'1200'0,"-1"2"-368"0,1 3-64 0,1 3-48 16,-1 2-16-16,1-2 0 0,-1-2 0 0,0-1-400 15,0 3-96-15,3 7-16 0,1 13 0 0,2 7-192 16,1 10 0-16,-1-10 0 0,-2-3 0 0,-2-9 0 16,-1-6 144-16,-1-6-144 0,-1-6 128 0,-1-5-128 15,0-2 0-15,-1-2 0 0,-1-2 0 0,1-5 544 16,1 1 80-16,-2-2 16 0,-1-9 0 0,1 0-416 0,-1-4-80 0,2-4-16 15,1-4 0-15,0-5-128 0,-1-2 128 0,2-2-128 0,3-5 128 0,0-3-128 16,2-2 0-16,1 3 0 0,1 6 0 0,1 9 0 16,1 5 0-16,1 4 0 0,2 6 0 0,0 1 0 15,1 4 0-15,1 1 0 0,-2 3 0 0,0 1 128 16,-1 4 0-16,1-2 0 0,-1 6 0 0,-1 0-128 16,0 4-176-16,0 1 48 0,0 2 0 0,-1 4 128 15,0 2 0-15,-2-1 128 0,-5 2-128 0,-1 2 0 16,-2-1 0-16,-3 1 0 0,-2 0-128 0,-1 2 448 15,-1 2 112-15,-5 3 16 0,-4 5 0 0,-3 4-256 16,-4 5-64-16,-3-7 0 0,-1-5 0 0,-3-5 0 31,1-2-128-31,0-8 192 0,5-7-64 0,1-9-2240 0,2 0-448 0,8-6-80 0,9-6-6544 16</inkml:trace>
  <inkml:trace contextRef="#ctx0" brushRef="#br0" timeOffset="51533.13">9655 11029 12799 0,'0'6'912'0,"0"1"-272"0,0 1-48 0,0 5-16 0,0-4 0 0,2 0 0 0,-2 0 0 0,1-3-96 16,0 3-32-16,0 3 0 0,2 11 0 0,-1 6-48 16,3 6-16-16,-1-1 0 0,-2-2 0 0,1-1 0 15,-2-1 0-15,-1 1 0 0,0 1 0 0,-1 1 160 16,0 3 32-16,-1 0 0 0,1 1 0 0,1-1 0 15,0 0 0-15,-1-8 0 0,1-4 0 0,-1-9-208 16,1-3-48-16,0-6 0 0,0-1 0 0,0-5 0 16,1-2 0-16,-1-3 0 0,0-3 0 0,-1 0-48 0,-1-2-16 0,0-8 0 15,1-6 0-15,-1-6-256 0,1-2 160 0,0-5-160 16,0-5 128-16,1-4-128 0,1 2 0 0,0 4 0 0,-1 4-176 16,1 6 304-16,-1 3 48 0,2-1 16 0,-1-2 0 0,1 0-192 15,1-1-176-15,-1-2 48 0,1-2 0 0,2 2 128 16,0-2 176-16,0 6-48 0,0 5 0 0,-1 2-128 15,1 5-272-15,2 2 64 0,-2 5 16 0,0 3 192 16,1 3 0-16,-3 0 0 0,2-1 160 0,-1 4-384 16,1 1-80-16,0 0-16 0,0 4 0 0,0-2 320 15,0 2 144-15,0 4-16 0,0 1 0 0,1 1-352 16,0 5-80-16,-1 2-16 0,-3 5 0 0,2 4 320 16,-1 3 0-16,-3 1 0 0,-2-1 144 0,0 2-144 15,-1 1 0-15,0-3 0 0,-5-2 0 0,1-4 128 16,-2 1 0-16,1-6 0 0,0-3 0 0,0 0-128 15,0-2 128-15,2-1-128 0,0-3 128 0,0-1-128 16,1-2 128-16,0-2-128 0,1-1 128 0,0-3-128 16,3 0 0-16,-1-3 0 0,2 3 0 0,-2-4 0 15,2 2 0-15,2-2 0 0,-1-2 0 0,2 4 0 16,1-5 128-16,1 5-128 0,1-2 128 0,1 2 0 16,1 2 0-16,1 0 0 0,2 2 0 0,1 2-128 15,1 2 0-15,2 0 0 0,-1 3-176 0,4 1 176 16,-2 1 176-16,-1 1-48 0,-4 1 0 0,0-2-128 15,-2 4 128-15,-1-3-128 0,0 7 128 0,-2-1-128 16,-1 6 0-16,0-3 0 0,-3-5 0 0,-1-1 0 16,1-2 128-16,-4 0-128 0,2-4 128 0,-2 3 0 15,-2-5 0-15,0-1 0 0,1-3 0 0,-1-3-1072 16,2-2-208-16,0 0-64 0,2-7 0 0,2-2-1072 16,1-2-208-16,3-5-64 0,6 0-5728 0</inkml:trace>
  <inkml:trace contextRef="#ctx0" brushRef="#br0" timeOffset="51801.56">10065 11310 16639 0,'-2'2'912'0,"2"0"-272"0,2 3-48 0,0-2-272 16,1 2-48-16,-1-1-16 0,0 0 0 0,1 1-256 0,-1-2 160 0,5 3-160 0,2 6 128 0,4 2-128 15,2 3 0-15,-2-3 0 0,2-1 0 0,-2-5 128 16,0 1 0-16,-2-9 0 0,-2-2 0 0,-3-5 64 16,0 1 0-16,-1-5 0 0,-1-1 0 0,0-1 144 15,-2-3 48-15,1 1 0 0,-2 1 0 0,-2 1-208 16,-1-2-48-16,1 3 0 0,-3 1 0 0,1 1-448 16,0 1-112-16,-1 1-16 0,3 1 0 0,-1 3-960 15,1 2-208-15,1 0-48 0,0 4-5376 0</inkml:trace>
  <inkml:trace contextRef="#ctx0" brushRef="#br0" timeOffset="52233.97">10506 11107 18431 0,'-7'0'1216'0,"-1"1"-352"0,1 4-80 0,-2-1-464 16,2 2-112-16,1-3-16 0,2 0 0 0,0 2-192 31,0-1 0-31,-3 5 0 0,-5 5 0 0,-2 5-288 0,-2 0-96 0,4-2-32 0,2-5 0 0,1-2 720 16,4 1 144-16,1-5 16 0,2 1 16 0,2-5-480 15,2 2 0-15,1-2 0 0,2-2 0 0,1 0 0 16,1 2 0-16,3-4 0 0,3 2 0 0,1-2 592 15,5-1 32-15,-2 2 0 0,2-1 0 0,-2 2-624 16,-1-3-160-16,0 3-16 0,0 3 0 0,2-3 176 16,-3 2 176-16,-2 2-48 0,-3 2 0 0,-1 0-128 15,-2 3 0-15,-3 0 0 0,-3-1 0 0,-1 2 0 16,-1 1 0-16,-3 2 0 0,-2-1-176 0,-3 3 400 16,-1 3 80-16,-1-3 16 0,-2 2 0 0,0 0-160 15,2 0-32-15,0-5 0 0,0-2 0 0,2-1-128 16,2-3-176-16,1-6 48 0,2-6 0 0,3-4-1232 15,1-4-240-15,3-4-64 0,4-1 0 0,4-4-400 16,1 0-96-16,3 2-16 0,2 0-3328 0</inkml:trace>
  <inkml:trace contextRef="#ctx0" brushRef="#br0" timeOffset="52567.01">10695 10872 18111 0,'-2'-2'2352'0,"-1"-1"-704"0,1 2-144 0,-1 1-640 0,2 1-128 0,1 2-32 0,0-1 0 0,0-1-448 16,1 4-112-16,-1 4-16 0,2 3 0 0,-1 13-128 16,1 5 0-16,1 9 0 0,0 3 0 0,1 7 0 15,0 1 0-15,-2-4 0 0,1-4 0 0,-2-5 128 16,0-5-128-16,-1-4 128 0,-1-7-128 0,-1-5 0 16,0-3 0-16,0 0 0 0,1-7 0 0,-2 0 0 15,2 0 0-15,0-3 0 0,-1-3 0 0,1-5 0 16,1 1 0-16,0-2 0 0,1-5 0 0,1 1 0 15,0-1 0-15,1-2 0 0,0 1 0 0,1 0 0 16,1-3 0-16,1 2 0 0,0 1 0 0,2-2 0 16,0 4 0-16,2 1 0 0,1 1 0 0,1 4 0 15,-1 4 0-15,2 0 0 0,2 3 0 0,1 3 0 16,2 0 0-16,-1 4 0 0,1 3 0 0,1 1 0 16,0 4 0-16,-5-3 0 0,-1 1 0 0,-5 1 0 15,0-2 192-15,-4 1 0 0,-4 1 0 0</inkml:trace>
  <inkml:trace contextRef="#ctx0" brushRef="#br0" timeOffset="54099.93">11307 11713 15103 0,'-8'1'1216'0,"0"2"-352"15,1-1-80-15,-2-1-64 0,2 2-16 0,1-1 0 0,2 0 0 0,1-2-96 0,0 2-32 0,-1-2 0 0,-2 3 0 0,-3 0 64 16,1 0 0-16,0-3 0 0,1 0 0 0,0 0-160 15,1-3-32-15,-1 1 0 0,1 1 0 0,-2-2 64 16,1 3 0-16,-2-2 0 0,-2 0 0 0,0 2-208 16,-1-2-48-16,-3 2 0 0,1 0 0 0,-1 0 64 15,2 0 0-15,-2-3 0 0,1 3 0 0,-1-1 48 16,2 1 16-16,0-2 0 0,2 2 0 0,0 0-256 16,3 0-128-16,-1-3 128 0,1 3-128 0,2-1 0 15,0 1 0-15,0 0 0 0,0 0 0 0,0 0 0 16,-1 1 0-16,1 2 0 0,0-3-128 0,-1 0 128 15,0 0 0-15,0 0 0 0,0 0 0 0,-2 0 0 16,1 2 0-16,1-2 128 0,0 1-128 0,-2-1 0 16,0 3-128-16,2-1 0 0,-1 0 0 0,2 0 128 15,0 1 0-15,0 0 128 0,1 0-128 0,0-1 0 16,1 2 0-16,1-2 0 0,-2 5 0 0,1-4 128 16,1 3-128-16,0-1 128 0,0 2-128 0,0-4 0 15,0 4 0-15,1-5 0 0,-2 2 0 0,3-2 0 0,-2 2 0 0,1-2 0 0,1 1-128 16,-2-2 128-16,1 2 0 0,-1-1 128 0,2-2-128 0,-2 1 0 15,1 2 0-15,-1-1 0 0,1-2 0 0,1 1 0 16,-2 1-128-16,1-1 0 0,-1 1 0 0,0-2 128 16,0 0 0-16,-1 3 0 0,2-3 0 0,-2 0 848 31,3 1 112-31,-1 2 0 0,-1-3 16 0,2 0-1120 0,0 2-240 0,-2-2-32 0,2 0-16 0,-2 0 432 16,2 0 128-16,-1 0 0 0,-1-2 0 0,1 2 0 15,1 0 0-15,-2 0 0 0,1 0 0 0,-1 0 48 16,1 0 16-16,-1 0 0 0,1 0 0 0,-1 0-64 15,2 0 0-15,-2 2 0 0,1-2 0 0,1 4 0 16,0-2 0-16,-2 2 0 0,2 1 0 0,-2 1 0 16,1 0 0-16,-1 0 0 0,0 3 0 0,1 1-128 15,1-1 128-15,-1 3-128 0,1 0 128 0,-2 6-128 16,2 0 128-16,-2 3-128 0,2 6 128 0,-1 3 64 16,0 1 0-16,1 1 0 0,0-3 0 0,-2 0-192 15,3 1 0-15,-1-6 0 0,1-2 0 0,0-1 0 16,0 0-176-16,-1-4 48 0,1-1 0 0,-1 2 256 15,-1-6 48-15,1 4 16 0,1 4 0 0,-1-2 0 16,1 1 0-16,0 4 0 0,0 0 0 0,0 3-64 16,0 1 0-16,1-4 0 0,2 2 0 0,-1-3-128 15,1 1 128-15,-1-4-128 0,1-1 128 0,-1-4-128 16,-1 1 128-16,2-5-128 0,-2 1 128 0,0-1-128 16,1 1 0-16,-2-3 0 0,1 0 0 0,0 1 0 0,-1-3 0 15,0 3 0-15,0-3 0 0,-1 0 0 0,0 3 0 0,-1-3 0 0,1 0 0 0,0 1 0 16,1-4 0-16,-1 3 0 0,1-1 0 0,-2-1 192 15,1 1 0-15,1-1 0 0,-1 2 0 0,0-1-192 16,1 1 0-16,0 0 0 0,0-2-176 0,0 1 176 16,0 1-128-16,0-2 128 0,-2 2-128 0,1 0 256 15,1-1 48-15,-1 1 16 0,0 0 0 0,-1-2-192 16,1 1 0-16,1 1 0 0,-1-2 0 0,0 5 0 16,-1-3 128-16,2 0-128 0,-1 0 128 0,0 0 64 15,0 1 0-15,0-2 0 0,-1-2 0 0,2 1-192 16,0 1 0-16,-1-1 0 0,1-2 0 0,0 1 0 15,0 0 128-15,0 0-128 0,0-2 128 0,0 1-128 16,0 1 128-16,0-3-128 0,0 1 128 0,0 2-128 16,0-3 0-16,1 0 0 0,-1 2-176 0,0-2 176 15,0 0 176-15,0 1-48 0,0-1 0 0,0 0-128 16,0 0 0-16,0 0 0 0,0 0-176 0,0 0 176 16,0 0 0-16,0 0 0 0,0 0 0 0,0 0 0 15,0 0-128-15,0 0 128 0,0 0-128 0,0 0-1488 16,-8 29-304-16,4-17-48 0,1 2-16 0,0 3-1472 15,0 0-320-15,1-7-48 0,-1-5-6976 0</inkml:trace>
  <inkml:trace contextRef="#ctx0" brushRef="#br0" timeOffset="56933.5">10628 13153 12031 0,'-3'-7'1328'0,"-2"-1"-400"0,0 1-80 0,-3-2-64 0,2 0-16 0,0 3 0 0,1 0 0 0,1 3 208 0,-1-1 48 0,-4-4 0 0,-6-7 0 0,-6-6-112 16,-6-4-16-16,-1-5 0 0,4 3 0 0,0 1-192 15,6 4-64-15,1 1 0 0,6 6 0 0,3 0 0 16,1 5 0-16,3 2 0 0,0 2 0 0,3-1-448 16,1 2-192-16,0 2 128 0,1-1-128 0,0 2 0 15,2 2 0-15,-2-3 0 0,1 2 0 0,1 2 128 16,-1-1-128-16,2 3 128 0,0-3-128 0,1 2 0 15,0-2 0-15,-1 4-224 0,3-1 80 0,-2 4 144 16,1 0 0-16,1 3 128 0,-1 0-128 0,2 3 0 16,0 2 0-16,0 4 0 0,1 2 0 0,0 4 0 15,1-2 0-15,0 4 0 0,1 2 0 0,2 0 0 16,-1 4-240-16,2-6 48 0,-1-5 0 0,0-2 192 16,0-2 256-16,0-5-48 0,-1-2-16 0,-1-5-192 15,1 0 0-15,-2-5 0 0,-1-1 0 0,0 0 0 16,-2-1 0-16,-1-1 0 0,0-4 0 0,-1-3 256 15,0-1 0-15,0-4 0 0,0-4 0 0,-1-4 192 16,0-2 64-16,1-9 0 0,-2-6 0 0,2-4-304 0,1-5-48 0,1 6-16 0,-1 8 0 16,0 5 320-1,3 5 64-15,1 3 16 0,2 5 0 0,2 1-832 16,0 3-160-16,1 0-48 0,1 4 0 0,2 4-368 16,0-2-80-16,-2 4-16 0,2 1 0 0,-4 2-1584 15,2 1-320-15,-4 4-64 0,-6 6-6720 0</inkml:trace>
  <inkml:trace contextRef="#ctx0" brushRef="#br0" timeOffset="71734.31">10600 13274 11007 0,'-1'2'1536'0,"0"-2"-464"0,-1 3-96 0,0-3-64 0,-1 1-16 0,2 0 0 0,0-1 0 0,0 0 64 16,-2 1 0-16,-1 2 0 0,-2-3 0 0,-1 2-160 15,-1-2-32-15,0 0 0 0,0 0 0 0,1-2 0 16,0-2 0-16,-1 2 0 0,-1-5 0 0,1 3-192 0,-1 0-64 0,0-2 0 0,1 1 0 0,-1 1-352 16,1 0-160-16,-2 2 128 0,0-1-128 0,0 2 288 15,0 1-32-15,-1 0 0 0,1 0 0 0,-1-2 112 16,0 2 16-16,-2 0 0 0,0 0 0 0,-2 0-160 15,1 0-32-15,-1 0 0 0,1 0 0 0,-2 0 112 16,1 2 16-16,0-2 0 0,2 1 0 0,0 2-320 16,2-1 160-16,-2-2-160 0,1 0 128 0,0 0 256 15,-2-2 32-15,-1 2 16 0,-2 0 0 0,-3 2-640 16,0-1-128-16,-3 2-32 0,-4-1 0 0,-2 0 368 16,-2 0 0-16,0 1 0 0,-1-2 128 0,-1 1-128 15,1 3 0-15,1-1 0 0,2 0 0 0,3 1 240 16,2 1 16-16,1 0 0 0,2-2 0 0,4 1-256 15,0-2-160-15,-3 0 32 0,-6-1 0 0,-4 0 128 16,-1 0 176-16,-3 1-48 0,-5-3 0 0,0 3-128 16,-2-3 0-16,1 3 0 0,5 0 0 0,1 1 0 15,3 1 0-15,4 1 0 0,5-2 0 0,3 2 192 16,4-1 0-16,-3 1 0 0,-1-2 0 0,1 1-64 16,-3 1 0-16,-4 0 0 0,-3 0 0 0,-3 1-128 15,-1 1 128-15,-2 1-128 0,1 1 128 0,1 1-128 16,-1 1 0-16,4 1 0 0,2-1-176 0,3-1 176 15,1 2-128-15,3-5 128 0,4 2-128 0,1-1 128 16,4-1 0-16,-2-1 128 0,3-1-128 0,1 0 0 16,0-2 0-16,-1 1 0 0,-2 1 0 0,-3 0 0 15,-4 3 0-15,-1 1 0 0,-1-2 0 0,0 5 0 16,0-1 0-16,0-1 0 0,2 1 0 0,-4 1 0 0,4-1 0 0,-1-1 0 0,0 2 0 0,1-5 128 16,2 5-128-16,0-5 128 0,0 2-128 15,-1 0 0-15,3 1 0 0,1-2 0 0,-1 3 0 0,2-2 0 16,1 1 0-16,2 2 0 0,0-1 0 0,3 0 0 15,-1 2 0-15,2 0 0 0,0-1 0 0,0 3 0 16,1-1 0-16,-1 4 0 0,-1 2 0 0,1 3 0 16,-1 2-240-16,1-1 48 0,0 0 0 0,-2-3 400 15,3 3 96-15,0-7 16 0,0 1 0 0,2-2-160 16,0-2-32-16,1 0 0 0,2-3 0 0,0-2-128 16,0 1 0-16,1-1 0 0,1 1 0 0,1-1 0 15,0 1 128-15,2-1-128 0,0-1 128 0,2 1-128 16,-1-1 0-16,0-1 0 0,-1 1 0 0,1-3 0 15,0 0 128-15,2 3-128 0,-2-3 128 0,1 0-128 16,1 3 128-16,0-3-128 0,0 0 128 0,2 0-128 16,0 3-272-16,2 1 64 0,3-1 16 0,2-1 192 15,2 1 0-15,2 3 0 0,2-2 160 0,3 1-160 16,3 3 128-16,0 0-128 0,5 0 128 0,1 2-128 16,3-1 0-16,-5 0 0 0,-3 1 0 0,-3-2 0 15,-2 2 128-15,-3-5-128 0,-2 1 128 0,-3 1-128 16,-1-3 0-16,5 1 0 0,4-3-176 0,4 2 176 15,2-1 176-15,4-3-48 0,3-2 0 0,4 1 64 16,2-3 0-16,-5 0 0 0,-2-2 0 0,-2-2-192 16,0 1 0-16,-7 1 0 0,-5-1 0 0,-3 1 0 15,-1 0 128-15,3 0-128 0,4 0 128 0,5 1-128 16,1 0 128-16,5 1-128 0,4 0 128 0,2-2-128 0,4 0 128 0,-5 0-128 16,-2 1 128-16,-7-1-128 0,1 1 0 0,-7-1 0 0,-5 4 0 0,-3-1 0 15,-2 0 0-15,5 0 0 0,5-2 0 0,4 2 0 16,4-3 0-16,3 0 0 0,3 0 0 0,4 0 0 15,2 2 128-15,-5-2-128 0,-5 0 128 0,-4 0-128 16,-2 0 0-16,-2 0 0 0,-4 0 0 0,-1 3 0 16,-3 0 0-16,9 0 0 0,7-2 0 0,6 1 128 15,5 1 0-15,-1-2 0 0,2 2 0 0,-2-3 112 16,1 0 16-16,-10 0 0 0,-7 0 0 0,-6 0-256 16,-4 0 0-16,5-3 0 0,5 3 0 0,3-1 0 15,5 1-160-15,3 0 32 0,5 0 0 0,5 0 128 16,1 0 176-16,-9 0-48 0,-7 0 0 0,-5 1-128 15,-3 2 128-15,-2-1-128 0,-2-1 128 0,0 2-128 16,-2-3 0-16,7 2 0 0,6-2 0 0,6 3 0 16,2 0 0-16,-2-3 0 0,0 0 0 0,-2-3 0 15,1 0 128-15,-8 1-128 0,-6-2 128 0,-3-1-128 16,-4 1 128-16,1 1-128 0,1-3 128 0,1 3-128 16,2-2 0-16,5 1 0 0,4 1-176 0,7-4 176 15,1 3 0-15,0 0 128 0,-3-2-128 0,-1 1 0 16,-2 1 0-16,-5-2 0 0,-7 1 0 0,-3 4 128 15,-2-4-128-15,-2 3 128 0,-1 0-128 0,2-1 0 16,-3 2 0-16,4-1 0 0,4-1 0 0,3 2 0 16,2-1 0-16,0-1 0 0,3-1-128 0,0 2 128 15,1-4 0-15,-3 1 0 0,-1-1 0 0,-2-2 0 16,0 2 0-16,-5-1 0 0,-1-1 0 0,-4 2 0 16,0 1 0-16,-3-1 128 0,-2 2-128 0,-1-2 0 0,-1 1 0 15,0 1 0-15,0 1-128 0,-1 0 128 16,1 1 0-16,0-2 0 0,-1-1 0 0,2 1-384 0,0-1-64 0,3-1 0 0,-1 0 0 0,0 0 720 15,2-2 144-15,1 1 32 0,0 0 0 0,2-2-320 16,0 0-128-16,0-1 128 0,1-1-128 0,-2 1 0 16,1-2 0-16,-1 1 0 0,-1 0 0 0,0 1 0 15,0-3 0-15,-2 5 0 0,2-2 0 0,-1 1 0 16,-1 1 0-16,0-2 0 0,-2 1 0 0,0 0 0 16,0 1 0-16,-1-2 192 0,-1 1-64 0,-1-1-128 15,2 2 0-15,-2-1 0 0,-2-3-176 0,0 3 176 16,-1-3 0-16,-1 0 128 0,-1 0-128 0,1 0 0 15,0 1 0-15,-2-3 0 0,0-3 0 0,-1-2 0 16,0-2 0-16,-1-2 0 0,0-2 0 0,0 0 0 16,1-2 0-16,-2 0 0 0,1 3-128 0,-1-1 128 15,0 3 176-15,-2 4-48 0,-1 2 0 0,2 1-128 16,-2 2-176-16,-1 0 48 0,0 0 0 0,0 1 128 16,-1 2 0-16,-2-5 128 0,-2 3-128 0,0-2 0 15,-3 1 0-15,0-1 0 0,-3 1 0 0,-2 1 128 16,0 3-128-16,-3-5 128 0,-1 0-128 0,-2-3 0 15,-1-2 0-15,1 0 0 0,-2-4-128 0,1 0 128 16,-1 1 0-16,1-4 0 0,2 3 0 0,0 0 0 16,1-1 0-16,2 3 0 0,3 3 0 0,2 2 0 15,2 2 0-15,-5 1 128 0,1-1-128 0,-3 2 0 16,0 2 0-16,-4-3 0 0,-6 5-128 0,-2-3 128 16,-3 2 0-16,-1 1 128 0,1-3-128 0,-3 3 0 0,3 0 0 15,1 2 0-15,5-1 0 0,3 0 0 0,1 1 0 0,1 3 0 0,5-4-128 0,1 5 0 16,2-2 0-16,-4-1 0 0,-3 4 0 0,-3-1 128 15,-3-2 0-15,-3 1 0 0,-4 3 0 0,-2-2 0 16,-1 1 0-16,0-1 0 0,3 1 0 0,2-1 0 16,2 2-128-16,3 0 128 0,6 0-128 0,2 0 128 15,3 0 0-15,1 0 0 0,-3 0 0 0,-1 2 0 16,0 1 0-16,-5 0 0 0,-5 0 0 0,-2-2-128 16,-4 2 0-16,0-3 0 0,1 0 0 0,-1 2-64 15,1-2 0-15,4 0 0 0,3 0 0 0,3 0 192 16,3 0-128-16,2 0 128 0,3 0-128 0,4 0 128 15,0 0 0-15,-5 1 0 0,0-1 0 0,-6 0 0 16,0 3 0-16,-4-3 128 0,-2 0-128 0,-3 0 0 16,-2 0 0-16,3 0 0 0,2 0 0 0,1-3 0 15,1 3 0-15,3 0 0 0,2 3-128 0,3-1 128 16,0-1 0-16,3 2 0 0,2 1 0 0,0-2 0 16,2 3 0-16,-3-1 0 0,-6-1 0 0,-1 2 0 15,-4 2 0-15,-4-4 0 0,-6 2 0 0,-4-1 0 16,-3-2 0-16,5 0 128 0,2-2-128 0,5-2-960 15,3 0-256-15,4-2-48 0,8 2-16 0,3-1-1984 16,3 2-416-16,4-6-80 0,3-3-7712 0</inkml:trace>
  <inkml:trace contextRef="#ctx0" brushRef="#br0" timeOffset="73000.45">8715 13813 7167 0,'-2'0'2240'0,"0"-3"-656"0,-1 2-144 0,1-1-544 0,0 2-96 0,1-4-32 0,1 4 0 0,0-2-96 0,0 2-32 0,0-3 0 0,0-1 0 15,1 2 0-15,-1-1 0 0,0 2 0 0,0-1 0 0,0-1 112 16,0 2 16-16,0 1 0 0,-1 0 0 0,0 0 0 16,0 0 0-16,1 0 0 0,0 0 0 0,0 0-256 15,0 0-64-15,0 0 0 0,0 0 0 0,0 0 160 16,0 0 32-16,0 0 0 0,0 0 0 0,0 0-160 16,0 0-32-16,-18 10 0 0,16-8 0 0,-1 1 496 15,1 1 80-15,-2 2 32 0,2 0 0 0,-2 0-1056 16,0 3-144-16,1-1-64 0,-1 5-16 0,-1-1 224 15,1 3-144-15,-1 3 144 0,2 4-128 0,-2 2 128 16,1 5 0-16,0-2 128 0,2 4-128 0,0-4 176 16,1 4-48-16,2-5 0 0,2-5 0 0,1-3-128 15,1 0 0-15,1-2 0 0,-1-1 0 0,1-3 0 16,0-1 128-16,0-1-128 0,2-4 128 0,-1 0-128 16,1-1-176-16,-1-1 48 0,3-1 0 0,0-3 128 15,1 1 0-15,1-2 128 0,2-2-128 0,-1-1 176 16,1-2-48-16,2-1 0 0,1-3 0 0,2-5-128 15,1-1 0-15,-4-5 0 0,-1-3-176 0,-3-6 176 16,0-3 176-16,-4-2-48 0,-4-3 0 0,-2-1-128 16,-2 1 128-16,-1 0-128 0,-2 9 128 0,-2 3 0 15,0 5 0-15,-1 5 0 0,-2 1 0 0,-2 5-128 16,-1 3 0-16,-3 0 0 0,0 4 0 0,-2-1 0 16,1-1 128-16,1 4-128 0,1 1 128 0,2 0 0 15,1 0 0-15,2 3 0 0,1 1 0 0,4 2-128 16,0 3-176-16,2 0 48 0,2-3 0 0,2 3-720 15,0-3-144-15,2 2-32 0,3-1 0 0,0-4-912 16,1 3-192-16,3 3-48 0,6 2-9568 0</inkml:trace>
  <inkml:trace contextRef="#ctx0" brushRef="#br0" timeOffset="73500.48">9115 14037 15103 0,'0'-2'2240'0,"0"2"-656"0,0 0-144 0,1 0-544 0,0 0-96 0,-1 0-32 0,0 0 0 0,2 2-48 0,-2 0-16 16,1 3 0-16,0 5 0 0,0 1-304 0,2 5-64 0,-2-1-16 0,0 1 0 16,0 1 64-16,1 4 0 0,0-2 0 0,1 0 0 0,-1 0-208 15,1 0-48-15,-1-4 0 0,1 1 0 0,-1-1-128 16,2-2 0-16,-1 0 0 0,1-7 0 0,0-2 384 16,1-1 64-16,-1-3 0 0,-1-3 0 0,0-4-64 15,0-1-16-15,0-5 0 0,2-3 0 0,0-4 480 16,0-2 112-16,0-1 0 0,-2-4 16 0,2-1-784 15,-1-3-192-15,0 3 0 0,-1 0 0 0,2 0 0 32,0 1 144-32,0 7-144 0,-1 13 128 0,0 4-1168 15,-1 10-240-15,1 2-64 0,-1 11-12256 0</inkml:trace>
  <inkml:trace contextRef="#ctx0" brushRef="#br0" timeOffset="73900.12">9393 14263 13823 0,'8'0'1120'0,"-1"-1"-336"0,0-2-64 0,2 0 144 15,-2 0 32-15,0-1 0 0,-2 2 0 0,-2-2-256 0,1-1-64 16,3-1 0-16,3-6 0 0,3-3-256 0,0-2-48 0,-2-2-16 16,-3 0 0-16,-2 1 160 0,-2 1 32 0,-4-2 0 0,0 1 0 0,-4 0 96 15,0 0 32-15,-1 3 0 0,-1 5 0 0,-1 3 48 16,-1 3 16-16,0 4 0 0,-3 2 0 0,-2 4-160 16,0 4-32-16,-1 5 0 0,2 4 0 0,0 4-192 15,1 2-64-15,1 1 0 0,4-5 0 0,3 0-192 16,-1 0 0-16,4-5 0 0,1 1 0 0,3-2 0 31,1-2 144-31,2 1-144 0,3-1 128 0,1-3-864 16,3 1-176-16,-1-3-48 0,3-1 0 0,2-4-400 15,-1 1-96-15,0-5-16 0,1-2 0 0,-1-3-304 0,0-2-64 16,-1-2-16-16,0-1-5600 0</inkml:trace>
  <inkml:trace contextRef="#ctx0" brushRef="#br0" timeOffset="74233.52">9678 14168 13567 0,'2'4'512'0,"0"-2"-160"0,0 2-32 0,-1 2-144 15,0-1-48-15,0 1 0 0,-1-2 0 0,0-2 416 16,2 2 80-16,-2 5 16 0,0 3 0 0,-2 5 400 15,1 2 96-15,0-3 16 0,0-4 0 0,1-3-64 16,-2 0 0-16,2-7 0 0,0 0 0 0,0-3-304 0,2 0-64 16,-1-4-16-16,0-2 0 0,0-7 320 0,1 0 48 0,0 0 16 0,-1-7 0 0,1 0-256 15,-1 0-64-15,1-4 0 0,1 1 0 0,-1-3-256 16,3 0-48-16,-1 2-16 0,1 4 0 0,0 1-448 31,0 4 0-31,0 5 0 0,-2 10 0 0,2 5-464 16,0 4-192-16,0 5-48 0,-1 5 0 0,0 6-1120 15,-1 0-224-15,0 2-64 0,-1-1 0 0,1-3-768 16,-2 2-144-16,3-3-48 0,3-3-4912 0</inkml:trace>
  <inkml:trace contextRef="#ctx0" brushRef="#br0" timeOffset="74767.56">10005 14057 29695 0,'3'14'400'0,"-1"-1"-112"0,1 2-32 0,0 1 64 0,0 1 0 0,-1-5 0 0,0-3 0 0,-1-3-112 0,0 2-16 0,1 5 0 0,1 6 0 0,-2 4 64 0,0-1 0 15,-1-3 0-15,-1-2 0 0,1-7 48 0,-2 1 16 16,0-4 0-16,1-5 0 0,0-2 0 0,1 0 0 0,0-2 0 0,0-2 0 0,1-2-160 16,0-2-32-16,2-2 0 0,-1-2 0 0,1 0-128 15,1-1 128-15,-1-2-128 0,2 1 128 0,1-1 0 16,1 0 0-16,0 0 0 0,-1 3 0 0,2-3-128 15,-1 2-176-15,-1 2 48 0,0 4 0 0,-1-2-112 16,2 6-16-16,-2-4 0 0,1 6 0 0,-1 0 0 16,0 2 0-16,0 2 0 0,-1-1 0 0,1 4 112 15,0-2 16-15,-1 3 0 0,1 3 0 0,-1 0 0 16,-1 1 0-16,0 2 0 0,-1 2 0 0,1-3-32 16,-2 3 0-16,2-3 0 0,-3 3 0 0,1-3 464 15,0 3 80-15,-1-5 32 0,1 4 0 0,1-2-416 16,-1-2 0-16,0 1 0 0,0-2 0 0,2-2-224 15,-1 2 80-15,-1-4 16 0,2-2 0 0,-2 0-1600 16,2-2-304-16,-1-2-64 0,3-7-16 0,1 1-1936 16,0-2-400-16,3-3-80 0,0-3-1264 0</inkml:trace>
  <inkml:trace contextRef="#ctx0" brushRef="#br0" timeOffset="74933.06">10239 14251 27391 0,'0'8'608'0,"1"1"-176"0,0-3-48 0,1 3-384 16,-1-2 0-16,0-2 0 0,2-1 0 0,-2-2-176 15,1 1-112-15,2-3-32 0,3 0 0 0,2-3-1072 16,0 0-208-16,-1-8-64 0,0-2 0 0,-2-4-1216 16,-1-3-256-16,-1-3-64 0,1-11-1984 0</inkml:trace>
  <inkml:trace contextRef="#ctx0" brushRef="#br0" timeOffset="75034.9">10280 13840 28159 0,'0'27'304'0,"0"0"-96"0,2-3-16 0,1 3-816 16,0 0-160-16,1-8-48 0,0-8 0 0,1-5-2048 16,2 0-400-16,4 7-96 0,7-1-3472 0</inkml:trace>
  <inkml:trace contextRef="#ctx0" brushRef="#br0" timeOffset="75533.37">10569 14172 19199 0,'-4'-7'3264'0,"1"5"-960"0,-1-2-208 0,-1 2-752 0,0 2-160 16,1 0-32-16,2 0 0 0,-1 0-656 0,1 2-144 16,-3 2-32-16,-2 5 0 0,-2-1-320 0,0 5 0 0,1-1 0 0,0-2 0 0,0 1 0 15,0 0 0-15,2 1 0 0,-1-2 0 0,2-1-240 31,-2 1-112-31,4-3-32 0,1-1 0 0,1 1-144 0,2-4-48 0,1 0 0 0,3-3 0 0,1 0 368 16,0 0 64-16,3-3 16 0,1 0 0 0,-1 0-64 16,3-2 0-16,-1 0 0 0,-1 0 0 0,-1 2 192 15,1-4 0-15,2 1 0 0,-3 4 0 0,3-1 0 16,-1 0 0-16,-1 3 128 0,-1 1-128 0,0 4 272 16,1-2-16-16,-3 6 0 0,0 2 0 0,-2 3-256 15,-2 3 160-15,0 2-160 0,-3 2 128 0,0 4 64 16,-2 3 0-16,-1 3 0 0,-2 2 0 0,-1 3 144 15,-2 4 48-15,0-11 0 0,-4-1 0 0,1-10-64 16,-1-1 0-16,-2-7 0 0,1-6 0 0,-2-5-320 16,0-4-128-16,3-9 0 0,2-9 0 0,1-9-2048 15,2-3-416-15,4-3-80 0,7-8-7744 0</inkml:trace>
  <inkml:trace contextRef="#ctx0" brushRef="#br0" timeOffset="75933.95">10736 13909 25855 0,'-1'-6'2960'0,"0"1"-880"0,-1 0-176 0,1 0-1216 0,1-1-240 0,0 2-64 0,0 2 0 0,0 2 0 16,1 0 0-16,1 0 0 0,0 4 0 0,2 4-384 15,1 2 0-15,0 10 0 0,-2 8 0 0,2 11 240 16,0 5-48-16,0 2 0 0,0 2 0 0,0-6 0 15,1 0 0-15,-2-6 0 0,-2-5 0 0,1-1-192 16,-2-5-256-16,-1-2 48 0,1-4 16 0,-1-2 192 16,0-1 160-16,2-5-32 0,0-7 0 0,3-7 64 15,-1 0 0-15,2-6 0 0,1-7 0 0,2-4-64 16,1-1 0-16,1 0 0 0,0 0 0 0,0 1-128 16,3 3 0-16,-2-2 0 0,2 2-176 0,1 2 176 15,0 0-128-15,-1 2 128 0,1 2-128 0,0 0 128 16,1 3 0-16,-3 2 0 0,-1 3 0 0,-2 3-128 15,1 0 0-15,-2 7 0 0,-2-1 0 0,-2 5 128 16,0 1-128-16,-1 1 128 0,-2 2-128 0,-1 1 256 16,1 3 48-16,-2 0 16 0,-2 0 0 0,1 4-192 15,-1-2 0-15,-2 4 0 0,3 2-176 0,-2 0 176 16,2 3 0-16,0-7 0 0,1-4 0 0,0-7 0 16,1-3 0-16,1-9 0 0,2-9 0 0,1-3-1504 15,1-7-272-15,2-4-48 0,3-4-11600 0</inkml:trace>
  <inkml:trace contextRef="#ctx0" brushRef="#br0" timeOffset="76166.52">11254 13878 33919 0,'-5'19'1072'0,"3"0"-320"0,-1 2-64 0,2 2-352 0,1-2-64 0,0-11-16 0,1-1 0 0,1-1-48 0,0 8-16 0,3 12 0 0,5 11 0 0,2 8-192 32,2 1 0-32,-1-8 0 0,1-4 0 0,0-7-1088 15,-1-1-256-15,0-1-48 0,-4 0-16 0,1 2-512 16,-2-2-96-16,-2-1-32 0,-2-8 0 0,-3-3-1024 16,-2-3-192-16,-1-9-64 0,0-6-3168 0</inkml:trace>
  <inkml:trace contextRef="#ctx0" brushRef="#br0" timeOffset="76333.63">11197 14165 33023 0,'2'13'3584'0,"0"-2"-1088"0,2 1-192 0,2 1-1280 16,0-1-256-16,0-3-64 0,-1-6 0 0,1 0-560 15,4 0-144-15,9 0 0 0,12-1 0 0,11-4-1040 16,6-4-240-16,0-7-64 0,-1-4 0 0,-1-6-2608 15,-1-2-528-15,-6-6-96 0,-3-1-6576 0</inkml:trace>
  <inkml:trace contextRef="#ctx0" brushRef="#br0" timeOffset="81267.45">10695 14697 13055 0,'-1'3'2144'0,"0"-3"-640"0,0 2-128 0,-1-1-176 0,2 1-48 0,-1-1 0 0,1 1 0 0,0-2-256 16,-1 3-48-16,1-2-16 0,-1 4 0 0,-1-1-144 0,2 2-48 0,-1 2 0 0,1 1 0 0,0 0-144 16,0 3-48-1,-1 0 0-15,1 5 0 0,0 0 112 0,0 0 16 0,-1 8 0 0,1 5 0 0,-2 4-256 16,1 7-64-16,0 0 0 0,0 0 0 0,-2-2 112 16,2 3 16-16,1-11 0 0,0-5 0 0,0-10 48 15,0-3 16-15,-1-2 0 0,0-1 0 0,-1-2-112 16,1 1-16-16,0-3 0 0,0-2 0 0,-1 1 320 15,2-2 48-15,0-3 16 0,0 0 0 0,0 0-320 16,0 0-48-16,0 0-16 0,0-2 0 0,-1 1 64 16,0-2 0-16,1 3 0 0,0 0 0 0,0 0-160 15,0 0-32-15,0 0 0 0,0 0 0 0,0 0-192 16,0 0 144-16,0 0-144 0,0 0 128 0,0 0-128 16,0 0 0-16,0 0 0 0,0 0 0 0,0 0 0 15,0 0 0-15,0 0 0 0,0 0-176 0,0 0 176 16,0 0 0-16,12-17 0 0,-8 16 0 0,0-2 128 15,1 3 128-15,-2-3 0 0,1 0 16 0,0 1-112 16,1-2-32-16,0 1 0 0,0 1 0 0,1 1-128 16,0 1 128-16,1 0-128 0,3-3 128 0,0 3-128 15,1 0 0-15,2 0 0 0,1 0-176 0,4 0 176 16,-1 0 0-16,3 3 0 0,1-3 0 0,1 0 0 16,2 0-128-16,-1 0 128 0,3-3-128 0,3 3 128 15,-1 0 0-15,-1-2 0 0,-1 1 0 0,-1-2 0 16,0 1 0-16,-3 0 128 0,-4 0-128 0,1-1 128 15,-3 2-128-15,1 1 128 0,1 0-128 0,0 0 0 0,2 1 0 16,4-1 0-16,6 3-128 0,6-3 128 0,4 0 0 16,2 2 0-16,1-2 0 0,0 0 0 0,2 0-128 0,-8 0 128 0,-5-2-128 0,-3 2 128 15,-5 0 0-15,1 0 0 0,0 0 0 16,1 0 0-16,0 0 0 0,7-3 0 0,7 2 0 0,4-1 0 16,5-1 176-16,-5 1-48 0,-1 1 0 0,-3-2-128 15,-1-1-176-15,-8 2 48 0,-6 2 0 0,-5 2 128 16,-3-2 0-16,2 4 0 0,3-1 0 0,1-1 0 15,3 4 176-15,4-5-48 0,2 2 0 0,3-1-128 16,2-2 0-16,-1 0 0 0,0 0-176 0,0 0 176 16,-1-2 0-16,-5 2 0 0,-5-3 0 0,-3 2 0 15,-3 1 0-15,-1 0 128 0,-2 0-128 0,-3-2 0 16,-1 2 0-16,3 0 0 0,0 0 0 0,2 0 0 16,2 2 0-16,-1-2 0 0,1 0-128 0,0 1 128 15,0 2 0-15,0-1 128 0,-2 2-128 0,-2-1 0 16,0 0 0-16,-2 0 0 0,-2-1-128 0,0 2 128 15,1 2 0-15,-3-3 0 0,0 0 0 0,0 0 0 16,-2-2 0-16,-2 1 0 0,1-2 0 0,-1 3 0 16,-1-3 0-16,1 0 128 0,-1 1-128 0,-1 0 176 15,2-1-48-15,-1 0 0 0,1 0 0 0,-1-1-128 16,1 0 0-16,-2-2 0 0,1 2-176 0,0-1 176 16,-1-1 0-16,1 1 0 0,0 1 0 0,0-2 0 15,-1-1 0-15,1 2 0 0,0-1 0 0,-1 1 0 16,0 1 0-16,-1-2 0 0,1 1 0 0,-3 1 0 15,1-2 0-15,-1 3 0 0,0 0 0 0,0 0 0 16,1 0 0-16,-1 0 0 0,0 0 0 0,0 0 0 16,0 0 0-16,0 0 0 0,0 0 0 0,0 0 0 0,0 0 0 0,0 0 0 0,0 0 0 0,0 0 0 15,0 0 0-15,0 0 0 0,0 0 0 0,0 0 0 16,0 0-128-16,0 0 128 0,0 0-128 0,0 0 128 16,0 0 0-16,0 0 128 0,0 0-128 0,0 0 128 15,0 0-128-15,0 0 128 0,0 0-128 0,0 0 128 16,0 0-128-16,0 0 128 0,0 0-128 0,0 0 0 15,-13-16 0-15,11 16 0 0,1 0 0 0,0 1 320 16,0 2 0-16,-1-3 0 0,1 0 0 0,0 2-320 16,0-2-160-16,0 0 16 0,1 0 0 0,-2 0 272 15,2 0 64-15,0 0 16 0,0 0 0 0,0 0-64 16,0 0-16-16,0 0 0 0,0 0 0 0,0 0-128 16,0 0 128-16,0 0-128 0,0 0 128 0,0 0-128 15,0 0 0-15,0 0 0 0,0 0 0 0,0 0 0 16,0 0 128-16,0 22-128 0,0-13 128 0,0-3-128 15,-1 3 0-15,0 0 0 0,0 0 0 0,-1 0-336 16,1 1-112-16,-1 2 0 0,-1 2-16 0,1 1 784 16,-1 1 176-16,0 2 16 0,-1 8 16 0,-1 2-528 15,1 1 0-15,0 2 0 0,1 3 0 0,0-2 0 16,1 1 0-16,1-4 0 0,1-8 0 0,0-4-144 16,1-5 144-16,-1-1-128 0,1-3 128 0,0-2 0 15,2-1 0-15,-2-1 0 0,0-2 0 0,0-1 0 16,1 2 0-16,-1-1 0 0,0-2 0 0,-1 0 0 15,1 0 0-15,-1 0 0 0,-1 0 0 0,0 0 0 16,0 3 0-16,-2-3 0 0,-1 0 0 0,1 0-304 16,-1 1 32-16,-1-1 0 0,-1 0 0 0,0-1 592 0,-2-2 112 15,0 3 16-15,-2-5 16 0,-1 4-464 0,0-4 0 16,-2 2 0-16,3-4 0 0,-1 1-160 0,1-2 160 0,2-2-128 0,0-3 128 0,1 0 0 16,2 0 0-16,-1-3 0 0,2 1 128 0,0 1 0 15,2-1 0-15,-2 0 0 0,2 2 0 0,0 1-128 16,0 0-192-16,1 3 64 0,-1 0 0 0,2 6 128 15,0-2 0-15,0 4 0 0,0-1 0 0,0 4 0 16,0-2 0-16,2 3 0 0,0 0 0 0,2 3 0 16,1 1-128-16,3 4 128 0,4 6-128 0,1 4 128 15,4 2 0-15,3 1 0 0,4 0 0 0,3 0 0 16,3-2 0-16,-3-5 0 0,-4-1 0 0,1-4 0 16,-3-3-128-16,-4-4 128 0,-2-2-128 0,-1-3 128 15,-3-3 128-15,0 1-128 0,-3-2 176 0,0-2-176 16,-2-3 0-16,-1 3 0 0,-1 0 0 15,-3 0-1040-15,0 0-144 0,-1-1-32 16,0 3 0-16,-1-5-1472 0,1 3-320 0,1-4-48 0,3-8-16 0,2 0-2048 16,2-3-400-16,-1 0-96 0,0 2-1952 0</inkml:trace>
  <inkml:trace contextRef="#ctx0" brushRef="#br0" timeOffset="84033.81">14791 11753 13055 0,'-1'0'1536'0,"-1"-3"-464"0,1-1-96 0,1 2 144 0,0-1 32 16,0 1 0-16,0 1 0 0,1 1-512 0,1-3-112 0,0 0-16 0,2 0 0 0,1-3 112 15,0 2 16-15,2-1 0 0,-1 3 0 0,2 1-112 16,0 1-16-16,1 1 0 0,2 0 0 0,0 3-144 16,2-2-48-16,0 2 0 0,3 2 0 0,2 0-320 15,0-1 0-15,2 1 0 0,1 1 0 0,2-4 176 16,1 3-48-16,-1-1 0 0,1 2 0 0,-2-4 0 15,2 0 0-15,-3 1 0 0,0-2 0 0,-3-1 464 16,0 0 96-16,-1 1 16 0,-2-2 0 0,1 0-704 16,-1 0-176-16,4 0-16 0,6 0 0 0,6 2 320 15,2-2 48-15,5 0 16 0,4 3 0 0,2-2-192 16,6 4 128-16,-7-4-128 0,-5 4 128 0,-2-1-128 16,-3 2 0-16,-2-1 0 0,-2-5-176 0,-3 1 176 15,0-1 176-15,8 0-48 0,10 0 0 0,4-1-128 0,4 1 128 0,-1 0-128 0,-2 0 128 0,-3 0 592 16,0 1 112-16,-4-1 32 0,-3-1 0 0,-3-2-864 15,-3-2 0-15,8 2 0 0,6 0-128 0,6 2 128 16,5 1 0-16,-7 0 0 0,-6 1 0 0,-7 2 128 16,-3 0 48-16,-6 0 16 0,-5-1 0 0,-4-2-192 15,-3 0 0-15,3 0 0 0,2 0 0 0,1-2 128 16,3 2 0-16,2 0 0 0,0 2 0 0,-2-2-128 16,1 3 0-16,-3 1 0 0,-3-2 0 0,-4 2 240 15,-1-2 16-15,-2-1 0 0,-3 2 0 0,-1-1 0 16,-2 1 0-16,0-2 0 0,-3 2 0 0,0-1-112 15,-2-2-16-15,0 1 0 0,-2-1 0 0,2 0 0 16,-3 0 0-16,0 0 0 0,0-1 0 0,0-1 0 16,0-1 0-16,0 2 0 0,-2-4 0 0,1 1 320 15,0 2 48-15,0-2 16 0,-1 2 0 0,-1 2-320 16,0-4-48-16,0 4-16 0,0-3 0 0,-1 1 112 16,1 2 16-16,0-1 0 0,-1-1 0 0,1 2-112 15,-1 0-16-15,0 0 0 0,-1 0 0 0,2 0 64 16,-2 0 0-16,0 2 0 0,0-1 0 0,0 1-64 15,-1 1 0-15,1 1 0 0,0-2 0 0,-1 4-128 16,1-2-272-16,0 2 64 0,-1 0 16 0,-1 3 192 16,1 0 160-16,0 1-32 0,-1 3 0 0,2-1-128 15,-2 1 0-15,1 3 0 0,0 5 0 0,-3 6 0 16,2 5 0-16,0 2 0 0,-2-1-176 0,3 0 176 16,-2 0 176-16,1-2-48 0,0-5 0 0,-2-1-128 0,1 1 128 0,0-3-128 15,2-2 128-15,-2 0 0 0,3-1 0 0,-1 4 0 0,4 3 0 0,-2 1-128 16,1 1 0-16,2 5 0 0,0 2 0 0,1 3 0 15,1 4 0-15,0-4 0 0,1-7-176 0,0-5 176 16,1-2 0-16,-2-4 0 0,-1-3 0 0,0 1 0 16,1 1 0-16,-2-4 128 0,0-4-128 0,-1 1 128 15,0 0-128-15,-1 0 128 0,1 1-128 0,-1 5 0 16,1-2 0-16,-1 2 0 0,2-4-128 0,-1 1 128 16,1-1 0-16,-1-3 0 0,0 0 0 0,-1-1 0 15,2 2 0-15,-1-5 128 0,-1 1-128 0,1-1 0 16,0-2 0-16,0 1 0 0,-2-1 0 0,2 1 176 15,-1-1-48-15,1-3 0 0,-2 2 0 0,2 2-128 16,0-4 128-16,0 0-128 0,0-2 128 0,-1 1 64 16,1 1 0-16,-1-3 0 0,1 0 0 0,-1-3-192 15,2 2 128-15,-2 0-128 0,1 0 128 0,-1-2-128 16,2 3 0-16,-1-2 0 0,1 1 0 0,-2 1 128 16,3 0 0-16,-1 0 0 0,0 0 0 0,1 0-128 15,0 0 0-15,-2 0 0 0,2 0-176 0,-1 0 176 16,0 0-128-16,0 1 128 0,1-1-128 0,0 0 128 15,0 0 0-15,0 0 128 0,0 0-128 0,0 0 0 16,0 0 0-16,0 0 0 0,0 0 0 0,0 0 0 16,0 0 0-16,0 0 0 0,0 0 0 0,0 0 0 15,-7 20 0-15,7-20 0 0,-1 1 0 0,1-1 0 16,0 2 0-16,-1-2 0 0,1 0 0 0,-1 0 0 16,0 0 0-16,-1-2 0 0,1 1-128 0,0 1 128 0,1 0 0 15,0 0 128-15,0 0-128 0,0 0 0 0,0 0 0 16,0 0 0-16,-14-18 0 0,12 15 176 15,-1-4-48-15,0 0 0 0,-1 1 0 0,-1-2-464 0,-1 0-112 0,0-1 0 0,-2-1-16 0,1 1 640 16,-2-2 128-16,0 1 16 0,-1-1 16 0,-1 1-160 16,0-2-48-16,-1 0 0 0,-4-2 0 0,0 1-128 15,-2-1 0-15,1 0 0 0,1 1-176 0,0 3 176 16,1-3 0-16,3 2 128 0,3 5-128 0,2 0 0 16,3 0 0-16,0 2 0 0,1-1-128 0,1 1 128 15,1 2-128-15,0-2 128 0,1 2-128 0,0 2 128 16,0-3 0-16,-1 3 0 0,1-1 0 0,0 1 0 15,0 0 0-15,0 0 128 0,0 0-128 0,0 0 0 16,0 0 0-16,0 0 0 0,0 0-128 0,0 0 128 16,21 19 0-16,-13-11 0 0,3 2 0 0,4 2 0 15,1 2 0-15,3 2 128 0,-1 1-128 0,2-2 0 16,1 4-160-16,-1-3 16 0,-1 1 0 0,-2-4 144 16,0 1 0-16,-1-4 0 0,-2 1 0 0,-1-1 0 15,0-1 0-15,-1-3 0 0,1-1 128 0,-1-1-128 16,-1-4 0-16,3-3 0 0,2-4 0 0,2-2 0 15,3-6 0-15,3-3 0 0,3-6 0 0,3-5 0 16,3-2 128-16,0 4 0 0,2 1 0 0,0 5-128 16,-1 2 128-16,-3 3-128 0,-2-1 128 0,-5 1-128 15,0 1-192-15,-3 0 64 0,-1-4 0 0,-1 2 128 16,0-1 0-16,0-2 128 0,0 0-128 0,2 0-592 16,0 2-192-16,-3-3-48 0,-6 3-18608 0</inkml:trace>
  <inkml:trace contextRef="#ctx0" brushRef="#br0" timeOffset="86033.5">16722 13183 15359 0,'-1'-7'1024'0,"0"1"-320"0,-2-3-48 0,1 1 96 0,-1 1 16 0,1 1 0 0,0 2 0 0,-1 2-64 15,1-1 0-15,-3 0 0 0,-4 0 0 0,-3-3-256 16,-1 2-48-16,-2 2-16 0,-1-2 0 0,-1 3 256 15,0 1 64-15,-3-1 0 0,0-2 0 0,-2 1-160 0,1 1-32 16,-3-4 0-16,1 1 0 0,-1-1 0 0,1 1 0 0,-1 1 0 0,2 0 0 0,1 1-96 16,1 2-32-16,2-2 0 0,3 4 0 0,1 0-384 15,3 1 0-15,-1-2-144 0,1 4 144 0,0-2 528 16,1 4 224-16,-4-1 32 0,0 0 16 0,0 1-336 16,-2 0-64-16,-4-1-16 0,-1 2 0 0,-2 2-144 15,-1-1-48-15,-3 1 0 0,-4 1 0 0,-2 1-48 16,0-2-16-16,0 1 0 0,1 2 0 0,1-3-128 15,0 1-176-15,4-1 48 0,3 1 0 0,4-1 304 16,2 1 64-16,-2-3 16 0,1 0 0 0,0 1 48 16,0-1 16-16,-6-2 0 0,-6 3 0 0,-2 0-320 15,-4-3 160-15,0 1-160 0,-2 4 128 0,1 2-128 16,0 2 0-16,3-3 0 0,5 3 0 0,5 0 128 16,1 0 0-16,3-1 0 0,4 0 0 0,3 0-128 15,2-1 128-15,-3 1-128 0,0 2 128 0,-2 1 0 16,-2-1 0-16,-1 2 0 0,-3-1 0 0,-2 1 0 15,-1 1 0-15,1-2 0 0,3-3 0 0,0 1 112 16,0-2 16-16,4 0 0 0,5-1 0 0,2-3-256 16,2 3-160-16,2-3 32 0,2 3 0 0,2-2 128 15,3 2 176-15,1 2-48 0,2-2 0 0,2 1-128 16,2 2 0-16,1-1 0 0,2 5-176 0,1-1 48 16,0 4 0-16,2 1 0 0,2 4 0 0,1 0 256 15,2 4 48-15,-1-1 16 0,2-3 0 0,-1-2-192 16,2 1 0-16,-3-5 0 0,0-5 0 0,0-1 0 15,-3-3 0-15,1 3 0 0,0-3-176 0,0 2 176 0,-2 2 0 16,1-1 0-16,0-5 0 0,-2 1 0 0,2-2 0 0,3-2 0 0,4 0 0 0,4 1 0 16,-1 1 0-16,6-3 0 0,4 2 0 0,4 1 0 15,1-2 0-15,1 2 128 0,-2 2-128 0,1-2 224 16,-2 3-32-16,-5-3 0 0,-7 1 0 0,-4-1-48 16,-3-1-16-16,3 2 0 0,3-4 0 0,3-1-128 15,3 1 0-15,4 1 0 0,8-1 0 0,5-3 0 16,5 4 128-16,-4-2-128 0,-4-5 128 0,-6 1-128 15,-1 1 0-15,-5-4 0 0,-3 1 0 0,-3-2 192 16,-3 1 0-16,11-1 0 0,8 2 0 0,7-2-192 16,6 3 128-16,-4 0-128 0,-1 0 128 0,-2 3-128 15,-1-2 128-15,-5 0-128 0,-6 3 128 0,-5-1 64 16,-4 0 0-16,10 0 0 0,10 3 0 0,9 0-192 16,4 0 0-16,-4-2 0 0,-5 1 0 0,-7-1 0 15,-2-2 0-15,-2-1 0 0,-4-2 0 0,-3-5 0 16,-1 0 0-16,12-2 144 0,8-2-144 0,8 1 192 15,8-3-48-15,-11 0 0 0,-10 3 0 0,-7 0 48 16,-6 2 0-16,3-1 0 0,2-3 0 0,1 1-192 16,3 1 128-16,5 0-128 0,6 6 128 0,4-4-128 15,5 5 0-15,-12-4 0 0,-10 2-176 0,-10-2 176 16,-4 3 176-16,5-3-48 0,8-2 0 0,7-1-128 16,3 0 0-16,4 2 0 0,-1 1-176 0,1-1 176 15,2 3 0-15,-13-3 0 0,-8 1 0 0,-9-4 0 16,-4 2 0-16,5-1 128 0,5 0-128 0,7-1 0 15,1 2 0-15,2-3 0 0,3 1-128 0,1-1 128 16,1 1 0-16,-9-3 128 0,-7 1-128 0,-6 1 0 0,-3-2-256 0,-3 1 32 0,-5 0 16 0,0-3 432 16,-3 3 96-16,1-3 0 0,2-3 16 0,0 2-336 15,-1-1-128-15,0-2 0 0,-1-2 0 0,0 3 128 16,0-3 0-16,-4 4 128 0,-2-1-128 0,-1 5 128 16,0-2-128-16,-2-3 128 0,-3 2-128 0,-3 2 128 15,-2-4-128-15,-2 2 128 0,-3 1-128 0,0 0 128 16,-1 3-128-16,-1-3 128 0,-2-2-128 0,0 1 0 15,0-3 0-15,-1 0 0 0,1-4-128 0,0 2 128 16,2-2 0-16,-4-2 0 0,-1-1 0 0,-3-1 0 16,-1 0-128-16,-8-1 128 0,-5 4-128 0,-6-1 128 15,-2 1 0-15,-3 3 0 0,-1 7 0 0,0 1-272 16,-2 1 16-16,8 3 16 0,7-1 0 0,6 2 240 16,3 2 0-16,-8-3 0 0,-9 3 0 0,-5-3-144 15,-6-1 144-15,-1 3-128 0,-2 3 128 0,-3 0-176 16,-1 2 176-16,12-3-208 0,9 4 80 0,7-4 128 15,6 1 0-15,-10 0 0 0,-11-1 0 0,-7 2 0 16,-7-2-128-16,6 1 128 0,3-2-128 0,4 0 128 16,4-1 0-16,7-1 0 0,6-2 0 0,6-1 0 15,3-2 0-15,-7 1 0 0,-6 0 0 0,-7-3 0 16,-2 2-128-16,-2-1 128 0,-2-1-128 0,0-3 128 16,-1 2 0-16,7 4 0 0,9 3 0 0,5 1-192 15,3 1 0-15,-5 5 0 0,-7 4 0 0,-5 5-144 16,-2 1-48-16,-9 2 0 0,-9 8 0 0,-3 0 0 15,-5 3 0-15,13-2 0 0,11-2 0 0,11-2-352 16,5 1-80-16,-6-4-16 0,-9-1 0 0,-5-1-144 16,-3 1-48-16,5-4 0 0,5-5 0 0,6-1-768 15,3-1-144-15,12-3-48 0,11-4 0 0,7-5-1632 16,8 0-336-16,1-3-64 0,3-2-3520 0</inkml:trace>
  <inkml:trace contextRef="#ctx0" brushRef="#br0" timeOffset="86900.87">15778 13616 15359 0,'-3'0'1936'0,"1"0"-576"0,-1 0-112 0,1 1-432 0,-1 2-96 0,1-1-16 0,-1-2 0 0,2 3 0 16,-1 1 0-16,-2 2 0 0,-1 2 0 0,-1 5-144 15,-2 2-48-15,1-3 0 0,1 3 0 0,0-5-304 16,1 2-64-16,-2-1-16 0,2 2 0 0,2-2 112 16,-1 1 16-16,0-2 0 0,1-1 0 0,0-1-256 15,1 1 144-15,0-3-144 0,2-2 128 0,3 0-128 16,1 1 128-16,-1-4-128 0,1 0 128 0,1 0-128 15,0 2 0-15,0-3 0 0,0-3 0 0,0 2 128 16,1-1 0-16,-1-1 0 0,0 1 0 0,1 0-128 16,0 0 128-16,0-2-128 0,2 2 128 0,0-2-128 15,0-2 0-15,1 3 0 0,-3 3 0 0,1 0-160 16,1 0-64-16,-3 3-16 0,-1 1 0 0,-1 2 544 0,1 0 96 0,-4 0 32 0,0 5 0 0,-2-1 16 16,0 1 0-16,-2 5 0 0,-1 3 0 0,-1 4-448 15,-1 1 0-15,-2 4 0 0,0 2 0 0,1 2 128 31,-1 3-128-31,2-8 128 0,-1-4-128 0,3-5-272 16,0-6-144-16,0-2-32 0,2-5 0 0,-1-5-352 16,1 0-80-16,2-6-16 0,0-3 0 0,2-3-576 15,0-1-128-15,2-4-32 0,2-4 0 0,0-4-208 16,2-4-32-16,3 1-16 0,4 1-4880 0</inkml:trace>
  <inkml:trace contextRef="#ctx0" brushRef="#br0" timeOffset="87166.95">16126 13577 20735 0,'-1'0'1328'0,"0"1"-400"0,0 1-80 0,-1 1-16 0,1 1 0 0,0-1 0 0,1 0 0 0,-1 0-192 16,1 2-64-16,-3 5 0 0,1 5 0 0,-1 6-256 15,1 0-48-15,-1 3-16 0,2-3 0 0,2 0-256 16,1 1 0-16,0 1 0 0,0 1-144 0,2 1 144 16,0-1 0-16,-2 6 0 0,2 6 0 0,0 4-1104 15,0-1-192-15,-1-5-48 0,1-8 0 0,-2-8-256 16,2-3-48-16,-1-9-16 0,-2-6 0 0,1-9-1216 16,1 0-256-16,-2-9-64 0,-1 0-960 0</inkml:trace>
  <inkml:trace contextRef="#ctx0" brushRef="#br0" timeOffset="87369.4">15945 13741 18943 0,'1'9'1728'0,"1"-1"-512"0,3 1-96 0,3-1-736 16,-1-1-160-16,-1-1-32 0,0-5 0 0,-1 2-192 31,4-1 0-31,7 1 0 0,9 1-160 0,7-1-896 15,4 0-176-15,-5-1-48 0,-5-4 0 0,-5 2-1888 16,-3-4-384-16,-4-2-80 0,-2 1-192 0</inkml:trace>
  <inkml:trace contextRef="#ctx0" brushRef="#br0" timeOffset="87532.87">16282 13761 16127 0,'-2'1'2560'0,"-2"2"-768"0,1-3-160 0,0 2-224 16,-1 2-64-16,2-4 0 0,0 2 0 0,1-2-768 15,-1 2-144-15,-1 2-48 0,-2 0 0 0,-1 5-256 16,0 0-128-16,0-1 128 0,1 2-128 0,0-1 0 16,1 1 0-16,0 1 0 0,2 4 0 0,-1-1 0 15,2 2 0-15,1 2 0 0,1 0 0 0,2 1 0 16,-1-1 0-16,2-3-224 0,0-6 80 0</inkml:trace>
  <inkml:trace contextRef="#ctx0" brushRef="#br0" timeOffset="87667.55">16317 13844 24319 0,'12'-29'0'0,"-3"3"-160"0,-6 10 160 0,-1 8 0 16,-1 4 304-16,-1 4-48 0,0 0-16 0,-1-3 128 16,-1 3 16-16,1 0 16 0,-2 0 0 0,-1 7-160 15,-1-1-48-15,1 2 0 0,2 1 0 0,-1 0 192 32,2 1 48-32,1 2 0 0,0 3-11824 0</inkml:trace>
  <inkml:trace contextRef="#ctx0" brushRef="#br0" timeOffset="88033.87">16492 13752 22015 0,'0'3'1632'0,"0"-3"-480"0,0 3-112 0,0 0-528 16,2 1-96-16,-1-2-32 0,0-1 0 0,0 2-256 15,1 1-128-15,1 4 128 0,3 5-128 0,3 4 0 16,1 4 0-16,-1 0 0 0,-3 2 0 0,0 2 0 16,-2-1 0-16,-1-5 0 0,0-1 0 0,-1-7 0 15,1-4 0-15,-1-4 0 0,1-7 0 0,2-2 0 16,-2-3 0-16,2-6 0 0,0-3 0 0,0 1 0 16,0-7 0-16,1 4 0 0,-1 3 0 0,2 2 176 0,0 0 144 15,-1 3 48-15,2 0 0 0,0-1-544 0,0 4-96 0,-1 1-32 16,-1 2 0-16,0 2 304 0,-1 1 0 0,0 3 0 0,-1 0 0 0,0 3 0 15,-1 1-160-15,0-1 160 0,-1 5-128 0,1-1 128 16,1 4 0-16,-3-1 0 0,0 1 0 0,-1 2 128 16,0 2 48-16,0-1 16 0,0 2 0 0,-1 2-16 15,0 3 0-15,1-3 0 0,0-2 0 0,1 4-384 32,0-1-80-32,0-7-16 0,1-3-11040 0</inkml:trace>
  <inkml:trace contextRef="#ctx0" brushRef="#br0" timeOffset="88269.3">16792 13834 18431 0,'-5'2'1632'0,"0"2"-480"0,0 0-112 0,0 1-528 15,0 1-96-15,1-2-32 0,3 1 0 0,0-2-48 16,-1 2-16-16,0 8 0 0,0 3 0 0,-2 10-320 15,1 5 0-15,2-2 0 0,0 5-192 0,2-5 192 16,2 5 192-16,-1-7-32 0,1-6-16 0,1-3 96 16,1-3 16-16,0-6 0 0,2-3 0 0,-1-5-256 15,1-1 144-15,1-1-144 0,0-5 128 0,1-3-128 16,0-2 0-16,0-5 0 0,0-5 0 0</inkml:trace>
  <inkml:trace contextRef="#ctx0" brushRef="#br0" timeOffset="88433.52">16889 13878 31487 0,'11'-77'1120'0,"-3"22"-336"0,-4 22-64 0,-3 24-112 0,-1 5-32 0,0 4 0 0,0-1 0 0,1 0-448 16,-1-5-128-16,0-3 0 0,0 3 0 0,0-3 0 31,-1 5 0-31,0 2-128 0,-2 2 128 0,1 2-752 16,-2 5-64-16,-1-1-16 0,1 0 0 0,-1 3-656 16,2-2-144-16,-1 2-32 0,1-1 0 0,2-1-1376 15,1 1-288-15,1 1-48 0,1 3-3776 0</inkml:trace>
  <inkml:trace contextRef="#ctx0" brushRef="#br0" timeOffset="89400.16">17270 13796 18623 0,'-1'-4'1760'0,"1"0"-528"0,0-2-96 0,0 1-240 0,0 1-64 0,0-2 0 0,-1 4 0 0,1-1-48 0,0 2-16 0,0-5 0 0,-2 0 0 0,1 1-48 15,0-2-16-15,-1 4 0 0,-1 3 0 0,-1 1-320 16,2 1-80-16,-3 7-16 0,0 0 0 0,-2 4 544 16,-1 5 128-16,-1-1 0 0,2 2 16 0,-2 3-976 15,1 1-384-15,0 3 0 0,3 3 16 0,2 3 368 16,-1-1 0-16,3 2 160 0,1 1-160 0,1-2 0 16,3-3 0-16,1-6 0 0,1-9-192 0,1-7 448 31,1-7 80-31,0 0 32 0,0-7 0 0,-1 1-640 0,2-2-128 0,-1-7-32 0,1-1 0 0,0-5 736 31,1-5 144-31,-2 1 16 0,3-5 16 0,-1 2-1200 0,1-2-240 0,-2 3-64 0,-1 3 0 0,-1 6 848 16,-1 3 176-16,-3 3 0 0,-1 3 0 0,-2 3 0 15,-1 2 0-15,0 2 0 0,-1 2 0 0,1 0 192 16,0 2 0-16,-2 4 0 0,1 1 0 0,-2 1 112 16,1 2 16-16,-1 1 0 0,3 5 0 0,-2 2-320 15,3 3 0-15,-1-2 0 0,2 5-144 0,0-1 144 16,2 5 0-16,-1-4 0 0,2 0 0 0,1-1-336 15,1 0-48-15,0-6 0 0,2-5 0 0,-2-6-560 16,1 1-112-16,1-7-32 0,-1-4 0 0,3-2-512 16,-1-3-96-16,-1-2-32 0,0-5 0 0,-1-5-864 15,1-3-176-15,0 0-48 0,5-6-3376 0</inkml:trace>
  <inkml:trace contextRef="#ctx0" brushRef="#br0" timeOffset="89666.96">17531 13886 18623 0,'-2'20'1632'0,"0"-2"-480"0,2-2-112 0,3 4-208 0,-1-5-64 0,0-8 0 0,-1-1 0 0,0 1-576 0,2 1-192 0,1 7 128 0,4 9-128 0,2 0 240 15,0 1-16-15,-3-5 0 0,-1-5 0 0,-1-8 336 16,-1 1 64-16,-2-5 16 0,0 0 0 0,-1-6 0 16,-1 1 0-16,0-4 0 0,-1-4 0 0,-1-5 512 15,1-4 96-15,0-2 32 0,2-5 0 0,0-3-368 16,1-2-64-16,1 1-16 0,4 3 0 0,0 2-512 15,2 4-96-15,-2 3-32 0,2 3 0 0,1 6-192 16,-2 0 144 0,1 6-144-16,0 3 128 0,-2 0-656 0,0 3-144 0,0 2-32 0,-1 2 0 0,0-1-1344 15,0 0-256-15,-1 0-64 0,0 3-16 0,0-3-1008 16,0 3-208-16,0-2-48 0,2 4-4352 0</inkml:trace>
  <inkml:trace contextRef="#ctx0" brushRef="#br0" timeOffset="90100.26">17838 13843 24767 0,'-5'0'1536'0,"0"1"-464"0,0 0-96 0,-1 3-416 15,2-2-96-15,0-1-16 0,2 4 0 0,-1-1-48 0,1 0-16 16,-2 7 0-16,-2 4 0 0,-3 10 112 0,2 4 16 15,0 2 0-15,3 1 0 0,1 2-704 0,2-3-144 0,2-5-32 0,1-7 0 0,0-4 368 16,3-4-176-16,0-2 176 0,0-5-128 0,1-4 256 16,0 0 48-16,3-7 16 0,0-1 0 0,0-2-192 15,3-4 0-15,0-5 0 0,2-9-176 0,2-4 400 16,1-5 80-16,1-5 16 0,1 1 0 0,0 2-112 16,0-1-16-16,-3 4 0 0,-2 8 0 0,-4 4-192 15,0 3 144-15,-4-2-144 0,-4 1 128 0,0 0 720 16,-4-1 144-16,0-2 32 0,-4 2 0 0,0-1-208 15,-1 2-48-15,0 5 0 0,-2 8 0 0,1 8-48 16,-1 1-16-16,0 10 0 0,0 7 0 0,0 8-352 16,0 4-80-16,2 1-16 0,2-1 0 0,1 3-256 15,2-4 0-15,-1 4 0 0,3-5-144 0,1 3 144 16,1-1-128-16,1 5 128 0,2 10-128 0,0 0-256 16,3 8-64-16,-1-12 0 0,1-8 0 0,0-5-1376 15,1-6-288-15,-2-12-48 0,-1-9-16 0,-1-9-2400 16,0-5-480-16,-5-2-112 0,-5-2-3664 0</inkml:trace>
  <inkml:trace contextRef="#ctx0" brushRef="#br0" timeOffset="91933.69">16994 14567 19711 0,'0'-1'2352'0,"0"1"-704"0,0 0-144 0,-1 0-384 0,0 0-80 0,1 0-16 0,-1 1 0 0,1 2 64 0,0-1 0 0,-2 4 0 0,1 7 0 0,-1 2-464 16,1 3-96-16,1-1-16 0,0 2 0 0,1 0-192 15,1-1-64-15,1 2 0 0,-1 1 0 0,2 1-48 16,0 2-16-16,-2 5 0 0,1 5 0 0,-2 2 64 16,1 1 0-16,-2 7 0 0,0 8 0 0,-1 5 0 15,1 1 0-15,-2-7 0 0,-1-18 0 0,1-9-112 16,-2-9-16-16,1-3 0 0,1-3 0 0,1-6 208 15,1 4 48-15,0-5 0 0,0-2 0 0,0-2-384 16,0-1 0-16,0-1 0 0,0-2 0 0,1 0 176 16,0 0-48-16,0-3 0 0,-1 3 0 0,2-3-128 15,-2 1 128-15,1 0-128 0,1 1 128 0,0-1-128 16,0 3 0-16,1 2 0 0,-1-3 0 0,2 3 0 16,-1 3 0-16,0-2 0 0,-1 0 0 0,0 2 0 15,-1 0 0-15,-1 0 0 0,1 2-176 0,0 0 176 16,-1-2-128-16,0 3 128 0,0-2-128 0,-1 0 128 15,0 0 0-15,1-1 128 0,0 0-128 0,0 0 0 16,0 0 0-16,0 0 0 0,0 0 0 0,0 0 128 16,-22 0-128-16,17-1 128 0,0 0-128 0,0 0 128 15,0 1-128-15,0-3 128 0,0 1-128 0,0 0 320 16,-1 2 0-16,1-2 0 0,0-1 0 0,-1 2-192 16,1-1-128-16,0-1 128 0,-4 1-128 0,1 0 0 15,-1 0 0-15,-1-2 0 0,-1 2 0 0,-2-2 176 16,1-2-48-16,-2 1 0 0,1 1 0 0,-1-1-128 15,1 2 128-15,-1-1-128 0,0 1 128 0,3 1-128 0,-1 1 0 0,1 0 0 0,-2 2 0 16,1 0 288-16,0 1 32 0,-4 1 0 0,-3 1 0 0,-2-2-112 16,-1-1-16-16,-5 2 0 15,-7-1 0-15,-3-2-192 0,-2 0 0 0,-1-2 0 0,3-1-160 0,1 2 160 16,1-4 0-16,6 1 0 0,4 2 0 0,4 0 320 16,2 0 112-16,0 0 16 0,1-1 0 0,1 2-320 15,0 1-128-15,-4 1 128 0,-5-1-128 0,-4 3 192 16,-1-3-64-16,-3 2 0 0,-4 0 0 0,0 0-128 15,-3 0 0-15,4 1 0 0,4-2-176 0,2 2 32 16,2-1 0-16,5 2 0 0,4-4 0 0,3 2 144 16,3 0 0-16,-2 0 160 0,-3 0-160 0,-2 1 0 15,-2 1 0-15,-3-2 0 0,-5 2 0 0,-2-4 0 16,-3 0 0-16,2 0 0 0,1 0 0 0,2 0 0 16,0-3 0-16,4 2 0 0,2-1 0 0,4-2 144 15,1 1-144-15,3 0 128 0,2 0-128 0,4 1 0 16,1-1 0-16,-1 2 0 0,2-1 0 0,1-1 0 15,-1 3 0-15,0-1 0 0,0 1 0 0,-3 0 0 16,1 0 0-16,0-3-224 0,-1 3 80 0,-2 0 144 16,2 0 0-16,-2 0 128 0,1-3-128 0,-1 0 128 15,0 1-128-15,2-2 128 0,-2 2-128 0,2-2 128 16,0 1-128-16,-2 0 128 0,1 0-128 0,-1-2 0 16,-1 2 0-16,0-1 0 0,2-1-128 0,0 4 128 15,1-4 0-15,2 2 0 0,-1 0 0 0,2 0 0 16,1-1-128-16,-1 2 128 0,2-2-128 0,0 2 128 15,1 0 0-15,0 0 0 0,1 2 0 0,-1 0 0 0,1 0 0 16,0 0 0-16,1 0 0 0,-1 0 0 0,2 0 0 0,-1 0 0 16,3 0 0-16,-2 2 0 0,2 0-128 15,0 0 128-15,-1 1-128 0,1-3 128 0,1 3 0 0,-1-3 128 0,1 3-128 0,0-1 0 16,0 2 0-16,-1-4 0 0,1 3 0 0,0-2 0 16,0 1 0-16,0 1 0 0,0 0 0 0,1 0 128 15,0 3-128-15,-1-3 128 0,1 3-128 0,-1-3 0 16,0 1 0-16,0 1 0 0,0 1-192 0,2 3 384 15,-2-2 64-15,1 2 0 0,-1 0 16 0,0 1-272 16,1 1 160-16,-1 1-160 0,0-3 128 0,0 3 64 16,0-2 0-16,0 1 0 0,0 1 0 0,0 3 96 15,0-2 32-15,0 2 0 0,0 2 0 0,0-1-320 16,0 1 160-16,0 4-160 0,-1 1 128 0,1 4-128 16,-1 2 0-16,1-1 0 0,0 0 0 0,0 0 0 15,0 3 128-15,0-5-128 0,0-4 128 0,1 0 384 16,1-5 80-16,0-1 16 0,-1-3 0 0,-1-1-816 15,1-2-176-15,0-2-16 0,-1-1-16 0,2 2 288 16,0-4 128-16,-1 2-128 0,1-1 128 0,-1-2-304 16,-1 4 32-16,1-4 0 0,-1 2 0 0,0-4 272 15,0 2 272-15,0-1-48 0,0 0-16 0,0-2-64 16,0 0-16-16,0 0 0 0,-1 0 0 0,0 0-128 16,-1 1 0-16,1-1 0 0,-1 0 0 0,2 0 0 15,0 0 128-15,0 0-128 0,0 0 128 0,0 0-128 16,0 0 128-16,-21-11-128 0,16 7 128 0,1-2-128 15,-1 3 0-15,1-3 0 0,-1 0 0 0,0-3 0 0,0 3 0 0,0-2 0 16,-1-2 0-16,0-1 0 16,0 1 0-16,0-2 0 0,-2 0 0 0,2 0 0 0,-1 1 0 15,-1 1 0-15,2-1 0 0,0 1 0 16,0 4 0-16,1-3 0 0,2 3 0 0,1 2-336 0,1 1-112 0,1 0 0 0,0 2-16 0,1-1 464 16,0 2 208-16,-1 0-16 0,1 0 0 0,1 2-192 15,0-1 176-15,-1 2-176 0,2 4 160 0,-3-7-160 16,0 0 128-16,12 27-128 0,-7-16 128 0,2 5-128 15,0 1 0-15,1-2 0 0,1 1 0 0,0 2 0 16,2 0 0-16,0-3 0 0,2 0-176 0,2-3 304 16,1 1 48-16,0-5 16 0,1-2 0 0,1-2-368 31,1-1-64-31,-2-3-16 0,-2-4 0 0,-2 1-656 16,1-3-144-16,-4 0-32 0,-3-3 0 0,-1 1-1168 0,-1-1-240 0,-1-3-64 0,1-4 0 15,1-2-3984-15,0-3-816 0,-3 0-144 0,-1 3-400 0</inkml:trace>
  <inkml:trace contextRef="#ctx0" brushRef="#br0" timeOffset="93101.27">12459 15763 12543 0,'-2'1'2448'0,"1"-1"-720"0,0 0-160 0,1 0 160 0,0 0 48 0,0 0 0 0,1-1 0 0,0 1-1200 0,2 0-256 0,3 0-32 0,3-2-16 0,4-1 704 16,2 1 144-16,1 0 32 0,2 2 0 0,-1 0-256 15,1 3-64-15,1 1 0 0,-2 2 0 0,-1 0-304 16,0 3-64-16,0-1-16 0,-2 0 0 0,1 3-96 16,-1-2-32-16,-1 0 0 0,-1 0 0 0,0 0-48 15,0-3-16-15,3 1 0 0,3 1 0 0,5-2-48 16,3 0-16-16,2 0 0 0,4-2 0 0,2 1-192 16,0-1 144-16,2-2-144 0,-1 2 128 0,-2 0 112 15,2 0 16-15,-4-1 0 0,-4 1 0 0,-2 2-64 16,-3-2 0-16,0 1 0 0,2-3 0 0,-1 4 0 15,2-2 0-15,7-2 0 0,9 5 0 0,6-1-192 16,6 0 144-16,-4-2-144 0,-2 2 128 0,-3-1 64 16,0-3 0-16,-8-1 0 0,-6-2 0 0,-6-4-192 15,-1 2 0-15,5-6 0 0,10 0-176 0,7-3 176 16,4 2 0-16,1-5 128 0,-2 4-128 0,-2 1 272 16,-2-1-16-16,-3 1 0 0,-6-2 0 0,-5 3-256 15,-6 0 160-15,6 0-160 0,5 0 128 0,3 0-128 16,4 1 128-16,4 0-128 0,4 3 128 0,5-1 0 15,3 2 0-15,-10-1 0 0,-10 2 0 0,-5 0-128 16,-7-1 0-16,6-2 0 0,6 4-176 0,5-4 176 16,3 1 0-16,5 3 0 0,3 0 0 0,4 2 0 15,4 2 0-15,-14-2 0 0,-9 2 0 0,-10-2 0 0,-5 0 0 0,7-2 128 0,6 0-128 0,6-1 128 16,3 2-128-16,1-4 128 0,1 2-128 0,2-4 272 16,0 2-16-16,-10-1 0 0,-8 3 0 0,-7-4-96 15,-3 1-32-15,-1 4 0 0,1-2 0 0,1-1 64 16,0 4 0-16,3-2 0 0,4 3 0 0,2-2-192 15,1 2 128-15,-1-1-128 0,-1-1 128 0,-1 2-128 16,0 0 128-16,-6 0-128 0,-3 0 128 0,-3 2-128 16,-3 1 128-16,-2-3-128 0,-2 3 128 0,-2-2 0 15,0 2-128-15,-3-3 192 0,-1 2-64 0,0-1-128 16,-2 2 0-16,0-1 0 0,-2-2 0 0,0-2-176 16,1 2 176-1,-2-3-128-15,-3 2 128 0,-1 1-544 0,-1-2-32 16,-2-1 0-16,-5 2 0 0,-3-2-1840 0,-2 1-368 0,-3-2-80 0,-5-4-16 0,-2-2-2816 15,0-1-560-15,-1-2-112 0,2 1-1248 0</inkml:trace>
  <inkml:trace contextRef="#ctx0" brushRef="#br0" timeOffset="95633.87">13841 15983 10495 0,'-1'-2'1840'0,"0"2"-560"0,-1 0-96 0,1 0 32 0,0 0 0 0,0 0 0 0,-1 0 0 0,2 2-112 16,-1-2-16-16,0 1 0 0,0 4 0 0,1-5-352 16,0 0-80-16,0 0-16 0,0 0 0 0,-4 21 0 15,5-17 0-15,-1 2 0 0,0-2 0 0,2 2-144 16,-2 2-48-16,0-1 0 0,0 4 0 0,1-2 64 15,0 1 0-15,0 2 0 0,-1 2 0 0,1 2-64 16,2-1 0-16,-2-1 0 0,-1 1 0 0,-1 0 0 16,1 1 0-16,0-1 0 0,-3 0 0 0,2 0-144 15,0 0-48-15,0 1 0 0,0-2 0 0,-1-1-256 16,2 2 160-16,0-5-160 0,0 3 128 0,0 0 112 16,0-1 16-16,2-2 0 0,-2 1 0 0,0-2-256 15,1-1 144-15,0 2-144 0,-1-1 128 0,1-3-128 0,-1 3 128 0,1-3-128 16,1-2 128-16,-2-1 64 0,1 2 0 0,0-2 0 0,-1-2 0 0,0 1-64 15,0 2 0-15,0-1 0 16,0-1 0-16,0 2-128 0,0-2 0 0,0 1 0 0,-1 0 0 0,1 0 128 16,0-2 0-16,0 2 0 0,-1-3 0 0,-1 2-128 15,1-1 128-15,1 2-128 0,-1-3 128 0,1 0-128 16,0 2 128-16,0-2-128 0,0 0 128 0,0 0-128 16,0 0 0-16,0 0 0 0,0 0 0 0,0 0 0 15,0 0 0-15,0 0 0 0,0 0 0 0,0 0 0 16,0 0 0-16,0 0 0 0,0 0-176 0,0 0 176 15,0 0 176-15,0 0-48 0,0 0 0 0,0 0-128 16,0 0 128-16,0 0-128 0,0 0 128 0,0 0-128 16,0 0 128-16,0 0-128 0,0 0 128 0,0 0-128 15,0 0 0-15,0 0 0 0,0 0 0 0,0 0 0 16,0 0 128-16,0 0-128 0,0 0 128 0,0 0-128 16,0 0 0-16,0 0 0 0,0 0 0 0,0 0 128 15,0 0 0-15,0 0 0 0,0 0 0 0,0 0-128 16,0 0 0-16,0 0 0 0,0 0 0 0,0 0 0 15,0 0 0-15,0 0 0 0,0 0-176 0,0 0 176 16,0 0 0-16,0 0 128 0,0 0-128 0,0 0 0 16,0 0 0-16,0 0 0 0,0 0-128 0,0 0 128 15,0 0 0-15,0 0 0 0,0 0 0 0,0 0 0 16,5-21 0-16,-4 21 128 0,0-2-128 0,1-1 0 16,0 2 0-16,-1-1 0 0,1-2 0 0,-2 1 0 15,1 1 0-15,-1 1 0 0,1-2-128 0,-1-2 128 0,1 4-128 16,-2-4 128-16,1 1-128 0,-1 1 128 15,0 0 176-15,-1 1-48 0,0 0 0 0,1 1-1280 16,-1 1-256-16,1 1-48 0,0 3-16 0,1-1-1216 16,1 0-240-16,2 4-48 0,4-4-9088 0</inkml:trace>
  <inkml:trace contextRef="#ctx0" brushRef="#br0" timeOffset="96734.49">13915 16503 12799 0,'-2'-4'1936'0,"-1"-1"-576"0,0 1-112 0,-1 2-32 0,0-2 0 0,1 2 0 0,0 2 0 0,1-3-352 0,-1 3-80 0,-2-1-16 0,-2-2 0 0,-3 0-256 15,-1 0-48-15,0 1-16 0,-1-2 0 0,1 4 208 16,1-2 48-16,-1-1 0 0,0 3 0 0,1 0-64 16,-1 3 0-16,1-1 0 0,0 2 0 0,2-1 64 15,-1 5 0-15,0-1 0 0,0 4 0 0,-1 2-112 16,0 2-16-16,0-1 0 0,1 5 0 0,-1-2-96 15,2 6-32-15,-1-5 0 0,-1-1 0 0,1-2-304 16,2 0-144-16,-2 0 128 0,2-1-128 0,0-1 192 16,-1 0-64-16,2 1 0 0,1 1 0 0,2 0-128 15,2 1 0-15,2 5 0 0,4 3 0 0,4 4 0 16,2 2 128-16,2 6-128 0,1 1 128 0,3 4-128 16,0 2 0-16,-1-7 0 0,1-9 0 0,-2-6 0 15,1-4 0-15,1-2 0 0,3-3 0 0,2-4 0 16,1 1 0-16,5-5 0 0,7 0 0 0,4-6 0 15,6 0 0-15,-3-5 0 0,-1-3-176 0,-2-2 176 16,0-1 0-16,-8-4 128 0,-7-6-128 0,-3-2 176 16,-3 1-48-16,-2-4 0 0,-3-2 0 0,1-3 0 15,0-3 0-15,0 3 0 0,1 5 0 0,2 1-128 16,2 2 0-16,-3 6 0 0,-1 3-176 0,0 2 352 16,-2 4 64-16,-4 0 16 0,-3-1 0 0,-2 1-256 15,-2 4-160-15,-5-5 32 0,-3 1 0 0,-3-1 128 16,-2 1 0-16,-5-2 128 0,-3 0-128 0,-3-2-128 15,-2-1-112-15,0 2-16 0,0-1 0 0,1 4-1216 16,2-3-256-16,-7 0-64 0,-5 0 0 0,-5 1 0 16,-4-4-16-16,1 5 0 0,1 1-10016 0</inkml:trace>
  <inkml:trace contextRef="#ctx0" brushRef="#br0" timeOffset="97599.96">14002 16712 16383 0,'-5'-2'1936'0,"0"0"-576"0,-1-2-112 0,0 2-176 0,-1-1-48 0,1 2 0 0,3 1 0 0,0 0-48 0,-1 0-16 0,-4 1 0 16,-5 4 0-16,-4 1-352 0,-2 4-80 0,0 1-16 0,1 2 0 0,1 2-256 16,2-1-48-16,2 3-16 0,3 1 0 0,1 3-192 15,3 0 0-15,2 5 0 0,3-1 0 0,2 5 0 16,3-1 0-16,1-3 0 0,3-4 0 0,2-2 0 16,2 0 144-16,1-8-144 0,4-3 128 0,2-3-128 15,3-5 0-15,2-2 0 0,2-5 0 0,2-3 240 16,3-3 16-16,-4-5 0 0,-2-2 0 0,-4-7-256 15,0-1 0-15,-5 0 0 0,-4 2 0 0,-3-2 272 16,0 2 112-16,-4 4 32 0,-3 2 0 0,-1 5 208 16,-1 0 32-16,-1 4 16 0,-4-1 0 0,-2 4-528 15,-1 0-144-15,-1 1 0 0,-4 4 0 0,0 2 0 16,-1 0 0-16,-5 0-192 0,-4 2 64 0,-2 2 128 16,-3 2-128-16,2-2 128 0,1 2-128 0,3 1 128 15,0 1 0-15,4 1 0 0,5 2 0 0,3 2 176 16,4 1 64-16,1 1 16 0,2 1 0 0,2 1-416 15,3 2-80-15,1-5-16 0,3 3 0 0,1-3 256 16,3 1 0-16,0-4 0 0,1-1 0 0,0-5 0 16,2 1 0-16,0-2 0 0,0-4 160 0,2-4-160 15,-1 2 0-15,-1-7 0 0,-2 1-176 0,-1-2 176 16,0-1 0-16,-3-3 0 0,-3 0 0 0,0 0 0 16,-3 0 0-16,0-1 0 0,-2 1 0 0,0 1 128 15,-2 1 48-15,-1 0 16 0,-1 1 0 0,-1 4-64 16,1-2 0-16,-2 3 0 0,1 0 0 0,-2 1-128 15,2 1 0-15,-1 2 0 0,-1 0 0 0,1 0 0 0,1-1 128 0,-2 3-128 0,3 3 128 0,0-3 0 16,2 2 0 0,-1 0 0-16,1 3 0 0,1-4-128 0,0 4 128 0,-1 1-128 15,1-2 128-15,0 2 64 0,1 3 0 0,0-1 0 16,0 2 0-16,-1 5 256 0,1 2 48 0,1 2 16 0,0 2 0 0,1 2-256 16,2 2-64-16,1-1 0 0,-1-3 0 0,3-3-192 31,2 1-160-31,-2-11 32 0,2-10 0 0,-2-7-2368 15,1-4-448-15,-4-7-112 0,-3-7-10768 0</inkml:trace>
  <inkml:trace contextRef="#ctx0" brushRef="#br0" timeOffset="103567.09">17838 6398 16383 0,'2'-6'896'0,"-1"-1"-272"0,1 1-48 0,-1 3 352 0,0 0 80 0,0-1 16 0,-1 3 0 0,0 1 48 15,0-1 16-15,2 1 0 0,-2-3 0 0,1 1-352 16,-1 1-64-16,0-2-16 0,0 3 0 0,0 0-512 16,0 0-144-16,0 0 0 0,0 0 0 0,0 0 624 15,0 0 48-15,0 0 16 0,0 0 0 0,0 0-688 16,-4 24 0-16,4-17-208 0,-1 1 48 0,0 2 704 15,-1-2 144-15,1 7 16 0,0 7 16 0,-1 12-416 16,-2 14-96-16,1 5-16 0,0-1 0 0,0-1 0 16,2-3 0-16,-2-8 0 0,1-8 0 0,1-4 64 15,0-3 0-15,-2-2 0 0,1 2 0 0,-1 1-112 16,1 1-16-16,-1 3 0 0,1 3 0 0,-1 4 208 16,2 3 48-16,-2-5 0 0,3-4 0 0,-1-8-64 15,1-2 0-15,0-2 0 0,0-7 0 0,-1-2-320 16,1 1 0-16,0-5 0 0,0-1 0 0,1-1 176 0,2-2-48 0,-2 2 0 15,1-4 0-15,1 0-128 0,-1 0 0 0,2 0 0 0,0 2 0 0,0-2 0 16,0 2 128-16,1 0-128 0,2-2 128 0,-1 0 64 16,1 3 0-16,1-3 0 0,0 1 0 0,1-1-192 15,1 2 128-15,0-2-128 0,1 3 128 0,2-2-128 16,1 4 0-16,-2-2 0 0,2-3 0 0,0 3 192 16,-1-3 0-16,3 3 0 0,4-2 0 0,2 1-192 15,6 2 0-15,-1-1 0 0,-1-1-176 0,-3 1 176 16,-1 0-128-16,-2 1 128 0,-1-2-128 0,-3 1 128 15,0 1 0-15,-1-4 0 0,0 0 0 0,-1 2 0 16,1-4 0-16,4 2 0 0,3 0 0 0,4 0 0 16,3-3 0-16,4 3 128 0,4 0-128 0,4 3 0 15,3-1 0-15,-2 1 0 0,-5 0 0 0,-1 1 128 16,-1 2-128-16,-5-3 128 0,-6-1-128 0,-3-1 176 16,-1-1-48-16,6 0 0 0,5-1 0 0,6 1-128 15,4-2 128-15,3 2-128 0,3 0 128 0,5 0 0 16,0 2 0-16,-7-2 0 0,-8 1 0 0,-7 1-128 15,-3-1 128-15,1-2-128 0,3-2 128 0,0-2-128 16,3 1 0-16,5 1 0 0,8 0 0 0,6 1 192 16,4 2 0-16,-9 0 0 0,-6 2 0 0,-5 1-192 15,-4 3 0-15,-2-6 0 0,-3 1-176 0,-1-2 176 16,-1-2 0-16,9 3 128 0,7 0-128 0,7 0 0 16,7 0 0-16,-7 0 0 0,-3 3 0 0,-4 1 0 15,-1-1 0-15,-8 0 0 0,-5-3 0 0,-6 0 0 16,-2-1 0-16,4-1 0 0,9-1 0 0,4-1 128 15,3 1-128-15,2 0 128 0,-2 0-128 0,0 3 0 16,-2-2 0-16,-1 1 0 0,-2 1 0 0,-4 0 128 0,-4 1-128 0,-2-1 128 0,-4-1-128 16,-3 1 0-16,-2-2 0 0,4 1 0 0,5 1-128 0,3-2 128 15,3 2 0-15,2 0 0 0,1 0 0 0,-1 0 0 16,2 2 0-16,-3-1 128 0,-4 1-128 0,0 1 0 16,-1 0 0-16,-5-3 0 0,-3 1-128 0,-3 1 128 15,-1-2 0-15,-3 0 0 0,0-2 0 0,-2 1 0 16,0-2 0-16,1 0 128 0,-1 0-128 0,2 3 128 15,1-2-128-15,2-1 128 0,0 2-128 0,1 1 0 16,1 0 0-16,0-3 0 0,-2 3-128 0,1 0 128 16,0-2 0-16,0 1 0 0,0 1 0 0,-1 0 0 15,0 0 0-15,-1 0 128 0,-1 0-128 0,1 0 176 16,-2 0-48-16,-1 1 0 0,0 1 0 0,-1-2-128 16,0 3-272-16,0-2 64 0,0 2 16 0,0-3 192 15,0 0 0-15,-2 0 0 0,1 0 160 0,-1 0-160 16,-1-3 0-16,0 2 0 0,1-2-176 0,-1 3 752 15,1-3 128-15,-1 0 48 0,-1 1 0 0,0 1-1072 16,1-2-192-16,-2-1-64 0,-2-1 0 0,2 2 432 16,-1 0 144-16,0 0 0 0,-2-2-144 0,1 2 144 15,-1 2 0-15,1 1 0 0,-2-3 0 0,0 1 0 16,0 1-128-16,-1 1 128 0,1 0-128 0,-1 0 128 16,2 0 0-16,-2 0 128 0,0 0-128 0,0 0 0 15,0 0 0-15,0 0 0 0,0 0-128 0,0 0 128 16,0 0 176-16,0 0-48 0,0 0 0 0,0 0-128 15,0 0 0-15,0 0 0 0,0 0 0 0,0 0 0 0,0 0 0 0,0 0 0 0,0 0 0 0,0 0 0 16,0 0 128-16,0 0-128 0,0 0 128 0,0 0-128 16,0 0 128-16,0 0-128 0,0 0 128 0,0 0-128 15,0 0 0-15,0 0 0 0,0 0 0 0,0 0 0 16,0 0 128-16,0 0-128 0,0 0 128 0,0 0 64 16,0 0 0-16,8 18 0 0,-8-15 0 0,0-3-192 15,0 1 0-15,2 1 0 0,-2-2-176 0,0 0 176 16,0 3 0-16,1-2 128 0,-1 2-128 0,0-1 176 15,1 1-48-15,0 0 0 0,-1 0 0 0,2 0-128 16,0 0 0-16,-2 1 0 0,1-2-176 0,1 1 176 16,-1 0 0-16,-1 0 128 0,1 0-128 0,-1 0 128 15,1-3-128-15,0 1 128 0,1 2-128 0,-2-3 224 16,1 2-32-16,0-2 0 0,-1 0 0 0,0 3-192 16,1 0 0-16,-1-3 0 0,0 3 0 0,2-3 0 15,-1 0 0-15,0 0 0 0,-1 1 0 0,0 1 0 16,1 1 144-16,-1-3-144 0,0 0 128 0,0 0-128 15,0 0 128-15,0 0-128 0,0 0 128 0,0 0-368 16,0 0-80-16,0 0 0 0,2 21-16 0,-2-15 480 16,0-2 112-16,0 5 0 0,-2-1 16 0,2 2-64 15,-1 1-16-15,0 5 0 0,0 2 0 0,-1 3-192 16,1 3 0-16,0 1 0 0,1 5 0 0,0-1 144 16,0 5-16-16,0-4 0 0,0-3 0 0,1-3-128 15,2 4-176-15,-2-7 48 0,0 0 0 0,0-4 128 16,2 2 0-16,-2-5 128 0,0 0-128 0,2 0 128 15,-2-4-128-15,0 1 128 0,-1-1-128 0,1-4-400 16,1 2-160-16,0-1-16 0,-1 1-16 0,1 1 784 0,-1-2 176 0,0 2 16 0,0 0 16 0,-1-1-272 16,2 0-128-16,-1-1 128 0,-1-1-128 15,0-2 288-15,0 1-32 0,0-1 0 0,-1-4 0 0,1 0-256 16,0 0-224-16,0 0 32 0,-3-4 16 0,2 1 432 16,0 1 96-16,-2-4 16 0,3 6 0 0,0 0-368 15,-10-21 0-15,7 12 0 0,-1 0-192 0,0 2 192 16,2-4 0-16,-2 2 0 0,0-1 0 0,1-1 240 15,0 1 80-15,-2 0 0 0,1 2 16 0,1-3-208 16,-1 1-128-16,-1 1 128 0,0 0-128 0,0 1 0 16,0 0 0-16,0 0 0 0,2-1-128 0,-1 0-16 15,1 2 0-15,1-2 0 0,-1 3 0 0,1 0 144 16,-1 4 0-16,2-2 160 0,0 4-160 0,1-3 256 16,0 6-64-16,-1-3 0 0,1 0 0 0,-1 0-192 15,1 1-160-15,0 2 32 0,0-1 0 0,0 2 128 16,0-1 0-16,1 4 128 0,0 0-128 0,1 0-128 15,2 2-112-15,0 0-16 0,1-1 0 0,1 1 256 16,3 1-144-16,-1-1 144 0,1-3-128 0,2-3 128 16,0 2 0-16,4-3 0 0,4-4 0 0,2-4 0 15,3 1-128-15,2-1 128 0,2-4-128 0,0 3 0 16,2-3 0-16,-2 1 0 0,-4 2 0 0,-5 2-1088 16,0-1-192-16,-8 2-64 0,-5 8 0 0,-4-2-1632 15,-4 6-336-15,-1 5-64 0,-4 3-16 0,0 8-2496 16,-2-1-512-16,1 2-112 0,-2-4 496 0</inkml:trace>
  <inkml:trace contextRef="#ctx0" brushRef="#br0" timeOffset="105533.26">21711 8182 15359 0,'-1'-6'1424'0,"-1"0"-416"0,1 0-96 0,0 0-160 0,0 1-48 0,-2-1 0 0,2 3 0 0,0 2 208 0,-1-2 48 0,0-2 0 0,-3-1 0 0,-1 0 0 16,-2-1 0-16,0-1 0 0,-2 2 0 0,-1 0-64 15,-2 2 0-15,-2-2 0 0,-1 0 0 0,-1 0 112 16,-1-1 16-16,-2 2 0 0,-2-1 0 0,0 3-320 16,0-2-48-16,1 3-16 0,0 0 0 0,1-2-48 15,1 3-16-15,-1 1 0 0,0 0 0 0,0 1-352 16,2 0-80-16,0 2-16 0,2-1 0 0,1-2 0 16,3 4 0-16,-4-1 0 0,-1-3 0 0,-2 1 112 15,-1 1 16-15,-6-2 0 0,-2 3 0 0,-3-3-112 16,-1 0-16-16,-3 1 0 0,-1 0 0 0,-1-1 112 15,-1 1 16-15,3 2 0 0,6-3 0 0,1 2-112 16,5-2-16-16,2 2 0 0,2 0 0 0,3 1 64 16,2 0 0-16,-4 0 0 0,-3-2 0 0,-2 1-192 15,-2 1 128-15,-5-2-128 0,-3 2 128 0,-3-1-128 16,-4 2 0-16,3-2 0 0,3 2-176 0,0 1 176 16,3-1 176-16,2 1-48 0,3-2 0 0,5 1-128 15,2 1 0-15,2-1 0 0,2-1-176 0,0 2 304 16,3-1 48-16,-3 1 16 0,-2 1 0 0,-3-2 48 15,0 2 16-15,-2 0 0 0,0 0 0 0,-3 1 0 16,1 0 0-16,0-1 0 0,0 2 0 0,-1-1 0 0,2 3 0 16,1-4 0-16,1 3 0 0,1 1-256 0,3-2 0 15,-1 3 0-15,1-1-160 0,2-1 160 0,0 3 0 0,0 0 128 0,3 0-128 0,2-2 0 16,0 1 0-16,0 1 0 0,0-2-128 0,2 1 128 16,-2 2-128-16,1-3 128 0,1 1-128 0,0-3 128 15,1 2 0-15,-2 1 0 0,-2 3 0 0,0 1 0 16,-3 2 0-16,1 0 128 0,0 2-128 0,3-3 224 15,1 1-32-15,0-1 0 0,1 2 0 0,2-2-192 16,1 1-160-16,-1-2 32 0,2 0 0 0,2 0 128 16,1 0 176-16,-1-3-48 0,4 0 0 0,0 1-128 15,2-2 0-15,0-1 0 0,1 1-176 0,1-1 176 16,1 0 0-16,1 1 128 0,0-3-128 0,2 2 0 16,-1 1-128-16,1-1 0 0,0-4 0 0,-1 3 128 15,1 0 0-15,1-1 128 0,-1 0-128 0,0 0 128 16,1 1-128-16,-1-3 128 0,-1 3-128 0,0 0 0 15,-1 1 0-15,1-2 0 0,2 2-128 0,0 1 128 16,2 2-128-16,1 1 128 0,5 1-128 0,2 1 128 16,1 2 176-16,4 0-48 0,5 1 0 0,4 1-128 15,3-1 0-15,-1 1 0 0,1-4-176 0,1 1 176 16,-1-2 0-16,-3-2 0 0,-7-1-128 0,-3-3 128 16,-3-1 128-16,3 0-128 0,2-1 176 0,3 1-176 15,3-2 0-15,7-1 0 0,6-2-176 0,5 2 176 16,4-3 0-16,-4 0 0 0,-7 1 0 0,-3-3 0 15,-5 3 0-15,1 0 0 0,0-2 0 0,1 1 176 16,2 2 64-16,7 1 16 0,7-2 0 0,8 0-256 16,4 4 144-16,-9-5-144 0,-12 2 128 0,-6 1 48 15,-6-2 0-15,5 0 0 0,9-3 0 0,5 0-176 0,4 1-256 16,-2 2 64-16,-1-1 16 0,-2-1 176 0,0 2 0 0,-5-1 128 0,-4-1-128 0,-5-2 0 16,-3 1 144-16,7 0-144 0,10-2 0 0,12 2 176 15,9-3-176-15,-9 3 160 0,-11 0-160 0,-10 0 256 16,-5 0-64-16,0-1 0 0,2-1 0 0,4-1-192 15,1-1 0-15,4 4 0 0,7-2-160 0,4 4 160 16,2 1 0-16,-12-3 0 0,-11 1 0 0,-8-1-144 16,-5 3 0-16,3-3 0 0,3-3 0 0,1 2 400 15,3 1 96-15,6-3 16 0,7 1 0 0,6 1-368 16,6 1 0-16,-10 0-160 0,-9 0 160 0,-9-3 128 16,-6 3 144-16,-1 0 32 0,0-2 0 0,0-1-304 15,1 2 0-15,4-1 0 0,5-1 0 0,3 2-208 16,6 1 0-16,-6 0 0 0,-1 0 0 0,-2 0 208 15,-3 0-144-15,-6-3 144 0,-4 3-128 0,-3 0 128 16,-2-2 0-16,-2 1 0 0,-3-2 0 0,-1 1 0 16,0-1 144-16,2-1-16 0,-1 1-128 0,3 0 176 15,0 1-176-15,3 1 160 0,2-2-160 0,4-1 0 16,0-1 0-16,1 2-208 0,0-3 64 0,0-1 144 16,1-1 0-16,-3-1 0 0,-1-1 0 0,1 2 0 15,-1-4 0-15,-1-1 0 0,-4-2 0 0,-1-2 144 16,0-4 64-16,-3 0 16 0,-1-2 0 0,-2 0-352 15,-1-1-80-15,-1 1-16 0,0 1 0 0,-2 1 576 16,1 0 112-16,0 2 32 0,-3 0 0 0,1 6-496 16,0 0-320-16,-2 1 64 0,1 0 0 0,-3-1 128 15,1 2 128-15,-2 1-192 0,1-3 192 0,-1 0 0 0,0 1 0 0,0 0 0 16,-1-1 144-16,0 1-144 0,-1-2 0 0,-1 1 0 0,-1-2 0 0,1-2 0 16,-1 0 0-16,-1 0 0 0,0-4 0 0,-1 3 0 15,1-3 0-15,-3 2-192 0,0-2 192 0,-2 0 0 16,1 1 0-16,-3 2 0 0,0-1 0 0,-5 2 128 15,3 1-128-15,-5-2 0 0,-3 4 128 0,-3 0-128 16,0 3 0-16,-2-2 0 0,-3 2 0 0,0 1 0 16,-1 2-224-16,0-1 32 0,1 2 0 0,2-2 192 15,0 3 0-15,4-3 0 0,3 3 160 0,2 0 272 16,3 0 48-16,-4-1 16 0,-3 3 0 0,-3 0-720 16,-1-2-144-16,-8 3-16 0,-6-3-16 0,-5 2 192 15,-3-1 32-15,3 2 16 0,3-4 0 0,2 1-32 16,4 0 0-16,5 0 0 0,5 1 0 0,3-1 192 15,3 0 176-15,-4-1-48 0,-7 1 0 0,-6-2-128 16,-4-1 0-16,-4 0 0 0,-2 2-176 0,-2-2 176 16,0 0-128-16,8 1 128 0,8 2-128 0,7 2 128 15,4-2 176-15,-1 3-48 0,1 0 0 0,-2 3-128 16,1-3-144-16,-7 3 144 0,-6 3-208 0,-6 0 208 16,-3 0-176-16,3 0 176 0,0 1-160 0,3 1 160 15,1-2 0-15,5 3 0 0,8-3 0 0,5 0 0 16,4 1 0-16,-4 1 0 0,-3 1 0 0,-2-2 0 15,0 2 0-15,-7-1 0 0,-6-2 0 0,-6 1 0 16,-2 1-160-16,2-4 160 0,3 2 0 0,4-3 256 16,1-3 144-16,5 0 48 0,7-2 0 0,3-2-736 15,5 0-144-15,-4 1-16 0,-2 3-16 0,-3 1-864 16,-1 2-160-16,-1 2-48 0,-2 2 0 0,-2 2-1568 16,1 0-320-16,6-1-64 0,5-5-11936 0</inkml:trace>
  <inkml:trace contextRef="#ctx0" brushRef="#br0" timeOffset="106666.96">20247 8494 14527 0,'1'-1'1632'0,"-1"1"-480"0,0-3-112 0,0 3-16 0,0 0 0 0,0-2 0 0,0 1 0 0,0 1-96 0,0-3-32 0,0 3 0 0,0-5 0 0,0 1 16 16,1-2 0-16,-2 0 0 0,1 0 0 0,0 1-176 15,-1 1-32-15,-1 2-16 0,1 1 0 0,0-2-128 16,0 3-32-16,-2 0 0 0,0 0 0 0,-1 3-16 16,-1-3 0-16,-1 3 0 0,-2 1 0 0,0 3 0 15,-2 0 0-15,-1 2 0 0,-3 3 0 0,0 0-80 16,1 0-32-16,-2 4 0 0,1 2 0 0,2-1-80 16,0 2 0-16,2-5-16 0,2 1 0 0,2 0-144 15,2-1-32-15,2-3 0 0,2-1 0 0,2-2-128 16,2-1 0-16,1-2 0 0,2-2 0 0,3-3 0 15,0 0 0-15,1 0 0 0,1-3 0 0,-1 0 0 16,1-1 128-16,0 2-128 0,-1-4 128 0,2 1-128 16,-2-1 0-16,-1 2 0 0,0 4 0 0,0-3 0 15,0 6 0-15,-2-2 0 0,-2 4-176 0,1 1 176 16,-2 0 0-16,-2 3 128 0,0 3-128 0,-2-2 128 16,1 4-128-16,-2-2 128 0,-1 3-128 0,0-3 128 15,-2 3-128-15,-1 0 128 0,0-2-128 0,-1 1 464 16,0-1 32-16,-1-3 0 0,-2-2 0 0,1 1-496 15,-1-5 0-15,0 1-176 0,0-2 176 0,0-3-384 16,0 3 32-16,0-3 16 0,-1-3 0 0,2 0-336 16,-2-2-64-16,4-2-16 0,3 1 0 0,2-2-912 15,2-1-192-15,4-1-48 0,3 0 0 0,3-1-496 16,3 1-96-16,0-5-32 0,2-2-7968 0</inkml:trace>
  <inkml:trace contextRef="#ctx0" brushRef="#br0" timeOffset="107000.12">20440 8735 22399 0,'22'-1'560'0,"-1"-4"-176"0,1-1-16 0,2 0-368 0,-3-1 0 0,-7 1 0 0,-6 0 0 0,-2 1 208 15,3-2-16-15,4-8-16 0,7-6 0 0,4-6-176 16,-5-3 0-16,-4 3 0 0,-6 6 0 0,-4 0 192 15,-3 5 0-15,-3 1 0 0,-4 4 0 0,0 4 304 16,0 1 64-16,-5 4 16 0,-3 2 0 0,-5 2 256 16,-3 4 64-16,-2 3 16 0,-3 3 0 0,0 6-272 15,0 3-48-15,2 0-16 0,2 6 0 0,2 1-304 16,3 5-64-16,4-6-16 0,1-2 0 0,5-4 208 16,2-3 48-16,3 2 0 0,4-5 0 0,2 1-448 15,2-4 0-15,1 1 0 0,3-2 0 0,3-1 0 16,0 1-224-16,2-5 32 0,4 0 0 0,0-3-576 15,2 0-96-15,2-3-32 0,-1 0 0 0,1-2-672 16,1-2-144-16,-2 0-16 0,-2-4-16 0,0-3-1488 16,-2 1-288-16,0-3-64 0,-5-4-2736 0</inkml:trace>
  <inkml:trace contextRef="#ctx0" brushRef="#br0" timeOffset="107367.07">20765 8599 25535 0,'0'4'912'0,"0"3"-272"0,0 3-48 0,1 1-464 16,0 2-128-16,-1-5 0 0,0-2 0 0,0 1 0 15,0 1 0-15,0 8 0 0,0 8 0 0,0 4 176 16,0 4 16-16,-1-2 0 0,0-5 0 0,-3-4 48 16,0-3 16-16,3-3 0 0,0-6 0 0,0-3-256 15,1-3 144-15,0-3-144 0,1-5 128 0,0-2 416 16,2 1 80-16,0-5 16 0,1 1 0 0,2-5-208 15,0 3-48-15,2-3 0 0,0-3 0 0,0-1-384 32,2-1 0-32,1 2 0 0,1 2 0 0,2 1-400 0,1 0-64 0,-2 3-16 0,2 1 0 0,-2 2 480 15,0 1 128-15,-3 4 16 0,-3 6 0 0,-2 0-144 16,-1 6 0-16,-3 1 0 0,-1 3-176 0,-1 2 304 16,-1 2 48-16,-3-2 16 0,0 1 0 0,-1 0 96 15,-2 0 32-15,-1 1 0 0,2 1 0 0,-2-2-320 16,3 4 160-16,2-7-160 0,2 0 128 0,2 0-896 15,0-5-192-15,2-1-48 0,3-3 0 0,4-3-912 16,1-3-176-16,4-1-32 0,3-4-16 0,4-2-2016 16,2-1-384-16,0 1-96 0,-1-2 512 0</inkml:trace>
  <inkml:trace contextRef="#ctx0" brushRef="#br0" timeOffset="107766.87">21154 8734 27071 0,'-10'0'2576'0,"-1"1"-768"0,3 2-144 0,-2-1-720 0,2-1-144 0,3 2-32 0,2-1 0 0,1-2-560 16,0 3-208-16,-2 3 144 16,-1 1-144-16,0 4 0 0,3 4 0 0,2-2 0 0,2-1 0 0,3 0 0 15,3 0 0-15,0-3 0 0,1 0 0 0,1-3-384 16,0-2 64-16,1-2 0 0,-1 1 0 0,1-6 48 16,1 0 16-16,-1-3 0 0,2-3 0 0,-2 0 256 15,1-3-160-15,-1-5 160 0,-1-2-128 0,-2-6 128 16,0 2 0-16,-1-8 0 0,-4-2-128 0,2-3 128 15,-2 0 0-15,0-3 0 0,0 5 0 0,-2-1-128 16,2 2-64-16,-3 4 0 0,1 8 0 0,-1 4 192 16,1 5 0-16,-1 3 0 0,-1 3 0 0,0 2 832 15,1 4 128-15,-3 0 48 0,2 4 0 0,-2 1-592 16,1 5-112-16,-3 4-32 0,0 8 0 0,0 5 144 16,-1 6 32-16,1 7 0 0,0 4 0 0,0 8-112 15,3 3-16-15,-2-7 0 0,0-6 0 0,0-6-320 16,2-3-160-16,0-6 16 0,2-2 0 0,1-1 144 15,1-6 128-15,2-1-128 0,1-4 176 0,1-5-1264 16,0 1-240-16,3-9-48 0,0-5-16 0,-1-5-1888 16,1-2-384-16,6-3-80 0,5-5-6784 0</inkml:trace>
  <inkml:trace contextRef="#ctx0" brushRef="#br0" timeOffset="108236.08">21973 8480 18431 0,'1'-2'1936'0,"0"-1"-576"0,-1 3-112 0,0 0-448 0,2 3-96 0,-2-2 0 0,0 4-16 0,0-2 128 16,-2 3 16-16,1 4 16 0,0 7 0 0,-2 8-320 16,1 4-64-16,-1 5-16 0,0-5 0 0,2 0-96 15,-1-2-32-15,1-1 0 0,1-4 0 0,0-1-608 16,0-1-128-16,1-1-32 0,2-3 0 0,-1 1 576 16,2 0 96-16,1-4 32 0,0-1 0 0,1-3-1024 15,0-2-208-15,2-2-48 0,-2-5 0 0,1-2-384 16,2-2-64-16,-2-2-32 0,1-3 0 0,0-2-2768 0,1 1-544 0,-4-7-112 0,-4-4-32 0</inkml:trace>
  <inkml:trace contextRef="#ctx0" brushRef="#br0" timeOffset="108433.58">21821 8547 26303 0,'8'4'944'0,"2"-2"-288"0,1-4-48 0,4-1-144 16,0 0-16-16,-2-1-16 0,-5 2 0 0,1-2-288 16,2 1-144-16,5-3 160 0,10-5-160 0,10-3 0 31,11-3 0-31,1-1-208 0,-7 3 64 0,-9 4-464 0,-8 3-96 0,-7 3 0 0,-6 5-16 0,-4 4-752 16,-3 1-160-16,-3 5-32 0,-2 7 0 0,-3 0-2704 15,-1 6-560-15,-6 0-96 0,-6 1-32 0</inkml:trace>
  <inkml:trace contextRef="#ctx0" brushRef="#br0" timeOffset="108633.83">21827 9006 27839 0,'5'6'816'0,"1"-1"-240"0,0-1-64 0,3-2 384 16,0 2 64-16,-2-4 0 0,-1-2 16 0,-1 0-1392 16,3 0-288-16,4-3-48 0,8-3-16 0,8-5-368 15,12-7-80-15,3-1 0 0,-2 0-9856 0</inkml:trace>
  <inkml:trace contextRef="#ctx0" brushRef="#br0" timeOffset="109166.67">22302 8719 20927 0,'1'-2'2960'0,"-1"2"-880"0,1-3-176 0,-1 2-432 15,2 1-96-15,-2 0-16 0,0 0 0 0,1 0-1168 16,-1 1-192-16,1 2 0 0,2 2-192 0,-3-5 624 16,0 0 112-16,7 28 32 0,-5-13 0 0,2 0-336 15,-1 0-64-15,-2 3-16 0,0-1 0 0,0 4 32 16,-1-2 0-16,0 4 0 0,-1 6 0 0,0 1 224 15,-2 3 48-15,1-2 16 0,1-3 0 0,-1 0-288 16,1-4-64-16,0-8-128 0,1-5 192 0,0-4 144 0,1-5 32 0,-1-4 0 16,1-8 0-16,2-5-192 0,-1-6-48 0,2-6 0 0,0-7 0 0,1-2 96 15,1-3 16-15,0 7 0 0,3 1 0 0,-2 7-240 16,2 3 0-16,1 3 0 0,1 0 0 0,0 4 0 16,1 0 0-16,-1 3-208 0,1 1 64 0,-3 4-144 31,3 1-32-31,-4 2 0 0,1 3 0 0,-3 5-256 0,2-2-48 0,-2 3-16 0,-1 4 0 0,-2 1 256 15,1 1 64-15,0 1 0 0,-2 2 0 0,1-1 144 16,-1 2 48-16,1 2 0 0,-3 0 0 0,1 0 128 31,0 0 0-31,-1 3 128 0,1 0-128 0,-1 1-496 0,2 2-160 0,0-9-48 0,2-7 0 0,0-6-144 16,2-4-48-16,0-4 0 0,0-7 0 0,0-2-1600 16,2-1-336-16,0-2-64 0,2 2-6272 0</inkml:trace>
  <inkml:trace contextRef="#ctx0" brushRef="#br0" timeOffset="109467.02">22691 8861 19903 0,'4'-2'1120'0,"-1"1"-336"0,-1-2-64 0,2 3 144 0,-2 0 32 0,1 0 0 0,-2 3 0 0,0 0-160 15,0 0-32-15,1 3 0 0,1 6 0 0,1 3-144 16,1 1-48-16,-1 2 0 0,1-2 0 0,-2-2-256 16,2 0-48-16,-1-7-16 0,-2-4 0 0,2-3 384 0,-1-6 64 0,-1-4 0 15,3-5 16-15,-1-2-64 0,2-7-16 0,-1 2 0 0,1 1 0 0,0 0-96 16,2 0-32-16,-2 2 0 0,-1 2 0 0,0 0-448 31,0 3-128-31,0 2-16 0,0 3 0 0,0 3-432 16,0 1-96-16,-2 4-16 0,2 4 0 0,-1 4-1504 15,1 1-304-15,0 1-64 0,2 3-9008 0</inkml:trace>
  <inkml:trace contextRef="#ctx0" brushRef="#br0" timeOffset="109800.13">22928 8809 23295 0,'-4'0'1408'0,"0"0"-432"0,0 0-80 0,1 4-512 16,-1-1-96-16,2-2-32 0,-1 4 0 0,2-4 16 15,0 4 0-15,-2 4 0 0,-2 5 0 0,1 5 32 16,1 2 0-16,0 4 0 0,2-2 0 0,2-1-304 16,2 4 0-16,2-5 0 0,0-6 0 0,1-2 0 15,2-3 256-15,1-5-16 0,1-8-16 0,0-2 0 16,1-2 0-16,0-8 0 0,3-4 0 0,1-4-80 15,1 2-16-15,-3-4 0 0,1 2 0 0,-2 1-128 16,1 1 0-16,-6 5 0 0,-1 2-176 0,-3 1 176 0,-2 5 176 16,-2-1-48-16,-3 3 0 0,-2 2-128 15,0 2 0-15,-2 2 0 0,0 1 0 0,-2 4-784 16,0 1-192-16,0 0-48 0,1 4 0 0,1 1-784 16,0 0-176-16,2 2-16 0,2-1-16 0,3 0-976 15,1 3-192-15,2 0-32 0,5 4-1696 0</inkml:trace>
  <inkml:trace contextRef="#ctx0" brushRef="#br0" timeOffset="110033.61">23213 8828 24767 0,'3'2'1120'0,"-1"2"-336"0,1 0-64 0,-1 1-16 16,1 1 0-16,-1-4 0 0,-1 2 0 0,-1 0-384 15,2 1-96-15,0 3-16 0,0 8 0 0,2 8-16 16,1 3 0-16,-1 0 0 0,-2 1 0 0,1-1-192 16,-1 3 0-16,-1-9 0 0,-1-3-160 0,-1-6-400 15,1-3-80-15,-2-1 0 0,1-4-16 0,-2-4-960 16,2-4-192-16,0-9-48 0,1-5-7936 0</inkml:trace>
  <inkml:trace contextRef="#ctx0" brushRef="#br0" timeOffset="110201.27">23305 8629 33983 0,'0'10'1152'0,"-2"1"-352"0,2-3-64 0,0 5-544 16,0-1-192-16,-1-6 144 0,1-2-144 0,0-1-1152 16,0 2-320-16,1 2-64 0,3 5-16 0,0 6-2032 15,3-1-416-15,3-2-80 0,1-2-4176 0</inkml:trace>
  <inkml:trace contextRef="#ctx0" brushRef="#br0" timeOffset="110502.19">23401 8822 21695 0,'4'-3'1840'0,"-2"0"-560"0,1 3-96 0,-1-3-528 15,1 3-96-15,-2 0-32 0,0 0 0 0,-1 3 48 16,0-3 0-16,0 3 0 0,-2 2 0 0,2-5 448 16,-9 19 112-16,2-7 16 0,-1 0 0 0,1 1-416 15,-1 0-80-15,1 4-16 0,1 0 0 0,1-1-192 16,1 2-64-16,3 2 0 0,1-4 0 0,2 2-48 16,2-4-16-16,2-1 0 0,4-1 0 0,1-6-320 15,4 3-128-15,1-9 0 0,5-2 0 0,2-5 256 16,2-2 48-16,1-5 16 0,4-5 0 0,0-4-576 15,2-2-96-15,-4 0-32 0,0 1 0 0,-4 3-1216 16,-1-3-256-16,-4 3-64 0,-3 3 0 0,-3-2-3840 16,-1 4-768-16,-4-8-144 0,-3 2 1360 0</inkml:trace>
  <inkml:trace contextRef="#ctx0" brushRef="#br0" timeOffset="110933.39">23781 8846 22719 0,'1'3'1632'0,"0"-1"-480"0,1 2-112 0,0-1-16 16,0-3 0-16,1 1 0 0,-2-1 0 0,0 0-288 15,2 0-64-15,1 0-16 0,3-1 0 0,2 1-656 16,2-5 0-16,1 1 0 0,-1-2 0 0,2 0 368 16,-1-3 32-16,-1 0 16 0,0-3 0 0,0 0-224 15,1-1-64-15,-4-2 0 0,-2 3 0 0,-2-2-128 16,-1 2 0-16,-3 0 0 0,-2-1-176 0,0 2 176 16,-3 1 176-16,-1-2-48 0,-4 3 0 0,-3 3-128 15,-1 2 128-15,-1 6-128 0,-1 4 128 0,0 6 368 16,1 3 64-16,0 5 16 0,0 2 0 0,3 4-208 15,-1 1-48-15,2 0 0 0,0 1 0 0,2 0 112 16,1 0 16-16,0 6 0 0,3 3 0 0,3 5-320 16,2 4-128-16,1-8 128 0,5-9-128 0,3-6 0 15,1-3 0-15,1-8 0 0,0-8 0 0,2-7-384 16,0-3-176-16,1-9-16 0,2-3-16 0,1-9-1888 16,3-7-368-16,1 5-80 0,4 0-9872 0</inkml:trace>
  <inkml:trace contextRef="#ctx0" brushRef="#br0" timeOffset="112468.99">22302 9310 14399 0,'-1'-5'3328'0,"-1"4"-1008"0,1-1-192 0,-1-2-928 0,0 4-192 0,2-3-48 0,0 3 0 0,0 0-48 0,0 0-16 0,0 0 0 0,-1 3 0 0,1-3-128 15,0 0-48-15,0 0 0 0,0 0 0 0,-2 21 288 16,0-14 48-16,1 4 16 0,0 2 0 0,-1 2-656 16,0 1-128-16,1 3-32 0,-1 6 0 0,0 5 176 15,1-2 16-15,-1 7 16 0,0 6 0 0,1 6-64 16,0 1-16-16,0-6 0 0,-1-6 0 0,2-5-112 15,-1-8-16-15,0 2-16 0,1-4 0 0,-1 0-80 16,1-2-16-16,-1 4 0 0,-1 6 0 0,2 9 80 16,0 4 16-16,0 2 0 0,0 0 0 0,3-6-80 15,-2-1-16-15,1-5 0 0,1-4 0 0,-1-6-16 16,2-1 0-16,-1-3 0 0,0 2 0 0,0-4-128 16,-1 2 0-16,1 0 0 0,-1-3 0 0,-1 1 128 15,2-2 0-15,-1 4 0 0,1 3 0 0,-2 3-128 16,2 3 0-16,-2 4 0 0,1-1 0 0,0 0 128 15,-1 3 0-15,0-5 0 0,0-4 0 0,0-3 0 16,-1-5 0-16,2-2 0 0,-2 0 0 0,-2-2 0 16,2-2 0-16,0 1 0 0,-1 2 0 0,0-3-128 15,0 1 128-15,0 1-128 0,-1-3 128 0,1 1 0 16,0 1 0-16,-2 1 0 0,1 1 0 0,-1 1-128 16,1 5 0-16,1 0 0 0,-2 2-176 0,2 2 176 0,0 1-128 0,-1-6 128 0,2 3-128 0,-1-5 256 15,0 2 48-15,1-1 16 0,-1 1 0 0,1-2-192 16,0 2 128-16,-1-6-128 0,1-1 128 0,0-3 0 15,0-2 0-15,-2-1 0 0,2-3 0 0,0 2 0 16,-1-1 0-16,1-3 0 0,-1 1 0 0,0 1-128 16,-1-2-192-16,1 0 32 0,-1-2 16 0,-1 1 384 15,1 1 80-15,-2-3 0 0,0-2 16 0,-1 1-208 16,2-2-128-16,-2 0 128 0,-2 0-128 0,1-3 176 16,-1-1-48-16,-1 2 0 0,1-1 0 0,0 3-128 15,0-3 128-15,-1 0-128 0,-2 0 128 0,-1-6-128 16,-3 2 0-16,-1-4 0 0,-2-1-176 0,-3-1 304 15,-1-2 48-15,0 2 16 0,3 2 0 0,2 1-192 16,1 2-272-16,1 2 64 0,-1 0 16 0,2-1 192 16,-1 2 0-16,2 1 0 0,1 2 160 0,1 1-160 15,1-1 0-15,3 2 0 0,2 2 0 0,2 1 0 16,0 0-272-16,4 0 64 0,-1 3 16 0,1-2 192 16,1 2 0-16,2-1 0 0,-1 1 160 0,2 1-160 15,0 1 0-15,1 1 0 0,3 0-176 0,1 6 176 16,2 0-128-16,2 4 128 0,3 5-128 0,2 5 128 15,2 2 176-15,2 2-48 0,-2 4 0 0,1 1-128 16,1 2-176-16,2-1 48 0,1-3 0 0,1-6 128 16,1 0-128-16,-2-14 128 0,-2-8-128 0,0-8 128 15,-2-6 0-15,4-8 128 0,3-6-128 0,0-4 128 16,2-2-128-16,-5 1 128 0,-2-1-128 0,-3 1-240 16,-2 1-112-16,-2 2-32 0,-2 4 0 0,-2 6-1280 15,-3 3-256-15,-2 6-48 0,-2 6-16 0,-2 3-1984 16,-1 1-416-16,-4 4-80 0,-6 5-7536 0</inkml:trace>
  <inkml:trace contextRef="#ctx0" brushRef="#br0" timeOffset="114166.83">22210 11207 20991 0,'-7'-2'1840'0,"0"1"-560"0,-1 1-96 0,-1-3-384 0,1-1-80 0,2 2-16 0,1 2 0 0,1-3 0 0,-1 1 0 0,-2 1 0 0,-7-5 0 0,-3-1 112 16,-6 2 16-16,1-1 0 0,-3 0 0 0,2 2-160 15,-1 2-32-15,1-1 0 0,-2 2 0 0,0 2-192 16,2 2-64-16,-1-1 0 0,5 0 0 0,1 0-96 15,4 0-32-15,-1 2 0 0,0 0 0 0,-1 1-48 16,1-1-16-16,-4 1 0 0,0 1 0 0,-4-3 160 16,1 2 32-16,-5 2 0 0,-5-1 0 0,-4-3-64 15,-2 4 0-15,-1-2 0 0,1 1 0 0,1 0 240 16,1-2 32-16,5 1 16 0,5-2 0 0,3 3-160 16,3-2-48-16,1 1 0 0,2-1 0 0,1 1-656 15,1 1-144-15,-4-2-32 0,-3-2 0 0,-4-1 432 0,1 2 0 16,-1-3 0-16,1 2 0 0,-1-2 0 0,0 4 0 15,-4-1 0-15,-2-1 128 0,0 2-128 0,-3 2 0 0,4 0 0 0,6-1 0 0,4 1 176 16,4 4 16-16,2-4 0 0,4 3 0 0,1-3 48 16,1 3 16-16,1-1 0 0,-1 5 0 0,-2 2-256 15,-1 3 0-15,-3 3 0 0,1 0-160 0,1 1 32 16,1-2 0-16,1 1 0 0,-1 2 0 0,-2 3 128 16,2-2 176-16,0 1-48 0,1-2 0 0,1 1-128 15,2-5 0-15,2-1 0 0,2-1-176 0,2-2 176 16,-1 1 176-16,3-5-48 0,2 3 0 0,0 0-128 15,2-2 128-15,0 0-128 0,2 1 128 0,0 2-128 16,3-3 0-16,-1 3 0 0,1 3-176 0,2 2 176 16,1 2 0-16,-1 2 128 0,2 3-128 0,-1-2 128 15,-1 2-128-15,2-1 128 0,-1-1-128 0,0-4 0 16,2-3 0-16,-3 0 0 0,0-2-128 0,-1-1 128 16,0-3-128-16,2-1 128 0,2 1-128 0,1-3 128 15,1 1 0-15,4-1 128 0,3-1-128 0,2 0 0 16,1 0 0-16,2 1 0 0,5 0 0 0,1-1 0 15,3 0 0-15,-2 0 0 0,-2 1 0 0,-2 0 128 16,0 1-128-16,-6-2 128 0,-3 2-128 0,-2-1 0 16,-2-1-128-16,5-1 0 0,4-2 0 0,1 1 128 15,4-5 176-15,8 4-48 0,6-4 0 0,8 4 0 16,6-2 0-16,-7 0 0 0,-8 0 0 0,-4 1 0 16,-4-2 0-16,2-2 0 0,2-2 0 0,1-2 0 15,1-4 0-15,8 5 0 0,8-1 0 0,5 1 0 16,7 3 0-16,-14-3 0 0,-10 0 0 0,-10-2-128 0,-4-1 0 0,9 2 0 15,14-2 0-15,13 0 0 0,11 0 0 0,-9 1 0 0,-12 4 0 0,-11-2 0 16,-5 3 0-16,6 0 0 0,10-3-176 0,7 0 176 16,4-1 176-16,-5 2-48 0,-8-1 0 0,-7 6-128 15,-3-1 0-15,0-2 0 0,3-2 0 0,0-2 0 16,2-1 0-16,1 2 0 0,4 0 0 0,0-1 0 16,3 4 0-16,-8-5 0 0,-12 2-176 0,-6-2 176 15,-5-1 0-15,9-2 0 0,9 2 0 0,7 1 0 16,7-1 0-16,-8 0 128 0,-5-1-128 0,-6 1-192 15,-1 0-128-15,-8 0 0 0,-4-3-16 0,-6 3 720 16,-2-3 160-16,6 3 32 0,4-2 0 0,3-1-704 16,3 0-144-16,2-3-32 0,5-3 0 0,0-4 304 15,2 1 0-15,-8-7 0 0,-6-1 0 0,-7-1 0 16,-4 0 0-16,-2-2 0 0,-5 1 144 0,0-1-144 16,-2 2 0-16,2 0 144 0,0 4-144 0,0 2 128 15,1 2-128-15,-1 0 128 0,0 0-128 0,-2 0 0 16,0-2 0-16,-3 0-192 0,-4-4 64 0,-4-2 128 15,0 1 0-15,-4-2 0 0,-4-7 0 0,-2-2 128 16,-4-1 48-16,1 4 16 0,-3 6 0 0,0 4-192 16,0 3 0-16,0 4 0 0,2 3 128 0,-1 6-544 15,2-1-112-15,-2-1-32 0,-2 2 0 0,-1-1 912 16,-2-2 176-16,-5 1 48 0,-6 0 0 0,-6-1-576 16,-1 1 0-16,-5-1 0 0,-4 1 0 0,-3 1-128 15,-3 1 128-15,6-1 0 0,8 2-144 0,4-2 144 16,6 0-160-16,-4 1 160 0,-2 4-160 0,0-2 160 0,0 3 256 0,-8-1-64 15,-8-2-16-15,-10 1-176 0,-5-1-224 0,4 0 48 16,8 0 16-16,8-3 160 0,10 0 256 0,-10 2-64 0,-7-4-16 16,-7 1-352-16,-6 1-64 0,6-2-16 0,6 1 0 0,3-1 112 15,6 1 16-15,-1 2 0 0,6-1 0 0,2 3 128 16,2 0 0-16,-11 2 0 0,-11 4 0 0,-8 0 0 16,-8 1 0-16,11 2-144 0,14-1 144 0,11 2-176 15,6 1 48-15,-7-1 0 0,-12 4 0 0,-13 1 128 16,-7 1 0-16,2 1 0 0,7-1 0 0,8 2-336 31,5 0-48-31,-4 2 0 0,-4-2 0 0,-2 3-192 16,-3 0-64-16,2-3 0 0,2-2 0 0,0-1-400 0,5 0-96 0,8-3-16 15,9 0 0-15,9 3-512 0,5-3-96 16,-1 0-32-16,-2 0 0 0,1-2-1280 0,-1 1-256 0,6-5-48 0,5 0-6544 0</inkml:trace>
  <inkml:trace contextRef="#ctx0" brushRef="#br0" timeOffset="115966.43">21044 11683 22271 0,'0'4'608'0,"0"-1"-176"0,1-1-48 0,1 2 0 0,-1 2 0 0,0-4 0 0,-1 2 0 0,1-1 0 0,1 0 0 0,0 6 0 16,2 3 0-16,0 7 64 15,2 2 0-15,-3 2 0 0,2 1 0 0,-2 1 96 0,-1-1 32 0,0 6 0 16,-2 6 0-16,0 1-256 0,-2 5-64 0,1-4 0 0,-1-4 0 0,-2-5 112 16,1-4 16-16,1-8 0 0,-1-7 0 0,2-1 0 15,-1-8 0-15,1-1 0 0,-1-1 0 0,2-5 192 16,0-3 64-16,-1-3 0 0,1-9 0 0,-1-5-256 15,0-1-64-15,-1-7 0 0,1-3 0 0,1-5-144 16,0-2-48-16,1 6 0 0,3 9 0 0,0 4 64 16,2 4 0-16,0 2 0 0,-1 2 0 0,3-1-192 15,-1 0 128-15,0 0-128 0,0-1 128 0,-1-1-128 16,-1 2 0-16,2-3 0 0,-1-3 0 0,0-2 0 16,3 0 0-16,-3 2 0 0,2 4 0 0,-1 4 0 15,-1 1 0-15,1 3 0 0,-3-1-176 0,1 7 176 16,-1 0 0-16,0 0 128 0,-2 4-128 0,1 2 0 15,-1 3 0-15,1 3 0 0,-1 3 0 0,1 2 0 16,-2 1 0-16,1 4 0 0,2 8-128 0,0 3 0 16,1 4 0-16,-2 1 0 0,1-1 0 0,-1-1 128 15,-1-3 176-15,-1-4-48 0,1-2 0 0,-2-2-128 16,-2 0 0-16,1-2 0 0,0-5 0 0,-2 1 0 16,1-1 0-16,-2-1 0 0,0-1 0 0,1-4 192 15,-2 3 0-15,0-5 0 0,-1 0 0 0,1-2-192 16,-1-1 128-16,-2-1-128 0,-2-3 128 0,0 1-128 15,-1-2 0-15,-1-2 0 0,0 0-176 0,-1 1 176 16,1-1 0-16,2 2 128 0,2-1-128 0,5 4-192 16,2-2-96-16,1 3-32 0,3 0 0 0,5 4-304 0,0 1-64 0,1 1-16 0,1 0 0 0,1 3 256 31,1 1 64-31,2 1 0 0,1 1 0 0,1 1-416 16,1 2-80-16,-1-5-16 0,-1-2 0 0,-3-2-656 15,1-1-144-15,-2-3-32 0,0-5 0 0,-2-1-2240 16,1 1-464-16,0-3-96 0,3-3-960 0</inkml:trace>
  <inkml:trace contextRef="#ctx0" brushRef="#br0" timeOffset="116267.37">21551 11843 26367 0,'21'-8'512'0,"-2"1"-160"0,-3-2-32 0,2-3 112 0,-1 3 16 0,-6-1 0 0,-5 6 0 0,-2 0-208 0,-2-2-48 0,2-3 0 0,1-3 0 0,-3-3 256 15,1-3 64-15,-5 6 0 0,-1 2 0 0,-5 3 48 16,1 3 16-16,-4 2 0 0,-3 4 0 0,-2 1-160 16,0 0-32-16,-3 3 0 0,0 3 0 0,-2 2 0 15,0 2 0-15,1-1 0 0,2 3 0 0,4 3-96 16,0 0-32-16,4-2 0 0,3 1 0 0,2-1-256 15,2 1 160-15,3 2-160 0,2 4 128 0,0-2-128 16,3 7 128-16,1-6-128 0,3 4 128 0,2-5-960 16,3 1-208-16,2-2-48 0,2-6 0 0,6-6-768 15,2-5-144-15,0-7-48 0,-3-7-9824 0</inkml:trace>
  <inkml:trace contextRef="#ctx0" brushRef="#br0" timeOffset="116533.97">21790 11781 26367 0,'-3'-4'1536'0,"1"1"-464"0,-1 0-96 0,1 1-368 16,0 2-80-16,-1 2-16 0,2-2 0 0,0 3-304 31,-1 0-64-31,0 6-16 0,-2 6 0 0,0 3-512 0,1 6-96 0,0 1-32 0,1 6 0 0,2 4 880 15,1 5 160-15,2 1 48 0,0-4 0 0,1 1-576 16,1-1-304-16,1-9 48 0,0-7 0 0,2-10-832 16,-1-1-144-16,3-8-48 0,0-4 0 0,1-5-816 15,1-1-160-15,4-8-48 0,5-8-6144 0</inkml:trace>
  <inkml:trace contextRef="#ctx0" brushRef="#br0" timeOffset="117033.29">22111 11717 17919 0,'2'0'1424'0,"-1"-3"-416"0,1 2-96 0,1 1-16 15,-1 0-16-15,0 0 0 0,-1 0 0 0,-1 0 592 16,1 1 112-16,1 4 16 0,1 1 16 0,1 4-464 15,1 1-112-15,-2 3-16 0,2 1 0 0,0 2-512 16,0 0-96-16,0 3-32 0,1 4 0 0,2 1-96 16,-1 4-32-16,1 1 0 0,-1 0 0 0,0-3 48 15,1 0 0-15,-1-6 0 0,-1-7 0 0,-1-7 80 16,0-1 0-16,1-8 16 0,-1-8 0 0,2-4 48 16,-1-4 0-16,1-6 0 0,-1-4 0 0,1-6-64 15,0 0-16-15,-1 0 0 0,-1 6 0 0,0-2 16 16,0 5 16-16,-1 2 0 0,1-3 0 0,-2 4-640 15,4-2-128-15,-2 6-16 0,-1 5-16 0,1 2 128 16,0 4 16-16,0 4 16 0,0 6 0 0,0 4-1856 16,0 4-368-16,1 2-80 0,2 3-16 0,2 4-2480 15,0 1-496-15,-1 3-96 0,1 0-1920 0</inkml:trace>
  <inkml:trace contextRef="#ctx0" brushRef="#br0" timeOffset="117266.95">22458 12173 42239 0,'-9'15'2960'0,"2"-3"-880"0,0-3-176 0,2 0-752 0,2-3-160 0,0-4-32 0,2 1 0 0,1-3-816 0,0 1-144 0,0-1 0 0,0 0 0 0,1 0-1248 16,1-3-128-16,2-4-32 15,6-4-18480-15</inkml:trace>
  <inkml:trace contextRef="#ctx0" brushRef="#br0" timeOffset="118567">23282 11629 23231 0,'0'-6'2656'0,"0"0"-800"0,0 3-144 0,0 1-432 0,0-2-96 0,0 4-16 0,0 0 0 0,0 0-272 0,0 0-48 0,2 4-16 0,-1-1 0 0,0 6-304 16,2 3-64-16,-1 6-16 0,1 0 0 0,-1 6-256 16,2 0-48-16,-2 6-16 0,1 0 0 0,-2-1-128 15,1 5 128-15,-2 5-128 0,0 7 128 0,-1 5 0 16,0 1 0-16,0-4 0 0,-1-3 0 0,1-12-128 16,0-3 0-16,0-12 0 0,0-9-176 0,1-5 352 15,-2-4 64-15,2-9 16 0,0-3 0 0,0-5 0 16,0 0 0-16,0-13 0 0,0-9 0 0,0-9 0 15,2-9 0-15,-1 7 0 0,1 6 0 0,2 5-256 16,0 5 0-16,1-4-144 0,0-2 144 0,1 0-128 16,0-4 128-16,3-2 0 0,2-7-144 0,0 1 144 15,1-2 0-15,2 8 0 0,1 12 0 0,2 8 0 16,0 10 0-16,-1 8 0 0,0 2 0 0,-2 3 0 16,1 6 0-16,-3-2 0 0,1 4 0 0,-2-3-128 15,-1 2 0-15,0 2 0 0,1 3 0 0,0-1-64 16,1 5 0-16,-2 2 0 0,-1 3 0 0,-2 6 192 15,-1 3-128-15,-3 4 128 0,-3 5-128 0,-3 3 0 16,-2 3 0-16,-5 0 0 0,-2-6 0 0,-3-5 128 16,-2-1 0-16,-2-8 0 0,1-2 0 0,-2-5 0 15,3-3 0-15,-1-2 128 0,2-1-128 0,0-3-752 16,3 0-208-16,2-4-64 0,3 1 0 0,2-6-912 16,2-2-192-16,4 2-48 0,4-6 0 0,5 0-1104 15,0 0-240-15,5-1-32 0,3-1-4352 0</inkml:trace>
  <inkml:trace contextRef="#ctx0" brushRef="#br0" timeOffset="119300.11">23786 11735 22719 0,'2'-6'1632'0,"-1"0"-480"0,1 0-112 0,-1 3 400 0,0 1 80 0,0 2 16 0,-1 2 0 0,2 1-736 16,-2 3-144-16,1 0-16 0,0 6-16 0,-1 7-320 15,1 5-64-15,-1 1-16 0,0 3 0 0,-1-1 80 16,0 1 16-16,0 4 0 0,-2 4 0 0,2 4 0 16,0 2 0-16,-1-7 0 0,1-8 0 0,1-7-320 15,0-8 0-15,0-6 0 0,1-8 0 0,1-2 320 16,0-7 0-16,1-3 0 0,0-7 0 0,0-2-160 0,-1-4-32 0,2-6 0 0,2-1 0 0,2-6-128 15,0 2 0-15,1 2 0 0,1 5 0 0,1 8 0 16,1 2 128-16,1 2-128 0,-1 0 128 0,0 5-128 16,1-1 0-16,-2 2 0 0,0 5-176 0,-1 2 176 15,1-1 0-15,-2 5 0 0,-3 2 0 0,0 2-128 16,0 5 0-16,-2-1 0 0,0 2 0 0,-2 5 128 16,1 2 0-16,-2-1 0 0,-1 0 0 0,-1 1 0 15,1 0 0-15,-2 2 0 0,1-1 0 0,-1 1 0 16,-1 4 0-16,1-2 128 0,-2 0-128 0,3 0 128 15,-2 2-128-15,3-5 128 0,-1-4-128 0,1-3 128 16,0 0-128-16,1-3 128 0,3-6-128 0,1-6 0 16,4-5 0-16,-1-5 0 0,5-3-128 0,-1-2 128 15,2-2-128-15,-1-1 128 0,2 6-128 0,0-3 0 16,1 3 0-16,-1 2 0 0,0 2 0 0,-3-3 0 16,0 3 0-16,-2 0 0 0,-1 0 0 0,0 2 128 15,-2 1-128-15,0 0 128 0,0 3-128 0,-2 2 128 16,-2 0 0-16,1 4 128 0,0 2-128 0,-2 2 0 15,-1 2 0-15,2 2 0 0,-2 3 0 0,0 3 288 16,1 0 32-16,-2 3 16 0,1 2 0 0,-1-2-64 16,1 4-16-16,-1-3 0 0,-1 1 0 0,1-1-256 15,0 2 0-15,0-2 0 0,-1 3-144 0,1 2-176 16,-2 0-48-16,4-2 0 0,-2-7 0 0,2-3-912 16,1-3-192-16,-1-8-48 0,3-7-12960 0</inkml:trace>
  <inkml:trace contextRef="#ctx0" brushRef="#br0" timeOffset="119534.04">24389 11424 33919 0,'-1'12'448'0,"1"0"-128"0,0 4-16 0,0 4 112 0,1-1 32 0,-1-4 0 0,1-3 0 0,1-2-112 0,-1 5-16 0,0 11 0 0,3 8 0 0,-2 13-320 32,2 2 0-32,0-7 0 0,-2-5 0 0,2-5-752 0,-2-5-208 0,0 0-64 0,-2 0 0 0,0 3-720 15,-2 1-160-15,0-4-16 0,-2-6-16 0,1-2-944 16,-4-7-192-16,5-6-48 0,3-7-4288 0</inkml:trace>
  <inkml:trace contextRef="#ctx0" brushRef="#br0" timeOffset="119734.88">24303 11596 31679 0,'2'16'3808'0,"3"-4"-1136"0,1 2-240 0,2 2-1232 16,-1-4-256-16,1-3-48 0,-2-3-16 0,1-4-688 15,3 5-192-15,7-1 0 0,14 6 0 0,14 0-640 16,7 3-208-16,-3-9-48 0,-3-1 0 0,-5-7-1344 15,-4-1-256-15,-8-3-64 0,-3 0-16 0,-6-4-3616 16,-1-1-720-16,-7 1-128 0,-3 2 1760 0</inkml:trace>
  <inkml:trace contextRef="#ctx0" brushRef="#br0" timeOffset="120834.02">22863 12351 14527 0,'-1'-1'1840'0,"0"1"-560"0,1-3-96 0,0 3-128 0,0 0-32 0,-1 0 0 0,1 0 0 0,0 0-48 16,0 0-16-16,0 0 0 0,0 0 0 0,0 0 0 15,0 0 0-15,0 0 0 0,0 0 0 0,0 0-192 16,0 0-32-16,0 26-16 0,-2-18 0 0,1 3 96 15,0 1 16-15,-2 1 0 0,1 5 0 0,-2 6-112 0,2 3-16 16,-2 0 0-16,2 7 0 0,-1 1-192 0,2 4-64 0,0-2 0 0,-2-7 0 0,1-3 160 16,0-3 32-16,0 0 0 0,1-3 0 0,-2 0-224 15,3 0-32-15,-1 0-16 0,0 4 0 0,1 2-48 16,0 3 0-16,0 3 0 0,0 7 0 0,1 4-32 16,0 2-16-16,0-4 0 0,1-9 0 0,0-3-64 15,1-5-16-15,-2-2 0 0,1-2 0 0,0 0 48 16,-1-1 0-16,-1 1 0 0,0 0 0 0,0 3-240 15,1-1 176-15,-1 4-176 0,1 3 160 0,1 7 32 16,0 1 0-16,-1-3 0 0,0-5 0 0,-1-3 48 16,2-4 16-16,-2-2 0 0,0 1 0 0,0-1-256 15,1-3 144-15,-2 1-144 0,1-5 128 0,-3 3-128 16,2 0 0-16,-1-2 144 0,0-3-144 0,1 0 192 16,0 0-48-16,-2 0 0 0,2-2 0 0,0 1-144 15,0-1 128-15,-1 1-128 0,1-2 128 0,1-3-256 16,0 0-64-16,0 0-16 0,0-2 0 0,0 1 592 15,0-4 112-15,0 2 16 0,0-3 16 0,0 0-320 16,0 0-64-16,0 0-16 0,0 0 0 0,0 0-128 16,0 0 0-16,0 0 0 0,0 0 0 0,0 0 0 15,0 0 0-15,0 0 0 0,0 0 0 0,0 0 0 16,0 0 128-16,0 0-128 0,0 0 128 0,0 0-304 16,0 0-64-16,0 0-16 0,0 0 0 0,0 0-656 15,0 0-144-15,0 0-32 0,0 0 0 0,0 0-816 16,0 0-160-16,0 0-48 0,0 0 0 0,0 0-1216 15,0 0-256-15,0 0-64 0,24 0-9280 0</inkml:trace>
  <inkml:trace contextRef="#ctx0" brushRef="#br0" timeOffset="124467.71">22816 13741 11007 0,'0'-1'2048'0,"0"1"-624"0,0-3-112 0,2 3-384 0,-1-2-80 0,-1 1-16 0,0 1 0 0,0 0-48 16,0-3-16-16,1 3 0 0,0 0 0 0,-1 0 160 15,0 0 32-15,0 0 0 0,0 0 0 0,0 0-112 16,0 0-16-16,10 18 0 0,-10-11 0 0,0 2-192 15,1-1-64-15,-2 1 0 0,1 3 0 0,0 1-96 16,0-1-32-16,0 3 0 0,-1 2 0 0,1 2-96 16,0 2-32-16,0 4 0 0,0 4 0 0,0 5 208 15,0 1 48-15,1 1 0 0,-1-2 0 0,1-3-256 16,2 1-64-16,-2-5 0 0,0-5 0 0,-1-2-48 0,2-4-16 16,-1 1 0-16,0-3 0 0,0 3 64 0,2-2 0 0,-1 0 0 0,1-3 0 0,-1 1 0 15,2 2 0-15,0-3 0 0,-2 3 0 0,2 0-256 16,1-1 144-16,-2 1-144 0,1 0 128 0,-1 1-128 15,0 2 128-15,1-5-128 0,-2 2 128 0,1-1 0 16,-1-2 0-16,2 0 0 0,-1 1 0 0,-1-1 0 16,1-1 0-16,-2 2 0 0,0-5 0 0,0 2 112 15,0-1 16-15,-1-1 0 0,0 0 0 0,0-1-256 16,0-3 0-16,0 2 0 0,-1-3-160 0,0 0 336 16,0 0 64-16,1-1 16 0,-1 0 0 0,-1 0-256 15,1 0 0-15,0-2 0 0,1 0 0 0,-1 0 256 16,-1 0 0-16,2 0 0 0,0 0 0 0,0 0-256 15,0 0 144-15,0 0-144 0,0 0 128 0,0 0-128 16,0 0 0-16,0 0 0 0,0 0 0 0,0 0 0 16,0 0 0-16,0 0 0 0,0 0 0 0,0 0 192 15,0 0 0-15,0 0 0 0,0 0 0 0,0 0-192 16,0 0-176-16,0 0 48 0,0 0 0 0,0 0 128 16,0 0 0-16,0 0 128 0,-21 4-128 0,18-4 0 15,0-2 0-15,-2 2 0 0,1-2 0 0,1 2 128 16,-2 0-128-16,0 0 128 0,0-2-128 0,0 2 0 15,0-2 0-15,0 0 0 0,-1 1 0 0,0 0 0 16,0 1 0-16,1-3 0 0,-2 3 0 0,1-2 176 16,0 2-48-16,-1-1 0 0,-1 1 0 0,0 0 160 15,-1-3 32-15,0 3 0 0,-2-2 0 0,0 0-112 16,-1 2-16-16,-2-2 0 0,-2 2 0 0,-3 0-48 16,0-3-16-16,-2 2 0 0,-3-1 0 0,-1-2-128 0,1 2 0 0,-2-1 0 0,0-1 0 0,1 2 0 15,0-2 128-15,1-1-128 0,-1 3 128 0,1 1-128 16,0-2 128-16,3 1-128 0,1 2 128 0,2 0-128 15,2 2 0-15,-2 1 0 0,-3 5 0 0,-4 0 0 16,0 3 0-16,-7-1 0 0,-7 1-176 0,-6-3 176 16,-3 5 0-16,1-7 128 0,4 3-128 0,2-3 0 15,1 0 0-15,6-2 0 0,3 2 0 0,5 0-192 16,3 0-128-16,-6 0 0 0,-8 2-16 0,-9-1 976 31,-5 1 208-31,-3-1 48 0,-2 2 0 0,1-3-1168 0,-2 3-240 0,10-1-32 0,8 0-16 0,6 0 400 16,6 1 160-16,-12 0-128 0,-11-1 128 0,-7-1 0 15,-5 0 128-15,5 2 0 0,6 2 0 0,6 1-128 16,1 3 0-16,5-3 0 0,2-3 0 0,3 0 0 16,3 1 0-16,-8-4-128 0,-11 2 128 0,-7-1 0 15,-4-1 0-15,6 0 0 0,9-1 0 0,7 1 0 16,4-2 0-16,2-2 0 0,2-1 0 0,3 2 0 16,-1-3 0-16,-4 0 0 0,-3 0 128 0,1 0-128 15,-1 0 0-15,-4 0-128 0,-6 2 128 0,-2 2 0 16,-1-1 0-16,7 3 0 0,8-4 128 0,8 4-128 15,5-2-192-15,-7 2 64 0,-2 1 0 0,-8 1 128 16,-1-2 0-16,-3 1 128 0,-1 1-128 0,-2-2 0 16,1 3 0-16,4-3 0 0,7 0 0 0,3 1 0 15,5-4 0-15,2 2 0 0,0 1-128 0,1 1 128 16,2-1 176-16,-6-2-48 0,-5 0 0 0,-3 0-128 16,-3 1 0-16,-3 1 0 0,2-3 0 0,-2 0 0 0,1 0 0 0,4 1 0 0,5-1-176 0,6 2 176 15,0-1-128-15,4 0 128 0,3 1-128 16,1-3 128-16,2 2 0 0,-4 0 0 0,-3 1 0 0,-3-2 0 15,0 2 0-15,-6-1 0 0,-3-2 0 0,-2 0 0 16,-2 0 0-16,2-2 128 0,4 0-128 0,0 0 0 31,3-2 0-31,1 2 0 0,4-2 0 0,4 0-304 0,0 2-128 0,3-4-16 0,2 2-16 0,2-1 640 16,2 1 128-16,-2 1 16 0,-1-2 16 0,0 3-160 16,-2 0-48-16,-1-2 0 0,-1 2 0 0,-3 0-128 15,1 0 0-15,-2-2 0 0,0 2-176 0,-2 0 176 16,2 0 0-16,-3-2 0 0,3 2 0 0,-1 0 0 15,2 0-128-15,0-3 128 0,1 2-128 0,0 1 128 16,2-2 0-16,1-1 128 0,0 2-128 0,2 0 0 16,0-1 0-16,2 0 0 0,1 2 0 0,1 0 0 15,1 0 0-15,1 0 0 0,0 0 0 0,0 2 0 16,0 0 0-16,0 0 0 0,-1 1 0 0,0-1 0 16,1 2 0-16,-2-4 0 0,-1 2 0 0,-1 0 0 15,1 0 0-15,-1 1 0 0,0-3 0 0,0 0 0 16,0 0 0-16,0-3 0 0,-2 3 0 0,0 0 128 15,2 0-128-15,-1-2 128 0,-1 2-128 0,0-2 0 16,2 2 0-16,0-2 0 0,-1-1-128 0,1 2 128 16,-1-1 0-16,2-1 0 0,-1 2 0 0,1 1 0 15,1 0 0-15,-1-1 0 0,0-1 0 0,1 2 0 16,0-2 0-16,1 2 128 0,1-2-128 0,0 0 0 16,2 2 0-16,-1-2 0 0,0 2-128 0,2-4 128 15,-1 4 0-15,1-2 0 0,0-1 0 0,2 2 0 0,0-2 0 0,-1 1 0 0,2 1 0 16,0 0 0-16,-1-1 0 0,2 2 0 0,-2-2 0 0,2-1 0 31,0 2 0-31,0 1 128 0,-1-2-128 0,1 2-304 0,1-3-128 0,-1 2-16 0,1 1-16 0,0 0 640 16,0 0 128-16,0 0 16 0,0 0 16 0,0 0-208 31,0 0-128-31,0 0 128 0,0 0-128 0,0 0-592 16,0 0-192-16,0 0-48 0,0 0 0 0,0-21-304 15,1 18-64-15,0 1-16 0,1 2 0 0,-1-1-1072 16,1 2-208-16,0 1-64 0,1 1 0 0,1 1-192 15,0-2-64-15,3-2 0 0,3-5-6960 0</inkml:trace>
  <inkml:trace contextRef="#ctx0" brushRef="#br0" timeOffset="126834.09">17372 15193 18175 0,'-3'4'1632'0,"-1"-1"-480"0,2 2-112 0,-2-1-64 0,1 2-16 0,0-3 0 0,2-2 0 0,0 0-304 15,-1 0-64-15,1 2-16 0,-1-1 0 0,-2 2 64 16,1 2 0-16,1-3 0 0,-2 0 0 0,2 0 144 16,-2 1 48-16,0-2 0 0,1 2 0 0,-2 1-160 15,0-2-32-15,-1 1 0 0,-1 1 0 0,1-2 64 16,0 0 0-16,0 0 0 0,1 1 0 0,-1-1-464 15,1 2-96-15,0-1-16 0,-3 1 0 0,2 1 0 16,0 0 0-16,-1-2 0 0,0 1 0 0,0-1 64 0,0 2 0 0,-1-4 0 0,1 2 0 0,-1-4 48 16,0 2 16-16,0-2 0 0,0 2 0 0,0-4-112 15,0 2-16-15,-1-2 0 0,0 2 0 0,-1-4 112 16,0 4 16-16,1-2 0 0,-3-2 0 0,0 2-64 16,-2 2 0-16,1-3 0 0,-2 2 0 0,-1 1-192 15,0 0-192-15,0 0 48 0,0 1 0 0,2 2 144 16,-1-1 192-16,2 2-32 0,-1-2-16 0,0-1-144 15,2 2 128-15,-2 1-128 0,2-2 128 0,0 1-128 16,-1-1 128-16,1 2-128 0,2-4 128 0,-1 2-128 16,2-1 0-16,1 2 0 0,0-3 0 0,1 0 0 15,1 0 0-15,-2 0 0 0,2 0 0 0,0-3 0 16,1 3 0-16,-1-1 0 0,0-1 0 0,-1-1 128 16,2 2 0-16,-2-1 0 0,1 2 0 0,-2-3-128 15,1 2 0-15,0 0 0 0,-2-1-176 0,0 2 176 16,-1 0 0-16,0 0 128 0,1 0-128 0,-3 0 128 15,1 0-128-15,-1 0 128 0,-3 0-128 0,2 0 0 16,-2 2 0-16,-1-1 0 0,-2 0-128 0,2 2 128 16,-1-1 0-16,0 2 0 0,-1-2 0 0,1-1 0 15,0 4-128-15,-1-3 128 0,2 0-128 0,0 1 128 16,0-1 0-16,1-2 128 0,0 1-128 0,2 2 0 16,-1-3 0-16,2 0 0 0,1 0-128 0,2 0 128 15,2-3 0-15,-1 3 128 0,1-1-128 0,1 1 0 16,-2-2 0-16,0 2 0 0,0 0 0 0,1-3 0 0,-1 3 0 15,0 0 0-15,-1 0 0 0,0 3 0 0,1-3 0 16,-3 2 0-16,-1-2 0 0,0 4 0 0,-2-2 0 0,1 2 0 16,-1 0 0-16,1-2 0 0,-2 1 0 15,1-1 0-15,-1-1 0 0,-1 2 0 0,1-3 0 0,1 2 0 0,-1-2 0 0,1 0 0 16,1 0 0-16,-1-2 0 0,0 2 0 0,3-3 128 16,-1 2-128-16,1 0 128 0,0 0-128 0,-1-2 0 15,3 3 0-15,-1-4 0 0,1 4 0 0,0-2 0 16,3-1 0-16,0 2 0 0,0-1 0 0,1-1 0 15,0 2-128-15,0 1 0 0,1 0 0 0,2 0 256 16,-1 0 48-16,0 0 16 0,0 0 0 0,1 0-192 16,-1 0 0-16,2 0 0 0,-2-2 0 0,2 2 0 15,-1 0 128-15,1 0-128 0,-1 0 128 0,1 0-128 16,0 0-176-16,-2-3 48 0,2 3 0 0,0 0 256 16,0-1 48-16,-1 1 16 0,1-1 0 0,1 1-64 15,-1 0 0-15,0 0 0 0,1 0 0 0,-2 0 0 16,1 0 0-16,1 0 0 0,0 0 0 0,0 0 0 15,0 0 0-15,0 0 0 0,0 0 0 0,0 0-128 16,-8 19 128-16,6-15-128 0,1 5 128 0,0-3-128 16,0 4 0-16,-1 1 0 0,2 1 0 0,-1 3 128 15,0 1 0-15,0 4 0 0,1 1 0 0,0 0-128 16,0 4 0-16,0-2 0 0,0 0-176 0,0 0 176 16,0-2 0-16,0-2 128 0,0-2-128 0,0-2 0 15,0-3 0-15,1 1 0 0,-1-7-128 0,1 0 128 16,-1-1 0-16,1-1 0 0,-1-4 0 0,2 2-416 15,-2-4 0-15,1 2 0 0,-1-5 0 0,1 1 672 0,0-2 144 0,1 0 32 0,-2-3 0 16,0 0-240-16,0 2-64 0,-2-2 0 0,1-2 0 0,0 4-128 16,-2-2 128-16,1 0-128 0,1-1 128 0,-2 2-128 15,2-1 0-15,-3-1 0 0,1 2 0 0,-1-1 0 16,-1 3 0-16,-3-3 0 0,0 0 0 0,-2 2 0 16,-1 2 0-16,0-4 0 0,-2 2 0 0,1 1 0 15,1 1 0-15,1 1 0 0,4 2 0 0,2 2 0 16,3 0 0-16,1 2 0 0,0-1 0 0,1 4 0 15,1-2-176-15,1 0 48 0,2-3 0 0,1 0 128 16,0 3 0-16,3-6 128 0,0-3-128 0,2 0 0 16,1 0 0-16,0-3 0 0,3 7 0 0,1-1 0 15,2 2 0-15,0 5 0 0,3 2-128 0,2 5 128 32,1 4 176-32,0-1-48 0,0-1 0 0,1 0-560 15,0 1-112-15,-5-4-32 0,-5 1 0 0,-6-1-2400 0,0 0-480 0,-4-11-112 16,-2-8-11792-16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1-31T15:38:23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5706 3759 14527 0,'0'-9'3264'0,"-2"3"-960"0,2 2-208 0,0-2-1472 0,0 4-304 0,-1-2-48 0,1 4-16 0,0 0 464 0,0 0 96 0,0 1 16 0,-1 2 0 0,2-1-416 15,-1 4-80-15,0 3-16 0,1 3 0 0,-1 1 112 16,0 3 16-16,0 1 0 0,0 0 0 0,2 4 0 15,-2 4 0-15,1 5 0 0,0 3 0 0,-1 9-224 16,1 2-32-16,2 6-16 0,-2 7 0 0,2 4 144 16,0 5 16-16,-2-5 16 0,2-4 0 0,-2-9 416 15,-1-2 96-15,0 2 16 0,1 5 0 0,1 3-880 16,-1 3 0-16,1-2-256 0,0-5 64 0,-1-10 464 16,1-5 96-16,-2 5 16 0,2 5 0 0,-2 8-176 15,0 2-16-15,1 1-16 0,-1-1 0 0,2-2-176 16,1 1 160-16,-2-4-160 0,-1-6 160 0,0-4-160 15,0-3 0-15,-1 8 0 0,1 8 0 0,1 8 0 16,-1 6 0-16,0-8 0 0,0-12 0 0,-1-8 0 16,1-6 128-16,-2 5-128 0,2 9 128 0,0 5 64 15,2 4 0-15,-1-7 0 0,3-5 0 0,-2-7-64 16,2-3 0-16,0-4 0 0,-1-5 0 0,0-2 64 16,0-4 0-16,0 0 0 0,-2 1 0 0,2-1-192 15,-1 0 0-15,1 7 0 0,-1 4 0 0,2 10 0 16,1 7 128-16,0 0-128 0,0-7 128 0,-2-7-128 15,2-9 128-15,-2-3-128 0,0-6 128 0,0-2 0 16,-1-3 0-16,1 1 0 0,-2-7 0 0,0 0 0 0,1-2 0 0,-2 1 0 16,0-3 0-16,0 2 160 15,1-2 32-15,-1-2 0 0,-1 4 0 0,1-4-320 0,0 0 0 0,0 0 0 0,0 0 0 16,0 0 208-16,0 0-16 0,0 0 0 0,0 0 0 0,0 0-192 16,0 0 144-16,0 0-144 0,0 0 128 0,0 0-128 15,0 0 0-15,0 0 0 0,0 0 0 0,0 0 0 16,0 0 0-16,0 0 0 0,0 0 0 0,2 21 0 15,-2-19 128-15,0 2-128 0,-1-4 128 0,1 3-128 16,-1-2 0-16,1-1 0 0,-2 2 0 0,1-2 0 16,0 0 128-16,0 0-128 0,1 0 128 0,0 0 64 15,0 0 0-15,0 0 0 0,0 0 0 0,0 0-64 16,0 0 0-16,0 0 0 0,0 0 0 0,0 0-128 16,0 0 0-16,0 0 0 0,0 0 0 0,0 0 0 15,0 0 0-15,-20 4 0 0,19-4 0 0,-1 1 128 16,1-1 0-16,1 2 0 0,0-2 0 0,0 0-128 15,0 2 0-15,0-2 0 0,0 0-176 0,0 0 176 16,0 0-128-16,0 0 128 0,0 0-128 0,0 0 128 16,0 0 0-16,0 0 128 0,0 0-128 0,0 0 272 15,0 0-16-15,0 0 0 0,0 0 0 0,5-21-96 16,-4 19-32-16,3-2 0 0,-2 0 0 0,3 2-128 16,-1-1 0-16,1-1 0 0,1 2 0 0,3 0 0 15,0-2 0-15,2 1 0 0,1 0 0 0,4-1 0 16,1 1 0-16,4-3 0 0,2 4-176 0,1-2 176 15,2-1 0-15,2 1 0 0,-2 2 0 0,0-2 0 16,1 2 0-16,-4-2 0 0,0-1 0 0,-1 4 0 16,-2-5 0-16,7 3 128 0,6-2-128 0,7 2 0 0,2-1 0 0,6-1 0 15,6 4-128-15,5-1 128 0,1 4-128 0,-9-2 128 0,-12 1-128 0,-6-1 128 16,-5 2-128-16,8-2 128 0,10 0-128 0,6 0 128 16,4 3 0-16,1-2 128 0,3 4-128 0,-3-4 0 15,2 4 0-15,-11-2 0 0,-6-3 0 0,-6 0-240 16,-4-2-112-16,8 1-32 0,10-1 0 0,15-2 624 15,10 2 112-15,-8-2 32 0,-11-1 0 0,-12 1-384 16,-7-1 0-16,8 2 0 0,8-1 0 0,10 1 0 16,5 1 0-16,-5 1 0 0,-7-4 0 0,-7 1 0 15,-2 1 0-15,0 1 0 0,-2 2 0 0,0 0 0 16,0 2 0-16,6-2 0 0,7 0-128 0,5 0 128 16,4 0 176-16,-14 0-48 0,-11 3 0 0,-10-3-128 15,-6 0 0-15,9 1 0 0,7 0-176 0,6-1 176 16,5 2 0-16,-1-4 128 0,-1 2-128 0,-1-1 0 15,1 0 0-15,-10 1 0 0,-9 0-128 0,-5 0 128 16,-3 0 0-16,7-3 0 0,6 3 0 0,7 0 0 16,3 0 0-16,1 0 0 0,1 0 0 0,-1 3 0 15,-1-3 0-15,-8 0 0 0,-6 0 0 0,-9 0 0 16,-1 1 0-16,4-1 0 0,4 1 0 0,2-1 0 16,4 4-128-16,4-4 128 0,6 0-128 0,2 0 128 15,3 0 0-15,-7 0 128 0,-9 0-128 0,-5 0 0 16,-5-2 144-16,-3 0-144 0,-3 2 0 0,-3 0 128 15,-1 0-128-15,3 0 0 0,2 0 0 0,0 2 0 16,0 0 0-16,1-2 0 0,3 0-144 0,0 3 144 16,-1-2 0-16,-1 1 128 0,-2 1-128 0,-3-2 128 15,0 2-128-15,-4 0 128 0,0 0-128 0,-2-1 0 0,0 2 0 16,-3 1 0-16,-1-1-128 0,-1-2 128 0,1 2 0 0,-2-2 0 0,-1-2 0 0,-2 1 0 16,2-1 0-16,-1 0 0 0,-1 2 128 0,0-2-128 15,1 1 128-15,-1-2-128 0,-1 1 128 0,-1-2-320 16,2 1-48-16,-2 1-16 0,0-2 0 0,0 2 416 15,1 0 80-15,-2 0 16 0,0 0 0 0,0 0-64 16,0 0 0-16,0 0 0 0,0 0 0 0,0 0-192 16,0 0 0-16,0 0 0 0,0 0 0 0,0 0 0 15,0 0 144-15,0 0-144 0,0 0 128 0,0 0-128 16,0 0 0-16,0 0 0 0,0 0 0 0,0 0 0 16,0 0 128-16,0 0-128 0,0 0 128 0,0 0-128 15,0 0-176-15,16-15 48 0,-15 12 0 0,0 0 128 16,2 0 0-16,-3 2 0 0,1-4 0 0,0 4 0 15,-1-2 0-15,1 0 160 0,-1 0-160 0,0-1 0 16,2 2 0-16,-2-1 0 0,0 0 0 0,1 0 0 16,0 0 0-16,0-4 0 0,-1-1 0 0,0-1 0 15,0-2 0-15,0-5 0 0,2-1 0 0,-2-2 0 16,2-3 0-16,-1-4 0 0,-1-1 0 0,2-3 144 16,-1-1-144-16,-1-1 128 0,1 1-128 0,-1 0-240 15,2 1-128-15,0 1-16 0,-2 1-16 0,1 1 672 16,0 3 144-16,-1-6 32 0,0-4 0 0,0-4-320 15,-1-1-128-15,0-5 128 0,-1 2-128 0,2-5-320 16,0 4-160-16,-1-2-32 0,0 8 0 0,-1 8 512 16,0 1 0-16,0 1 0 0,-2-6 0 0,2-3 256 15,-1 0 160-15,-1-7 32 0,2-7 0 0,-1-5-256 0,1-2-64 16,-2 9 0-16,2 6 0 0,-1 8-128 0,1 7 0 0,-1-4 0 0,0 1-176 0,-2-3 176 16,1-2-128-16,2-5 128 0,-1-11-128 0,2-4 128 15,1-5 176-15,0 9-48 0,-1 7 0 0,-1 9-128 16,1 5 0-16,1 1 0 0,-1-2 0 0,1-1-192 15,0 1 192-15,-1-9-160 0,1-11 160 0,-2-8 0 16,1-5 0-16,0 7 0 0,0 11 0 0,-1 8 0 16,2 7 0-16,-1 1 0 0,0 3 0 0,1 2 0 31,-1-2 0-31,0-3 176 0,1-6-48 0,-2-1-560 0,1-1-96 0,-1 1-32 0,0 3 0 0,1 5 720 16,0-1 144-16,-2 3 16 0,2 6 16 0,-1 0-208 15,0 5-128-15,0 1 128 0,0 0-128 0,-1 0 0 16,1-1 0-16,-1 1 0 0,1 1 0 0,-1-4 528 15,-1 3 96-15,2-1 16 16,0-1 0-16,-1-2-928 0,2 2-176 0,-2-1-48 0,2 0 0 0,-1 2 368 16,-1-2 144-16,1-2-128 0,-1 0 128 0,1-1 0 15,-2 0 0-15,0 1 0 0,2 5 0 0,-2 3 0 16,3 2 0-16,-3 1 0 0,2 1 0 0,-2 2 0 16,2 2-160-16,-3-1 160 0,1 1 0 0,0 2-160 15,0 1 160-15,-1-2-128 0,2 1 128 0,-3 0 176 16,1 1 112-16,-2 0 32 0,0 1 0 0,0 0-320 15,-3 0-256-15,-1 0 64 0,-2 0 0 0,0 1 192 16,-2 2 0-16,-3-1 0 0,1 1 0 0,-3 0 0 16,-1 0 0-16,2 0 192 0,0 0-192 0,0 1 432 15,5 1-32-15,-2-4 0 0,-1 4 0 0,0-2-272 16,0 0-128-16,-3 1 128 0,-2-2-128 0,-3-1-176 0,-2 2-112 0,-5-1-32 0,-7 1 0 16,-3 0 320-16,-1 0 0 0,2 3 0 0,2-2 144 0,2 1-144 15,1 1 0-15,4 0 0 0,3-2 0 0,6 0 0 16,0 1 0-16,-1-3 0 0,-6-2 0 0,-5 1 0 15,-5-1 0-15,-6 0 0 0,-5 0 0 0,-3 0 0 16,-3 0 0-16,4 0 0 0,4-1 0 0,10-1 272 16,5 2-16-16,-3-5-16 0,-3 1 0 0,-6 0-448 15,-4-1-96-15,2 2-16 0,1 0 0 0,-1 2 320 16,1 1 0-16,1 0 0 0,4 0 0 0,7-3 128 16,5 3 48-16,-6-2 0 0,-6-2 0 0,-7 2-176 15,-4-5-144-15,3 5 144 0,0 1-208 0,7-2 208 16,1 3-144-16,5 0 144 0,5 0-128 0,3 0 128 15,6 0 0-15,-3 0 0 0,-4-2 128 0,-3-1-128 16,-5 2 0-16,-4-4 0 0,-2 4-128 0,-4-2 128 16,-6 3 0-16,5 0 128 0,6 3-128 0,8-3 0 15,5 4-256-15,2-4 32 0,2-3 16 0,0 2 208 16,1-2 0-16,-1 1 0 0,-3 1 0 0,-3-2 128 16,-3 3 64-16,-3 0 0 0,-1 3 16 0,-2-3-208 15,1 3 0-15,4 0 0 0,6 1-160 0,7-1 160 16,3 2 0-16,1-2 0 0,1 0 128 0,0-3-128 15,0 3 0-15,-2-2 0 0,-2-1 0 0,-2 3 0 16,1-3 0-16,-2 0 0 0,-3 0 0 0,-2 0 0 16,-2 0 0-16,0 2 0 0,1-2-128 0,0 1 0 15,1 1 0-15,3 1 0 0,2 0 0 0,3 1 128 16,3-2 0-16,2 2 0 0,2-2 0 0,3-2 272 0,2 4 144 0,-2-4 32 0,-1 2 0 0,-2 0-448 16,-1 0-320-16,-2 1 48 0,-4 0 16 0,-3 0 256 15,-4 0 0-15,0 2 0 0,-2-1 0 0,-1 1 0 16,-1-1 0-16,1-2-160 0,4-1 160 0,2 2 0 15,1-3 0-15,5 0 0 0,4 0 0 0,3-3 0 16,2 2-240-16,-1-1 48 0,1-2 0 0,1-1 192 16,1 1 256-16,-3-2-48 0,0 1-16 0,-2 2-192 15,0-2-128-15,-2 1 128 0,-2 0-208 0,-2 2 208 16,-1-2 0-16,-1 4 0 0,2-2 0 0,4 2 0 16,1 0 192-16,-1 0-16 0,-1 0 0 0,-1 2-176 15,-1-2 0-15,-1 1-192 0,2 2 192 0,0-3-272 16,1 2 64-16,2-2 16 0,0 0 0 0,2 0 384 15,2 0 96-15,-1 1 16 0,4-1 0 0,0 0-304 16,2 0-144-16,1 0 16 0,2 0 0 0,-1 0 128 16,1 0 176-16,1 0-48 0,1-1 0 0,-1 1-256 15,2-2-64-15,0-2-16 0,0 2 0 0,0-2-752 16,0-2-128-16,3 1-48 0,-1 1 0 0,2 1-1696 16,2 0-352-16,4 4-64 0,5 8-12304 0</inkml:trace>
  <inkml:trace contextRef="#ctx0" brushRef="#br0" timeOffset="3099.38">5814 4643 19455 0,'5'-1'1632'0,"0"-2"-480"0,2 0-112 0,1 0-192 0,1-1-32 0,-2 2-16 0,-1-1 0 0,-1 3-320 15,3-2-64-15,5-2-16 0,10 1 0 0,4-6 0 16,4 0 0-16,-3 1 0 0,-2-2 0 0,-1 1-160 16,-3 3-48-16,-1-4 0 0,-3 5 0 0,-5-1 144 15,1 0 32-15,-2 0 0 0,0-1 0 0,1 2 64 16,0 2 16-16,2-1 0 0,3 1 0 0,1 3-448 15,4-2 0-15,1 4-192 0,5 1 192 0,0 1 0 16,4 2 0-16,-5-4 192 0,-1 5-64 0,-2-5-128 16,1 2 128-16,0-1-128 0,1 0 128 0,0-1-128 15,1 0 0-15,-2-4-192 0,-1 0 192 0,0-2 0 16,0-2 0-16,1-1 0 0,6-1 0 0,5-4 256 16,6 1 192-16,4-2 16 0,2 5 16 0,-1-1-288 15,-1 3-48-15,-6 2-16 0,-5-1 0 0,-6 4 0 16,-2-2 0-16,-1 3 0 0,-1-3 0 0,1-2-128 15,1 1 0-15,6 2 0 0,4-2-176 0,4 1 176 0,4 3 0 0,-1-2 128 0,-3 4-128 0,0 1 0 16,-3 1 0-16,-5-2 0 0,-7-2 0 0,-6 0 128 16,-3 0-128-16,2-2 128 0,4-2-128 0,0 1 272 15,2-3-16-15,4 3 0 0,3 0 0 0,6-2 0 16,0 1 0-16,1 2 0 0,-1 2 0 0,0 0-96 16,-1 2-32-16,-7-2 0 0,-5 0 0 0,-6 0-128 15,-2 0 128-15,0 0-128 0,0 0 128 0,2-2-128 16,1 1 0-16,2 1 0 0,7-3 0 0,4 3 0 15,4 0 128-15,3 0-128 0,1 0 128 0,3 3-128 16,1 0 0-16,-7 0 0 0,-9-2 0 0,-5 0 0 16,-5 1 128-16,-1 0-128 0,-3-4 128 0,1 0-128 15,-1 0 0-15,3-1 0 0,4 0-176 0,4-4 176 16,4 3 176-16,4 0-48 0,3-1 0 0,2 4 0 16,3-2 0-16,-3 1 0 0,-6 2 0 0,-4-2-128 15,-4 2 128-15,-4 0-128 0,-3 0 128 0,-5 0-128 16,0 0 0-16,0 0 0 0,1 0 0 0,-2 0 0 15,2 2 128-15,2-2-128 0,3 2 128 0,2 1-128 16,4-2-176-16,1 1 48 0,2 1 0 0,1-1 128 16,-1 2 0-16,0-2 0 0,-3 0 0 0,0 0 0 15,0 1 0-15,-3-3 128 0,-2 0-128 0,-1 0 0 16,-3 0 0-16,-1 0 0 0,-2-3 0 0,-2-1 176 16,-1 2-48-16,1-4 0 0,-1 1 0 0,0-1-352 15,0 0-80-15,3-1-16 0,0 4 0 0,2-4 704 16,2 5 144-16,0-2 32 0,1 2 0 0,1-1-560 0,-1 2-176 15,4 1 0-15,0 0 0 0,2 4 176 16,1-2 0-16,-1-2 0 0,-2 4 0 0,-1-2 0 0,-1 2 176 0,-3-1-48 16,-3-3 0-16,-3 1-128 0,-1 1 0 0,-2 1 0 0,-1-3 0 0,1 2 0 15,0-2 0-15,-2 2 0 0,-1 0 0 0,0-2 0 16,1 0 0-16,-2 0 0 0,0 0-176 0,-1 0 304 16,1 0 48-16,0-2 16 0,0 0 0 0,-1 0-192 15,1 2 0-15,0-3 0 0,1 2 0 0,-1 1 0 16,1 1 0-16,0-1 176 0,2 0-176 0,-1 0 192 15,2 0-48-15,1 0-16 0,2-1 0 0,2 0-128 16,3 0-272-16,0-2 64 0,3 1 16 0,2-2 352 16,1 0 80-16,-2-1 16 0,-3 2 0 0,0-4-256 15,-5 2 0-15,0 2 0 0,-4-1 0 0,0 2 0 16,0-5-256-16,-2 5 48 0,-1-2 16 0,1 2 192 16,-4-1 256-16,1 3-48 0,-2 3-16 0,0 0-400 15,-1 2-96-15,-1 2-16 0,0 1 0 0,0 0-96 16,0 0-32-16,1 1 0 0,-1 0 0 0,3-1 160 15,-1 0 32-15,2-2 0 0,0-1 0 0,0-1-416 16,3 0-80-16,-1-4-16 0,1 0 0 0,2-2-832 16,0-2-160-16,-2 2-32 0,-1-7-16 0,2 1-400 15,-2-1-80-15,-1-1-16 0,-2 0-7344 0</inkml:trace>
  <inkml:trace contextRef="#ctx0" brushRef="#br0" timeOffset="4198.91">6659 3810 18431 0,'0'0'1536'0,"0"0"-464"0,0 1-96 0,0 1-320 0,0-2-64 0,0 0-16 0,0 0 0 0,0 3 0 0,1-3 0 0,-1 0 0 0,1 2 0 0,-1-2-400 15,0 0-176-15,0 0 128 0,5 22-128 0,-3-15 288 16,-1 1-32-16,1 1 0 0,0 3 0 0,0 3 64 16,1-2 0-16,-1 4 0 0,1 5 0 0,0 2-112 15,0 0-16-15,-1 2 0 0,2 5 0 0,-2-1 160 16,3 3 32-16,-1 1 0 0,1-5 0 0,0 0-208 15,0-3-48-15,0-4 0 0,1-5 0 0,-1-4 64 16,1-5 0-16,0 1 0 0,0-5 0 0,1-4 48 16,0 0 16-16,-1-4 0 0,3-5 0 0,0-3 192 15,-1-2 64-15,2-8 0 0,0-8 0 0,-1-5-64 16,2-5 0-16,-1-5 0 0,2 2 0 0,0-3-144 16,3-1-48-16,-1 10 0 0,-1 10 0 0,1 1-96 15,0 10-32-15,1-1 0 0,-2 2 0 0,2 1-128 16,-1 3 0-16,-2-1 0 0,-2 3 0 0,-2 1 0 15,0 1-272-15,-4 4 64 0,-1 0 16 0,0 6-1440 16,-2-1-288-16,-1 4-48 0,-1 0-16 0,-2 3-960 16,1 1-208-16,-3 2-48 0,-3 3-5888 0</inkml:trace>
  <inkml:trace contextRef="#ctx0" brushRef="#br0" timeOffset="4665.84">7144 4030 16895 0,'3'-5'1328'0,"2"-1"-400"0,0-1-80 0,0 1-272 0,1-2-48 0,-2 0-16 0,-1 3 0 0,-1 1 64 0,1-1 0 0,2-3 0 0,1-6 0 0,2-3-256 16,2-2-64-16,-1 5 0 0,-2-1 0 0,-2-1 112 15,0 4 16-15,-1 3 0 0,-3 1 0 0,0 2-256 16,-1 2-128-16,-1 1 128 0,-1 3-128 0,-2 0 272 16,0 0-16-16,-1 3 0 0,-1 1 0 0,0 2-112 15,0 2-16-15,-2-2-128 0,1 4 192 0,0-2 64 16,0 5 0-16,0-1 0 0,1 0 0 0,-2 3-256 15,2 0 144-15,0 6-144 0,-1 6 128 0,0 9 16 16,1 12 0-16,3 1 0 0,3-7 0 0,2-9-144 16,3-6 0-16,0-8 0 0,1-4-176 0,0-4 176 15,2-5 0-15,-1-2 128 0,2-2-128 0,1-7 0 16,1-1 0-16,2-3 0 0,2-4 0 0,3-5-128 16,0-3-112-16,3-3-16 0,-1-3 0 0,1-3-1424 15,1-1-304-15,-3 5-48 0,-4 4-16 0,-4 7-2560 16,0 0-528-16,-4 4-112 0,-1 3 0 0</inkml:trace>
  <inkml:trace contextRef="#ctx0" brushRef="#br0" timeOffset="5232.37">7527 3593 22719 0,'-1'5'608'0,"0"2"-176"0,1 5-48 0,-2 2 0 0,2 0 0 0,0-3 0 0,0-2 0 0,0-2-144 16,2 4-48-16,-2 10 0 0,1 10 0 0,0 10-192 15,0 6-160-15,-1 0 32 0,0-4 0 0,0-2 128 16,0-4 192-16,0-1-32 0,-1 0-16 0,0 0-144 15,-2 1-176-15,2-5 48 0,1-7 0 0,-1-9 400 16,2-5 96-16,0-5 16 0,3-3 0 0,0-8-160 16,1-3-32-16,1-3 0 0,1-7 0 0,0-6-48 15,0 1-16-15,-1 0 0 0,0 2 0 0,1 0-128 0,0 0 0 16,0 0-160-16,2-2 160 0,1 1-352 0,0 1 32 0,1 2 0 16,-1 4 0-16,-2 4 144 0,1 5 48 0,-1 2 0 0,-2 2 0 15,0 5 128-15,0 4-128 0,-1 1 128 0,-1 5-128 0,-2 0 128 16,1 1 0-16,-3 1 0 0,1 2 0 0,0 4-192 15,0 1 0-15,-1 4 0 0,2-1 0 0,-1 1 192 32,1 1 0-32,0-6-144 0,1-2 144 0,0-7-784 15,2-6-96-15,-2-3-16 0,1-6 0 0,-1-3-1072 16,0 0-208-16,2-3-64 0,4-1-4320 0</inkml:trace>
  <inkml:trace contextRef="#ctx0" brushRef="#br0" timeOffset="5401.08">7865 4184 21247 0,'5'15'0'0,"0"0"144"0,1 0-144 0,0-3-384 16,0 0-144-16,-1-3-48 0,-2-6 0 0,-2-2-1328 15,-1-2-272-15,1-2-48 0,0-6-3216 0</inkml:trace>
  <inkml:trace contextRef="#ctx0" brushRef="#br0" timeOffset="5532.99">7906 3840 19711 0,'2'13'1200'0,"3"-1"-368"0,1-1-64 0,2-1-1056 15,-1-2-224-15,-1-2-32 0,-1-2-16 0,0-1-1744 16,1 2-368-16,5 1-64 0,5 7-2704 0</inkml:trace>
  <inkml:trace contextRef="#ctx0" brushRef="#br0" timeOffset="5766.53">8145 3918 22719 0,'-5'9'512'0,"1"3"-160"0,1 3-32 0,1 0 64 16,0 1 0-16,2-7 0 0,0-3 0 0,0-2-384 16,2 4 0-16,0 5 0 0,1 7 128 0,1 7-128 15,3 0 0-15,0-2 0 0,0-9 0 0,1-3 0 16,1-5 0-16,-1-3 0 0,0-5 0 0,0-4-1008 16,0 2-208-16,-1-5-64 0,3-1 0 0,1-5-2608 15,2 1-528-15,-1-2-96 0,1-2 864 0</inkml:trace>
  <inkml:trace contextRef="#ctx0" brushRef="#br0" timeOffset="6032.77">8388 3704 22655 0,'-3'9'1888'0,"1"1"-560"0,-1 1-112 0,1 3-768 0,1-1-128 0,-1-4-48 0,2-3 0 0,-1 0-272 16,1 2 128-16,0 5-128 0,0 8 0 0,-1 10 0 31,1 5 0-31,0 0-192 0,0 4 48 0,1 2-1200 16,2 0-224-16,-2-3-48 0,1-5-16 0,2-5-160 15,0-4-16-15,-2-8-16 0,2-4-5008 0</inkml:trace>
  <inkml:trace contextRef="#ctx0" brushRef="#br0" timeOffset="6400.56">8638 4109 18623 0,'13'-15'1632'0,"0"0"-480"0,-1 0-112 0,1-1-576 16,-1-1-112-16,-4 7-32 0,-3 4 0 0,-1 1-192 16,0 1-128-16,1-2 128 0,2-6-128 0,4-3 176 15,3-3-48-15,-1-3 0 0,1 3 0 0,-4-1 112 16,-2 1 16-16,-3 0 0 0,-2 4 0 0,-6 1-96 16,0 2-16-16,-5 4 0 0,-2 1 0 0,1-1 336 15,-4 5 64-15,1-1 16 0,1 6 0 0,-2-1 112 0,2 6 32 0,1 0 0 0,-1 5 0 16,1 2-64-16,2 2 0 0,-1 4 0 0,2 1 0 0,0 4-512 15,1-1-128-15,2 2 0 0,2-3 0 0,2 3 0 16,0-2 0-16,1-2 0 0,2 2 0 0,2 0-192 16,1-2 192-16,2-4-192 0,2-2 192 0,4-5 0 31,1-1 0-31,3-4 224 0,5-4-64 0,3-5-832 16,3-2-160-16,-2-2-48 0,-2-5 0 0,-4-2-3744 15,-2 4-752-15,-8-4-160 0,-6 5-1072 0</inkml:trace>
  <inkml:trace contextRef="#ctx0" brushRef="#br0" timeOffset="9033.62">6794 5268 15359 0,'-4'-2'1936'0,"0"-3"-576"0,1 2-112 0,-2-1-480 0,0 1-112 0,1 0-16 0,2 0 0 0,0 3 64 16,0-2 0-16,-2 1 0 0,-2-2 0 0,-3 1 48 15,1-2 16-15,-2 4 0 0,0 0 0 0,-1 4-368 16,2 1-64-16,-1 1-16 0,0 4 0 0,0-2 256 16,2 5 64-16,-1-1 0 0,-1 3 0 0,2 0-368 15,-1-3-64-15,0 5-16 0,1 2 0 0,0 0-48 16,1 2-16-16,2 0 0 0,1 3 0 0,3 4 112 15,2 0 16-15,2-1 0 0,2-1 0 0,1-2-496 16,2-3-80-16,1-3-32 0,0-3 0 0,1-4 560 0,1-3 112 0,-1-6 32 0,1-2 0 0,0-4-352 16,1-2 0-16,1-2 0 0,1-4-128 0,3-1-128 31,0-2-32-31,0 0 0 0,0 3 0 0,1-1-512 16,0 2-96-16,-2 3-32 0,0 1 0 0,-1 4-1104 15,-1 0-208-15,-3 6-64 0,-1 5-7264 0</inkml:trace>
  <inkml:trace contextRef="#ctx0" brushRef="#br0" timeOffset="9499.73">7185 5369 14335 0,'-3'-4'1840'0,"1"2"-560"0,-1-1-96 0,1 3-336 0,-1-2-64 0,1 1-16 0,-1 1 0 0,2 0-400 0,0 1-96 0,-3 1-16 0,0 1 0 0,-2-1 64 0,0 4 0 0,1-2 0 16,0 5 0-16,1-2-320 16,2 4 0-16,-1-1 0 0,2 4-144 0,0 2 144 0,1 1 0 0,1 2 0 0,2 2 0 0,3-3 0 15,1 3 0-15,1-3 0 0,-1-3 0 0,2-3 224 16,-1-3 80-16,2-3 16 0,-1-5 0 0,2-1-112 16,0-1-16-16,0-5 0 0,3-6 0 0,0-5-192 15,-1 1 144-15,2-5-144 0,-3-2 128 0,1 0 112 16,-1-3 16-16,-3 4 0 0,-6 2 0 0,-1 4-256 15,-4 1 0-15,-2 3 0 0,-3 1 0 0,-3 3 0 16,1 2 0-16,-4 1 0 0,0 3 0 0,-2 1 0 31,0-2-160-31,1 3 32 0,3 3 0 0,0 0-512 16,2 2-112-16,3 1-16 0,1 1 0 0,2-1-352 16,1 0-80-16,1 0-16 0,2 3 0 0,2-1-704 0,-1 2-160 0,6 3-32 0,4 2-3344 0</inkml:trace>
  <inkml:trace contextRef="#ctx0" brushRef="#br0" timeOffset="9799.94">7593 4952 17599 0,'2'0'2048'0,"1"1"-624"0,-1 4-112 0,1 2-848 16,-1-1-160-16,-1 0-48 0,0 3 0 0,-1-3 160 0,2 4 32 0,-2 5 0 0,1 9 0 15,1 17-192-15,0 9-48 16,-1 3 0-16,-2 1 0 0,-1-6-208 0,0-2 0 0,-2-6 0 0,1-2-160 0,-2-2 160 31,0-5-128-31,0 1 128 0,1 1-128 0,2-2-672 16,-1 3-128-16,3-8-32 0,0-8 0 0,4-5-352 15,-2-7-80-15,4-6-16 0,3-10-5984 0</inkml:trace>
  <inkml:trace contextRef="#ctx0" brushRef="#br0" timeOffset="10199.51">7753 5348 25023 0,'-5'2'816'0,"1"2"-240"0,-1 0-64 0,1 2-512 15,0 1 0-15,2-3 0 0,0 0 0 0,1 1 0 16,0-1 0-16,0 4 0 0,-2 7 0 0,0 6 0 16,0 6 0-16,2-2-192 0,1-2 48 0,1-4-48 15,2 0 0-15,0-5 0 0,2-2 0 0,1-5 192 16,2-1 0-16,3-1 160 0,3-5-160 0,3 0 400 15,4-5-16-15,4-2 0 0,1-2 0 0,1-3-144 16,0-1-48-16,0-2 0 0,0-3 0 0,-1 1-64 16,-1-4 0-16,-4 2-128 0,-5 4 192 0,-5 0-192 15,-1 3 0-15,-5 0 0 0,-2 3 0 0,-5 0 0 0,0 3 0 16,-4-3 0-16,-4 6 0 0,-4-3 0 0,-1 3 0 0,-3-1 0 0,-3 4 0 0,-4-2 0 16,-2 4 144-16,2-2-144 0,2 4 128 0,2 0-128 31,1 1-256-31,4 3 64 0,6-1 16 0,4 3-368 15,2 1-80-15,4-1-16 0,4 1 0 0,3 1-320 16,4 3-80-16,3-2-16 0,2 1 0 0,4 1-1952 16,1-1-384-16,-3-3-64 0,0-8-1712 0</inkml:trace>
  <inkml:trace contextRef="#ctx0" brushRef="#br0" timeOffset="10499.79">8112 5358 14399 0,'11'0'1680'0,"-1"0"-496"0,-1 2-96 0,-1 2-256 15,0 1-64-15,-3-3 0 0,-3 2 0 0,-1 0-304 16,1 2-64-16,0 5-16 0,1 6 0 0,-1 9 64 16,1 9 0-16,-2 0 0 0,-2-1 0 0,-1-3 64 15,0-1 0-15,-2-9 16 0,0-2 0 0,1-11 400 16,-1 0 80-16,-1-7 16 0,3-4 0 0,-2-5-64 15,1-1 0-15,2-3 0 0,0-4 0 0,1-2-304 16,1-3-64-16,2-6-16 0,0-3 0 0,5-3-304 16,3-4-64-16,2 1-16 0,4 6 0 0,0 6 48 15,3 0 0-15,2 7 0 0,4 3 0 0,4 1-944 16,0 3-192-16,1 6-48 0,-1 2 0 0,-1 4-1088 16,-2 4-208-16,-6 3-64 0,-9 4-9520 0</inkml:trace>
  <inkml:trace contextRef="#ctx0" brushRef="#br0" timeOffset="15966.21">8069 6862 1535 0,'0'0'0'0,"0"0"-160"0,0 0 160 0,0 0 0 0,0-3 128 0,0 3 0 0,0-1 0 0,0 1 352 16,0-1 80-16,1-1 16 0,0 0 0 0,-1 2 192 16,0 0 64-16,0 0 0 0,0 0 0 0,10-19 96 15,-7 19 32-15,-2-2 0 0,0 2 0 0,-1-3 48 16,1 2 16-16,-1 1 0 0,-1-2 0 0,1 2-64 16,0 0 0-16,0 0 0 0,-1 0 0 0,1 0-96 15,0 0-32-15,0 0 0 0,0 0 0 0,0 0-48 16,0 0-16-16,0 0 0 0,0 0 0 0,0 0-192 15,0 0-64-15,0 0 0 0,0 0 0 0,0 0-192 16,0 0-64-16,0 0 0 0,0 0 0 0,0 0 64 16,0 0 0-16,-16 12 0 0,16-7 0 0,-2 1 0 0,2 2 0 0,0 0 0 0,0 3 0 0,0-1 48 15,0 3 16-15,2 4 0 0,-2-1 0 0,0 4-192 16,0 1-16-16,0 6-16 0,-2 4 0 0,2 5 256 16,-1 2 48-16,1-1 16 0,0-7 0 0,0-3-224 15,0-5-64-15,1 0 0 0,-1-3 0 0,0 2-48 16,0-5-16-16,0 2 0 0,0-2 0 0,0-1 160 15,2 2 32-15,-2-1 0 0,0 4 0 0,0 2-320 16,0 2 160-16,0 3-160 0,1 2 128 0,-1 5 64 16,2 3 0-16,0-4 0 0,0-1 0 0,1-4-192 15,0-1 0-15,0-4 0 0,1-3 0 0,-1 0 0 16,2-4 128-16,-1 1-128 0,0-1 128 0,-1 2-128 16,1-2 0-16,-2 1 0 0,1 2 0 0,-1 0 192 15,2 0 0-15,-1 5 0 0,-3 3 0 0,1 4-64 16,-1 4 0-16,0-1 0 0,1-1 0 0,-1 3 112 15,3-2 16-15,-2-4 0 0,0-2 0 0,0-5-256 16,2 1 144-16,-2-3-144 0,0-3 128 0,0 3-128 16,1-2 0-16,-2 2 0 0,0-3 0 0,0 2 0 15,1 0 128-15,-1 3-128 0,1 3 128 0,-1 3 64 16,3 3 0-16,-2-1 0 0,1-1 0 0,1-1-192 16,-1-2 128-16,0-4-128 0,0 0 128 0,-1-5 64 15,0 0 0-15,2-2 0 0,-2 1 0 0,0 2-192 16,1 0 128-16,-2-2-128 0,1-2 128 0,0 0-128 15,-1-3 128-15,1 3-128 0,1 1 128 0,-2 1-128 16,1-1 0-16,-1 4 0 0,1-1-176 0,-1 2 176 16,1 0 0-16,-1 0 128 0,0-5-128 0,2 1 0 0,-2-1 0 0,1 1 0 15,-1-2 0-15,0 1 272 0,0 2-16 16,0-6 0-16,0-1 0 0,1 2-256 0,-1-5 0 0,0 0 0 0,0 0 0 0,0-4 0 16,0 1 160-16,0-3-160 0,0 2 128 0,1 2-128 15,0-3 0-15,1 0 0 0,-1 2 0 0,-1-3 0 16,1 0 128-16,0 1-128 0,-1-3 128 0,2 0-128 31,-2 1-176-31,1-2 48 0,0 1 0 0,0-3-720 16,2 1-144-16,-2 0-32 0,0 4 0 0,2 0-2304 15,1 1-448-15,-1-3-112 0,5-7-8688 0</inkml:trace>
  <inkml:trace contextRef="#ctx0" brushRef="#br0" timeOffset="19399.73">6094 9335 13311 0,'-1'0'2448'0,"1"-1"-720"0,0-1-160 0,0 1-432 0,0 1-96 0,-2-2-16 0,2 2 0 0,0 0-48 15,0 0-16-15,0 0 0 0,0 0 0 0,0 0-192 16,0 0-64-16,0 0 0 0,0 0 0 0,0 0-144 16,0 0-48-16,-5 24 0 0,4-12 0 0,0 0-192 15,1-3-64-15,0 5 0 0,-1 3 0 0,2 6 0 16,-1 2 0-16,1 7 0 0,0 1 0 0,2 7-48 16,1 2-16-16,-2-2 0 0,1-2 0 0,-1-5 112 0,1-4 16 0,-1-2 0 0,-1-1 0 15,2-3-112-15,-2 2-16 0,0 2 0 0,2 7 0 0,-2 2 160 16,1 1 32-16,1 3 0 0,-1 6 0 0,2 2-160 15,1 1-32-15,-1-4 0 0,-1-9 0 0,0-2 64 16,-1-5 0-16,0 1 0 0,1 3 0 0,0-4-64 16,0 3 0-16,0 1 0 0,-1 5 0 0,2 4-192 15,0 5 0-15,0-2 0 0,-1-1 0 0,2-4 192 16,-1-4 0-16,0-2 0 0,-1-6 0 0,0-1-48 16,-1-1-16-16,1 5 0 0,-2 9 0 0,1 4-128 15,0 5 128-15,0-7-128 0,2-3 128 0,-2-3-128 16,1 0 128-16,1-6-128 0,-1 0 128 0,0-5-128 15,-1-1 0-15,-1 3 0 0,1 3 0 0,-2 3 128 16,1 0 0-16,-1 4 0 0,1 2 0 0,-1-2-128 16,0 1 128-16,1 2-128 0,-1 4 128 0,0-4-128 15,2-2 0-15,-4-1 0 0,1-7-176 0,0-3 176 16,-2-2 176-16,1 5-48 0,0 3 0 0,-1 7-128 16,-1 4 128-16,2-1-128 0,1-2 128 0,1-4 0 15,0-1 0-15,-2-6 0 0,2-5 0 0,0-2-128 16,0-2 0-16,-1 0 0 0,1-1 0 0,-1 1 128 15,1 0 0-15,-1 5 0 0,-1 2 0 0,1 5-128 16,0 0 0-16,0-1 0 0,1 1 0 0,0-2 0 16,0 2 0-16,-2 0 0 0,2-2-176 0,0-4 176 15,-1 0 0-15,0-6 0 0,-1 0 0 0,-1-6 0 16,1 0 0-16,-1-3 128 0,2 1-128 0,0 2 128 16,1-3-128-16,-2 0 128 0,1-1-128 0,1-3 224 0,-1 0-32 0,0 1 0 0,-1-3 0 15,2 1-48-15,-1-1-16 0,0 0 0 0,1 0 0 0,0 1-128 16,0 0 0-16,0-4 0 0,0 1 0 0,0-3 0 15,1 3 0-15,-1-4 0 0,1 0 0 0,1 0 0 16,-2 0 128-16,1 0-128 0,-1-2 128 0,1-1-128 16,-1 3 128-16,0 0-128 0,0 0 128 0,0 0-128 15,0 0 128-15,0 0-128 0,0 0 128 0,0 0 0 16,9-20 0-16,-9 18 0 0,1-1 0 0,0 0-128 16,-1 0 128-16,2-1-128 0,0 2 128 0,-1-2-128 15,2 2 0-15,-1-2 0 0,2 2-176 0,-2-3 176 16,2 1 0-16,1 0 128 0,1-1-128 0,0 2 0 15,3-4 0-15,1 1 0 0,2 1-128 0,2-1 256 16,1 2 48-16,2-2 16 0,3 0 0 0,1 1-192 16,2 1-272-16,2-1 64 0,2 2 16 0,1 0 192 15,1 2 0-15,-2-4 0 0,-2 4 0 0,-1-2 0 16,-1 0 0-16,-2 0 0 0,-2 1 0 0,-3 2 0 16,0 0 0-16,-1 0 0 0,1-4 0 0,-1 2 0 15,1-1 0-15,2 2 0 0,2 1 0 0,1-3 0 16,1 3 0-16,7 0 0 0,7-2 160 0,8-1-160 15,8 0 0-15,-1-1 0 0,-4 1-176 0,-6 0 176 16,-4 3 0-16,-3-3 0 0,-2 1 0 0,-1 1 0 16,-1 1-128-16,10-3 128 0,10 1-128 0,10-1 128 15,8 3 0-15,-10-1 128 0,-8-2-128 0,-5 0 0 16,-4-2 0-16,2 1 0 0,3 2 0 0,3 0 0 16,2 0 0-16,6-4 0 0,6 1 0 0,5-3 0 0,2 2 0 0,-7-1 0 15,-8 1 0-15,-8-1 0 0,-4 4 0 0,10-4 0 0,12-1-128 0,13-2 128 16,6-1 176-16,-9 2-48 15,-11 2 0-15,-9 2-128 0,-7 1 0 0,8-1 0 0,9-1 0 0,8 0 240 16,9 0 16-16,-11-1 0 0,-7 4 0 0,-9 0-256 16,-3 3 144-16,6-2-144 0,5-2 128 0,3 2-128 15,3-2 128-15,-7-1-128 0,-6 1 128 0,-8 0-128 16,-5 2 0-16,8-4 0 0,9 0 0 0,10 1 0 16,5-1 128-16,-14-1-128 0,-16 1 128 0,-11 2 0 15,-6-1 0-15,4 2 0 0,9-1 0 0,10 2-128 16,12-3 0-16,-1 1 0 0,-7 1 0 0,-4 2 0 15,-5-1 0-15,-8-2 0 0,-7 2 0 0,-2-3 128 16,-6 1 0-16,8-2 0 0,5 2 0 0,5-2-128 16,4 3 128-16,0-3-128 0,1 4 128 0,-3-2-128 15,0 2 0-15,-7-2 0 0,-7 1-176 0,-7 1 176 16,-5-1 0-16,2 2 0 0,-1-1 0 0,2-2 0 16,0 2 0-16,2 2 0 0,3 0 0 0,1 0 0 15,1 0 0-15,-4 0 128 0,0 2-128 0,-2 2 224 16,-1-1-32-16,-2 2 0 0,1 2 0 0,-2 1-320 15,-1 2-80-15,-2 1-16 0,-1-1 0 0,-3 1 224 16,0 2 0-16,-1-5 0 0,-3 2 0 0,0-1 400 16,-1-3 32-16,-1 0 0 0,-1 0 0 0,1-1-688 15,-1 1-144-15,0-2-32 0,0-1 0 0,-1 0 912 16,2 1 176-16,-2-1 48 0,0-1 0 0,0-1-1024 16,-1 1-208-16,1-1-48 0,-2-1 0 0,1 0 704 15,0 0 144-15,0-1 32 0,-1-1 0 0,0 1-432 0,2 1-96 0,-2 0-16 0,0 0 0 16,0 0 240-16,0 0 0 0,0 0 0 0,-2-25 160 0,2 17-384 15,0-5-80-15,2 2-16 0,-2-5 0 0,0 1 624 16,0 0 112-16,0 1 32 0,0-4 0 0,1 2-448 16,-1-1 0-16,1 1 0 0,-1 1 0 0,0-2 0 15,1 2 0-15,-1-1 0 0,0-2 0 0,0 0 0 16,0-1-144-16,0-2 0 0,-1-5 0 0,1-1 272 16,0 0 48-16,-1-4 16 0,1-5 0 0,-1-1-192 15,1-1-144-15,-2-7 144 0,1 2-208 0,0-2 208 16,0 3-144-16,-1 3 144 0,-1 3-128 0,0 2 128 15,-1 6-128-15,1-7 128 0,-2-5-128 0,0-9 128 16,0-6 0-16,0 3 128 0,-1 1-128 0,1 5 320 16,0 7 0-16,-1 0 0 0,0 8 0 0,-1 1-320 15,2 4-240-15,-1-11 48 0,0-6 0 0,0-4 48 16,1-1 16-16,0-1 0 0,1-2 0 0,-1 3 128 16,3 2 0-16,-1 4 0 0,1 2 0 0,-1 5 0 15,2 2 0-15,0-10 0 0,0-8 0 0,1-3-128 16,0-3 0-16,-2 2 0 0,2 1 0 0,-1 10 128 15,0 7 176-15,-3 1-48 0,1 2 0 0,-4 4-128 16,2 2 0-16,-1-8 0 0,0-6-176 0,0-10 176 16,-2-4 0-16,1 7 0 0,0 10 0 0,-1 7 0 15,2 7 176-15,-1 1-48 0,-1 3 0 0,1 3-128 16,-1 1-176-16,0-2 48 0,-1 0 0 0,2-2 128 16,-1 0 176-16,2-2-48 0,-1-6 0 0,-1-6-128 15,2-1-176-15,0 2 48 0,1-2 0 0,1 3 128 0,2 1 0 0,-1 5 128 0,1 6-128 0,-1 2 0 16,2 3 0-16,-1 2 0 0,-1 2-128 0,-1 0 128 15,2 2 0-15,-1-1 0 0,1 2 0 0,-1 2 0 16,1-2 0-16,0 0 0 0,-2-1 0 0,-1-1 0 16,0-4 0-16,0 3 0 0,0 0 128 0,0-1-128 15,0 2-160-15,0 1 160 0,1 2-208 0,0-2 208 16,-1 1 160-16,-2 0-32 0,2 3 0 0,1 0-128 16,-3 4 0-16,2-2 0 0,0 1 0 0,-1 3 0 15,1-2-176-15,-1 1 48 0,0-2 0 0,0 3 128 16,0 0 176-16,-1-2-48 0,0-1 0 0,0 2-128 15,-1-1 0-15,-2-1 0 0,-2 2-176 0,-3-2 176 16,-1 3 256-16,-4-3-64 0,-1 3-16 0,0-3-176 16,1 3-256-16,-4-2 64 0,-5 1 16 0,-3-2 176 15,-3 3 0-15,1-2 0 0,0 0 0 0,2 0 0 16,1 2 0-16,5-3 0 0,3 3 0 0,2 0 0 16,4 0 176-16,-3 0-48 0,-4 3 0 0,-2-3 0 15,-1 0-128-15,-8 0 192 0,-5 0-64 0,-7 0-336 16,-3-3-80-16,3 3-16 0,3 0 0 0,2-2 304 15,1 1 0-15,7-2 0 0,6 3 144 0,5 0 80 16,3 0 16-16,-9 0 0 0,-5 0 0 0,-8 0-240 16,-4 0-256-16,-5 0 48 0,-1 3 16 0,-1-2 192 15,0 4 0-15,7-3-160 0,10 2 160 0,7 0 0 16,4 1 128-16,-6-2 0 0,-9 0 0 0,-3 1 0 16,-1 1-128-16,-6 1 192 0,-3 0-64 0,-1 0-288 15,-1 2-64-15,9-1-16 0,10-1 0 0,9 0 240 0,5-2 0 16,-6 1 0-16,-6 1 160 0,0-2-160 0,-4-2 128 15,-2 1-128-15,-5 1 128 0,-3-4-128 0,0 0 0 0,3 0 0 0,7 0-176 0,6-4 176 16,4 3 0-16,3-1 128 0,0 0-128 0,1-1 0 16,0 2-128-16,-6-1 0 0,-3-1 0 0,-5-1 128 15,-1 2 0-15,4 0 128 0,3 0-128 0,1 0 0 16,3-1 0-16,-1 2 0 0,1-1 0 0,2 2 0 16,1 2 0-16,2-2 0 0,3 1 0 0,3 2 0 15,2-1 0-15,-4 2 0 0,-2 1-128 0,-4-1 128 16,-2-1 176-16,-2 2-48 0,-2-1 0 0,2 0-128 15,1-2-176-15,-1 3 48 0,-2-4 0 0,0 2 128 16,1-1 0-16,1 2 128 0,3-1-128 0,1-2 0 16,4 1 0-16,2 1 0 0,1 0-128 0,2 2 288 15,3-1 64-15,-5 0 16 0,0-2 0 0,-2 1-384 16,0 0-80-16,-5 0-16 0,-3-1 0 0,-4 2 240 16,-4-1 0-16,-1-2 0 0,2 4 0 0,1-3 0 15,0 2 0-15,6 0 0 0,1 1 0 0,4-2 0 16,2 0 0-16,4 0 0 0,2-3 0 0,3 0 0 15,1 3 0-15,-2-3 0 0,-4 1 160 0,-3 2-160 16,-2-1 0-16,-3 1 0 0,-2-3 0 0,-3 0 0 16,-1-3 0-16,0 1 0 0,2 0-176 0,0 0 176 15,1-1 176-15,2 0-48 0,2 0 0 0,3 0-128 16,0 0 0-16,3-1 0 0,2 2-176 0,1-2 176 16,3 2 0-16,-2 2 128 0,2-3-128 0,0 3 0 15,0 0 0-15,-3 0 0 0,-3 4-128 0,-3 1 0 16,-3 1 0-16,-4 0 0 0,-6 0 0 0,0-1 128 0,-1 2 0 0,2-1 128 0,-1-2-128 15,3 0 0-15,2 3 0 0,0-4 0 0,3 4 0 0,4-4 176 16,2 2-48-16,4-2 0 0,4 3 0 0,2-2-128 31,3 2-272-31,-1-4 64 0,3 1 16 0,0 0-768 16,2-1-160-16,1-2-32 0,2-2 0 0,0 2-1168 16,0-2-240-16,4-2-64 0,6-2 0 0,4-5-1984 15,4 1-416-15,3-11-80 0,4-11-4512 0</inkml:trace>
  <inkml:trace contextRef="#ctx0" brushRef="#br0" timeOffset="20599.82">8166 6891 14527 0,'2'-5'1632'0,"-2"2"-480"0,0-4-112 0,0 3-832 16,1 0-208-16,-1-1 0 0,0 4 0 0,0 1 960 0,1-3 160 0,-1 1 32 0,0-2 0 0,0 0-368 15,1-1-64-15,-2 4-16 0,0-1 0 0,0 2-256 16,-1 0-48-16,0 2-16 0,-1-2 0 0,0 4 0 16,-1-1 0-16,-1 2 0 0,-1 2 0 0,-1-1 64 15,-1 0 0-15,-2 0 0 0,-2 5 0 0,-3 2-64 16,-1-1 0-16,-3 4 0 0,2 5 0 0,-1 3 16 15,0 3 0-15,0 0 0 0,0 3 0 0,1-1-112 16,1 0-32-16,1-6 0 0,4-2 0 0,1-8-256 16,4-2 0-16,0-4 0 0,2-2 0 0,2-4 256 15,0 1 0-15,2-5 0 0,0 1 0 0,3-2-48 16,-1-2-16-16,2-3 0 0,2-6 0 0,3 1-192 16,-1-5 144-16,4-2-144 0,-1 0 128 0,0 0-128 15,1 0 0-15,3-4 0 0,1 2-176 0,1-1 48 16,3 2 0-16,-4 3 0 0,-2 4 0 0,-2 4 128 15,-2 3-128-15,-1 0 128 0,-1 1-128 0,0 1 128 16,-1 2 0-16,-1-2 0 0,-1 2-128 0,0 2 400 16,-1-1 96-16,0 1 16 0,-2 0 0 0,1 0-816 0,-1-1-144 0,1 2-48 0,-1 1 0 0,1 0 960 15,-1 0 192-15,1 0 48 0,0 1 0 0,1 4-304 16,0-3-48-16,1 3-16 0,0 3 0 0,0 0 48 16,1 3 0-16,-1 1 0 0,2 5 0 0,2 5 0 15,-1 2 0-15,1 3 0 0,3 3 0 0,0-1 48 16,-1 3 16-16,2-3 0 0,3-1 0 0,-1-6-320 15,3-4 160-15,-4-3-160 0,0-4 128 0,-2-4-128 32,1-4 0-32,-5 2 0 0,0-1 0 0,-3 0-832 15,-2 1-208-15,1 1-48 0,-4-2-14512 0</inkml:trace>
  <inkml:trace contextRef="#ctx0" brushRef="#br0" timeOffset="23400.98">6300 10163 16127 0,'-1'4'2048'0,"0"-1"-624"0,0 0-112 0,1 2-224 0,0-3-64 0,0 0 0 0,0-2 0 0,1 0-48 16,0 0-16-16,3 0 0 0,1 0 0 0,2 0 0 15,3 0 0-15,0-2 0 0,0 0 0 0,1 0 0 16,1 2 0-16,1-4 0 0,2 2 0 0,1-1-256 16,2 3-48-16,2-4-16 0,2 2 0 0,1 0-304 15,0 0-64-15,-1 2-16 0,1 0 0 0,-2 0-96 0,0 2-32 16,-3 0 0-16,-3 0 0 0,-1-2 0 0,-2 4 0 0,2-1 0 0,-1-1 0 0,1 2 64 16,2 0 0-16,4 1 0 0,6-2 0 0,6 1-192 15,9 1 0-15,2-3 0 0,4 0 0 0,0 0 192 16,2 1 0-16,-7-2 0 0,-6-2 0 0,-5 1-192 15,-2-3 128-15,0-1-128 0,2-1 128 0,3 2 112 16,1-2 16-16,7-3 0 0,10 1 0 0,8-3-112 16,2 0-16-16,-8-1 0 0,-11-1 0 0,-4-1-128 15,-6 1 0-15,3 1 0 0,2 1 0 0,3 1 0 16,-1 1 128-16,5-2-128 0,5 3 128 0,3 5-128 16,4-3 0-16,-4 1 0 0,-6 2 0 0,-7 1 0 15,-7-2 128-15,5-1-128 0,7 2 128 0,2-3-128 16,1 1 128-16,-2 4-128 0,1-2 128 0,-3 1-128 15,1 1 0-15,-2 0 0 0,-2 0-176 0,-4 0 176 16,-2 0 0-16,2 0 0 0,7 0 0 0,8 0 128 16,10 0 48-16,0-3 16 0,-5 3 0 0,-7 0 0 15,-3 0 0-15,-6-4 0 0,-5-1 0 0,-4 2-192 16,-2-6 0-16,7 3 0 0,10-3-176 0,6 3 176 16,5-3 0-16,-8 6 0 0,-8-2 0 0,-6 4 0 15,-3-2 176-15,0 1-48 0,1 0 0 0,0 0-128 16,1-2 128-16,5 4-128 0,5 0 128 0,6 0-128 15,1 4 0-15,-3-2 0 0,-5 5-176 0,-5-4 176 16,-2 3 0-16,-7-1 128 0,-4-1-128 0,-5-1 0 16,-4-1-128-16,3-2 0 0,2-1 0 0,3 0 128 15,1-2 0-15,4 1 128 0,4-2-128 0,5 0 0 0,2 2 0 16,-3-3 0-16,-6 4 0 0,-5-2 176 16,-2 1-48-16,-3 0 0 0,1 2 0 0,-2 0-128 0,-3 4-176 0,1-4 48 15,-3 3 0-15,-3-3 128 0,1 0 0 0,1 0 128 0,1 0-128 16,1 0 0-16,2 0 0 0,2 0 0 0,1 0-128 0,3-3 128 15,2 3 0-15,-2-4 128 0,1 2-128 0,-4-1 128 16,1 2-128-16,0-1 128 0,-1-1-128 0,0 2 128 16,-1-4-128-16,-1 3 128 0,-4 0-128 0,0 0 0 15,-2 2-128-15,-2 0 0 0,-1 0 0 0,0 0 128 16,-1 0 0-16,-1 0 128 0,-3 0-128 0,0 0 0 16,0 0 0-16,2 0 0 0,-2 0 0 0,0 0 0 15,2 0 0-15,0 0 0 0,0 0 0 0,0 2 176 16,1-2-48-16,-2 2 0 0,1-2 0 0,-3 1-128 15,0 0-176-15,-2 2 48 0,1-3 0 0,0 2 128 16,-2-1 0-16,0 2 0 0,0-1 0 0,-1 2 0 16,-1-2 0-16,0 5 128 0,-1-1-128 0,-1 0 0 15,-2 3-128-15,-1-1 0 0,-1 2 0 0,0 0-928 16,-1 1-176-16,1-2-48 0,1-3 0 0,-1-2-1072 16,1 1-208-16,1-2-64 0,2-3 0 0,2 3-1584 15,2-3-320-15,-2-5-64 0,-2-1-3488 0</inkml:trace>
  <inkml:trace contextRef="#ctx0" brushRef="#br0" timeOffset="24302.46">7674 9473 17663 0,'-6'-3'1536'0,"0"0"-464"0,0 0-96 0,-3-2 304 0,2 1 48 0,-1 1 16 0,3 3 0 0,0 0-320 16,0 0-48-16,-6 3-16 0,-6 3 0 0,-7 6-144 15,-2 3-48-15,1 6 0 0,1 7 0 0,1 2-96 16,3 6-32-16,0-4 0 0,3 2 0 0,1-1-144 16,1-3-48-16,4-3 0 0,3-2 0 0,6-4-144 15,0 0-48-15,5-3 0 0,3-3 0 0,0-2-48 16,3-1-16-16,0-1 0 0,2-1 0 0,1-1-192 16,2-3 0-16,1-1 0 0,2-1-160 0,3-2 160 15,1-2 176-15,1-2-48 0,3-2 0 0,2-1-672 16,0-1-144-16,0-3-16 0,-2 0-16 0,-3-1-1872 15,-2 1-368-15,1 0-80 0,3 3-16 0,3 0-2512 0,2 1-512 0,-5 1-112 0,-4-1-16 0</inkml:trace>
  <inkml:trace contextRef="#ctx0" brushRef="#br0" timeOffset="24765.97">8016 9675 18687 0,'-7'-6'1536'0,"0"1"-464"0,-2 1-96 0,-2 0-16 16,0 2 0-16,1 0 0 0,4 2 0 0,0 0-256 15,0 2-48-15,-6 0-16 0,-2 5 0 0,-6 5-144 16,-1 3-48-16,2 0 0 0,3 1 0 0,5 1-256 16,2-1-48-16,4-1-16 0,3 0 0 0,2 0-128 15,2 0 128-15,3-3-128 0,3-3 128 0,2 0-128 16,1 0 128-16,2-3-128 0,4-3 128 0,0 0 0 15,3-3 0-15,1-2 0 0,1-2 0 0,1-4-128 16,1 1 128-16,-3-2-128 0,-3-3 128 0,0-2-128 16,-2 1 128-16,-4-4-128 0,-2-2 128 0,-2 1-128 15,-1-3 0-15,-2 0 0 0,-3-3 0 0,0 2 128 16,-1 1 0-16,-2 0 0 0,-2 6 0 0,1 0-128 16,-1 5 128-16,-2 2-128 0,2 3 128 0,-2 4-128 15,0 1 128-15,-2 2-128 0,1 8 128 0,-1 5 160 0,-1 6 32 16,1 1 0-16,2 2 0 0,1 0-320 15,3 0 160-15,0-1-160 0,3-2 128 0,1 0-128 0,2 0-176 0,0-5 48 0,2-1 0 0,1-4-160 32,0-1-32-32,2-1 0 0,-1-3 0 0,2-3-304 15,-1-2-64-15,0-2-16 0,-2-2 0 0,1-3-256 16,0 1-48-16,-3-2-16 0,0-2 0 0,0-2-448 16,-1 1-112-16,0 1-16 0,0-3 0 0,-1-1-1472 15,1 1-320-15,-2 1-48 0,1-1-1184 0</inkml:trace>
  <inkml:trace contextRef="#ctx0" brushRef="#br0" timeOffset="25033.32">8258 9712 16383 0,'6'9'1424'0,"0"-3"-416"0,2 5-96 0,-5-5-208 15,0-6-64-15,-3 2 0 0,1-2 0 0,0 2-192 16,3 2-64-16,2 3 0 0,0 1 0 0,2 0-144 16,-1 1-48-16,-2-1 0 0,-1-1 0 0,-2-1 416 15,0 0 80-15,-1-2 16 0,-1 1 0 0,0-4 192 16,0 1 64-16,-1 1 0 0,2-3 0 0,-1 0-160 15,1 1-32-15,0-2 0 0,2-5 0 0,1 0-304 16,-4 6-64-16,9-20-16 0,0 6 0 0,2-3-96 16,4-2-32-16,2-4 0 0,7-2 0 0,1-5-48 15,6-3-16-15,-4 3 0 0,-1 3 0 0,-3 2-192 16,-1 4 0-16,-3 4 0 0,-5 8-160 0,-2 8-720 16,-2 1-144-16,-1 4-16 0,-2 4-16 0,-2 5-608 15,0 2-128-15,-1 2-32 0,-2 2 0 0,-1 2-1872 16,0 0-368-16,-1-5-80 0,0-4-2128 0</inkml:trace>
  <inkml:trace contextRef="#ctx0" brushRef="#br0" timeOffset="26365.83">6864 10866 19199 0,'0'0'1424'0,"2"0"-416"0,-1-3-96 0,0 3-16 0,1-2 0 0,1 1 0 0,-2 1 0 0,2-2 64 0,-1 1 0 0,3-1 0 0,1-1 0 0,2 0-416 16,0-1-80-16,0-2-16 0,-1 1 0 0,-1 1-48 16,1-2-16-16,-1 0 0 0,0-3 0 0,1 0 64 15,1-1 0-15,-1-1 0 0,1-5 0 0,0 1-256 16,0-2-64-16,0-1 0 0,0-3 0 0,-2-4-128 16,1 1 128-16,0-3-128 0,0 0 128 0,-1 0-128 15,-1-3 128-15,1 3-128 0,0 3 128 0,-1 3-128 16,2 5 128-16,-2 4-128 0,-2 1 128 0,1 7-128 15,-2-1 0-15,1 4 0 0,-2 1-176 0,-1 2 176 16,0 2 176-16,0 2-48 0,0 3 0 0,-1 6 0 16,0 0-128-16,1 4 192 0,0 7-64 0,0 4-128 15,0 3-256-15,-2 1 64 0,1-3 16 0,-1-2 176 16,0 1-128-16,0-3 128 0,1-6-128 0,-2 0 128 16,1-5 0-16,-1-1 0 0,1-2 0 0,-1-2 0 15,1-5 0-15,1 0 0 0,-1-5 0 0,4 1 0 16,-1-4 0-16,1-1 128 0,2-4-128 0,2-2 224 15,2-5-32-15,0-2 0 0,1-5 0 0,0 0-192 16,1 0 144-16,-3-4-144 0,0 2 128 0,0-2-128 0,0-2 0 0,-1-3 144 0,3-3-144 0,-1-3 0 16,4-3 0-16,-4 8-192 0,2 8 64 0,-2 8 128 15,-1 5-128-15,-1 6 128 0,-1 6-128 0,-1 3 128 16,1 2-128-16,-3 7 128 0,1 7-128 0,-2 6 128 16,-1 4 176-16,-1 5-48 0,1 0 0 0,-1 1-128 15,-1 2-176-15,1-5 48 0,0-6 0 0,0-3 128 16,-1-4 176-16,1-5-48 0,1-3 0 0,3 0 0 15,-1-4 0-15,1-3 0 0,-1 0 0 0,2-5-128 32,-1 2 0-32,2-6 0 0,2-1-176 0,0 1-720 0,0-3-160 15,3-3-32-15,1 0 0 0,1-3-1424 16,1 1-304-16,1 1-48 0,-1-1-7568 0</inkml:trace>
  <inkml:trace contextRef="#ctx0" brushRef="#br0" timeOffset="26833.5">7593 10633 23807 0,'-2'-17'1024'0,"0"-1"-320"0,-1 0-48 0,0 0-112 0,0-1-32 0,0 8 0 0,0 2 0 0,2 6-96 15,-2-1-32-15,-3 1 0 0,-4-1 0 0,-5 2-144 16,-1 4-48-16,0 9 0 0,0 5 0 0,1 7-192 15,2 7 144-15,0 0-144 0,5-2 128 0,0 2 64 16,3-3 0-16,3-4 0 0,3 2 0 0,4-4-192 16,1 0 128-16,3-6-128 0,1 0 128 0,1-3-128 0,1-3 128 0,-1 0-128 15,2-3 128-15,0-3-128 0,0 1 0 0,0-1 0 0,3-7-176 16,1 1 304-16,0-5 48 0,-1-2 16 0,-2-2 0 0,-1-3-192 16,-2-5-176-16,-2 1 48 0,-3-3 0 0,-1 1 128 15,-1 0 176-15,-2-2-48 0,-1 2 0 0,-1 0 256 31,0 2 32-31,0-1 16 0,-2 7 0 0,0 0-752 0,0 5-128 0,0 1-48 0,-1 5 0 0,1 4 496 16,-1 5 208-16,1 1-16 0,-2 6 0 0,2 3 0 16,-1 0 0-16,1 2 0 0,1-3 0 0,-1 1 160 15,1 2 32-15,1-2 0 0,-1 2 0 0,2-2-208 16,0 2-48-16,1-3 0 0,1 1 0 0,1-2-128 16,1-3 0-16,1 1 0 0,-1-5 0 0,0-2 272 15,1-2 32-15,0-1 0 0,1-3 0 0,-2-4-944 16,1 1-192-16,0 0-48 0,1-5 0 0,1-2-464 15,-1-1-112-15,2-1-16 0,-1-3 0 0,2-1-1632 16,0-1-336-16,1-4-64 0,2-4-4128 0</inkml:trace>
  <inkml:trace contextRef="#ctx0" brushRef="#br0" timeOffset="27066.55">7875 10303 22271 0,'-3'3'1536'0,"1"-3"-464"0,-1 2-96 0,-1 2-464 0,2 1-112 0,0 1-16 0,0-2 0 0,1-2 112 0,1 4 16 0,-1 9 0 15,0 12 0-15,1 13-512 16,0 9 0-16,2 7 0 0,2-1 0 0,3-4-320 16,2 0-144-16,-1-9-48 0,1-11 0 0,1-7-768 15,0-10-144-15,-1-4-48 0,2-7 0 0,0-2 208 16,0-2 48-16,1-4 0 0,1-3 0 0,0-3-976 15,1-1-192-15,0-3-48 0,-2-2-1888 0</inkml:trace>
  <inkml:trace contextRef="#ctx0" brushRef="#br0" timeOffset="27532.57">8067 10547 23551 0,'-8'21'1632'0,"-2"-3"-480"0,1 3-112 0,-1 3-672 15,1-3-144-15,2-2-32 0,2-11 0 0,3 0 16 16,-2 0 0-16,-1 5 0 0,-1 6 0 0,-3 2-688 15,1-2-144-15,0-4-16 0,2-9-16 0,2-4 368 16,2-2 80-16,1-4 16 0,2-3 0 0,1-3-112 16,2-2-16-16,2 1 0 0,2-4 0 0,3 3 112 15,0-3 16-15,1 0 0 0,2 5 0 0,0-2-160 16,-1 3-32-16,0 3 0 0,-4 4 0 0,0-1 384 16,0 6-176-16,-1-1 176 0,0 2-128 0,-1 4 128 15,1 1-128-15,-1 3 128 0,1 1-128 0,-1-1 128 16,0 3 0-16,0 0 0 0,-3 0 0 0,1-3 0 15,0 0 0-15,-1-5 0 0,1-3 0 0,-3 0 0 16,2-4 176-16,1-4-48 0,0 2 0 0,1-4 112 0,2-3 16 0,-1 1 0 0,2-2 0 0,1-3-256 16,1 2 0-16,0-1 0 0,0-3 0 0,3 3 0 15,-1-1 144-15,1-2-144 0,2-2 128 16,-1-2-128-16,1 1 0 0,-1-1 0 0,-2-2 0 0,-2 4 0 16,-1-2 0-16,-2 1 0 0,-5 4-176 0,-3 2 304 15,-2 2 48-15,-2 1 16 0,-3 1 0 0,-2 2-192 16,1-1 0-16,-4 4 0 0,1 3 0 0,-2-3 688 15,-1 6 48-15,-2 0 16 0,-4 4 0 0,-2 5 160 16,-3 7 48-16,2 4 0 0,0 9 0 0,5 3-160 16,3 6-32-16,3-4 0 0,2-5 0 0,2-1-192 15,2-4-64-15,3-4 0 0,3-2 0 0,2-2-352 16,3-4-160-16,1-3 128 0,3-3-128 0,2-3 0 16,1 0 0-16,6-6 0 0,4-6 0 0,5 0 0 15,4-3 0 1,2-3 0-16,3 0 0 0,4-3-1808 0,-1 1-448 0,-10 0-96 0,-13 1-9808 0</inkml:trace>
  <inkml:trace contextRef="#ctx0" brushRef="#br0" timeOffset="28532.92">7040 11542 15359 0,'4'9'2912'0,"-1"-3"-864"0,2 3-192 0,0 0-832 0,0-2-192 0,0-1-16 0,-2-1-16 0,-2-2 32 0,1-3 0 0,1 3 0 0,2 0 0 0,1 0-256 16,3 0-64-16,-2-6 0 0,0 0 0 0,-2-6 112 15,2-3 16-15,-3-6 0 0,0-4 0 0,-1-1-160 0,0-5-32 0,0 2 0 0,1-1 0 16,-2 3-144-16,0-1-48 0,1 1 0 0,-1 0 0 16,1 3-256-16,-1 0 0 0,1-1 0 0,-1 1 0 0,2 0 0 15,0 0 0-15,-1 0 0 0,1 4 0 0,-1 1 192 16,0 1 0-16,0 3-16 0,-1 1 0 0,1 3-176 15,-1 0 128-15,1 3-128 0,-1 3 128 0,-1 0-336 16,2 2-80-16,-3 2-16 0,0 1 0 0,0 7 304 16,0-2-160-16,-1 5 160 0,-1 2-128 0,1-1 128 15,0 5-128-15,0-2 128 0,-1 3-128 0,1 1 128 16,0 3-128-16,-1-3 128 0,0 0-128 0,1-3 128 16,0 1 0-16,0 4 128 0,-1 2-128 0,0 7 0 15,1 2 0-15,-1-4 0 0,1-6-128 0,1-7 128 16,1-3 0-16,1-7 0 0,-1-5 0 0,0-4 0 15,2-3 176-15,0-5-48 0,1-4 0 0,2-11 144 16,2-1 32-16,-1-1 0 0,2 0 0 0,1-1-304 16,-1 5-224-16,0 2 32 0,1 2 16 0,1 3 176 15,0-1 0-15,0 2 128 0,1 0-128 0,0 2-128 16,-1 1-112-16,0 0-16 0,-1 3 0 0,-3 3 256 16,1 0-144-16,-2 1 144 0,-2 4-128 0,-1 1 128 15,0 0 0-15,-2 0 0 0,0 2 0 0,-1 2 0 16,0-1-128-16,0 0 128 0,-1 3-128 0,0 1 128 15,0 1 0-15,-2 2 128 0,3 1-128 0,-1 2 128 16,1-1-128-16,0 0 128 0,0 1-128 0,1 0 128 16,0 0-128-16,2 2 128 0,-2-1-128 0,2 0 0 15,-1 3 0-15,1 1 0 0,0 1 0 0,1 2 0 16,1 0 0-16,1-1 0 0,2-4 0 0,-1-3-544 16,0 0-176-16,2-7-48 0,1-2 0 0,0-6-960 15,2-2-208-15,-1-5-48 0,0-1 0 0,2-4-1168 16,-1-1-240-16,1 2-64 0,-2 1-3120 0</inkml:trace>
  <inkml:trace contextRef="#ctx0" brushRef="#br0" timeOffset="28899.12">7727 11319 19199 0,'2'-7'2144'0,"-1"1"-640"0,0 0-128 0,-1-1-544 0,0 0-96 0,0 4-32 0,0-1 0 0,-1 4-48 15,0-3-16-15,-1 3 0 0,-1-2 0 0,-2 4-448 16,-1-2-192-16,-2 7 128 0,2-1-128 0,-1 4 128 16,-1 3-128-16,1 0 128 0,-1 5-128 0,2 0 0 15,0 0 0-15,1 3 0 0,3 1 0 0,-1 1 0 16,3-1 0-16,0-1 0 0,1 2 0 0,1-4 0 16,1 2 0-16,1-6 192 0,2-5-64 0,0-5 0 15,2-4 0-15,0-5 0 0,4-2 0 0,0-6 64 16,0-1 0-16,3-6 0 0,-1-2 0 0,-1-2-192 15,1 0 0-15,-3 2 0 0,-1 2 0 0,-1 2 0 16,-1 1 128-16,-2 1-128 0,-1 0 128 0,-3 0-128 16,-4 0 128-16,-1 6-128 0,-5 0 128 0,1 5-656 15,-1 2-144-15,0-1-32 0,-2 6 0 0,0-1-304 16,-1 2-64-16,1 5-16 0,1-1 0 0,3 5-512 16,1-1-96-16,3 3-32 0,2-3 0 0,2 3 64 15,2 0 0-15,6-2 0 0,2 1-4048 0</inkml:trace>
  <inkml:trace contextRef="#ctx0" brushRef="#br0" timeOffset="29299.83">8108 11327 19967 0,'-7'4'1728'0,"-1"-2"-512"0,2 0-96 0,-1 0-336 16,1 2-64-16,1-2-16 0,2 1 0 0,2-1-400 15,0 2-96-15,1 0-16 0,-1 7 0 0,1 1-192 16,0 5 0-16,2 3 0 0,0 1-160 0,3 0 160 16,0-1 0-16,0-1 128 0,0-7-128 0,-1-3 128 15,0-1-128-15,1-4 128 0,0-2-128 0,0-4 432 16,2-2 16-16,2-7 0 0,-2-5 0 0,0-5-160 16,0-6-32-16,0 0 0 0,-2-1 0 0,1 2-256 15,-1 2 0-15,0-3 0 0,-2 3-144 0,-1-3-304 16,0 2-48-16,-2-2-16 0,2 0 0 0,-2-1 160 15,0 1 32-15,0 1 0 0,-3 4 0 0,2 1 320 16,-1 4-176-16,0 4 176 0,1 7-128 0,-1 2 128 16,0 3 0-16,1 6 0 0,-1 5 0 0,-1 7 224 15,1 4 80-15,-1 3 16 0,1 3 0 0,2 4-320 16,0-1 160-16,1 1-160 0,1-7 128 0,1 2-128 0,-1-5 0 0,1-2 0 0,1 2 0 0,-1-4 0 16,2 3 0-16,-1 0 0 0,1-2 0 0,0-3-272 31,0 1-96-31,0-2-16 0,1-4 0 0,-1-7-704 15,1 0-160-15,-1-6-32 0,0 0 0 0,-1-3-560 16,1-1-112-16,-2-5-32 0,2 0-4832 0</inkml:trace>
  <inkml:trace contextRef="#ctx0" brushRef="#br0" timeOffset="29601.31">8323 11340 21759 0,'13'3'1536'0,"0"1"-464"0,1-2-96 0,3 1-320 16,2-1-64-16,-5-2-16 0,-5 0 0 0,-1-2-96 15,3-1-32-15,5 0 0 0,9-3 0 0,4-6-304 16,1 3-144-16,-4-6 128 0,-7 2-128 0,-6-2 128 16,-3 1-128-16,-4-2 128 0,-3 1-128 0,-2 0 0 15,-1 0 0-15,-2 0 0 0,-2 3 0 0,-1 3 192 16,1-1-64-16,-3 2 0 0,-4 1 0 0,-4 1-128 16,-1 4 0-16,-5 2 0 0,-2 4 0 0,0 7 448 15,-4 1 48-15,2 7 16 0,5 0 0 0,3 4-208 16,2 0-48-16,5-2 0 0,4 0 0 0,2-2-256 15,3-2 0-15,4 3 0 0,3 1 0 0,2 0 0 16,2 0 0-16,5 2 0 0,4 1-144 0,3-2-816 16,5 4-144-16,-2-10-48 0,0-7 0 0,-1-9-448 15,-1-3-112-15,-1-7-16 0,-4-4 0 0,0-7-768 16,-2-4-144-16,-1 1-48 0,-1 3-3424 0</inkml:trace>
  <inkml:trace contextRef="#ctx0" brushRef="#br0" timeOffset="29833.04">8739 10833 27135 0,'2'1'1424'0,"1"1"-416"0,-1 4-96 0,1 1-256 16,-1-1-48-16,1 2-16 0,-2-1 0 0,0 1-592 15,1 2-320-15,-1 10 48 0,2 13 0 0,1 17 272 16,2 19 0-16,-1 3 0 0,-1-8 144 0,0-11 32 15,-2-7 0 1,-1-8 0-16,-1-4 0 0,0-7-688 0,0-2-144 0,0-1-32 0,0 2 0 0,0-2-1040 16,2 1-192-16,1-7-64 0,2-7-8112 0</inkml:trace>
  <inkml:trace contextRef="#ctx0" brushRef="#br0" timeOffset="31199.96">7206 11985 11775 0,'-3'-4'2144'0,"1"2"-640"0,-1-1-128 0,1 0-288 0,-1 0-48 0,2 0-16 0,0 3 0 0,1 0 0 15,0 0 0-15,0 0 0 0,0 0 0 0,0 0-256 16,1 0-48-16,0 6-16 0,0 0 0 0,3 1-96 16,0 4-32-16,0 4 0 0,3 1 0 0,3 8-192 15,1 3-64-15,3-1 0 0,2 0 0 0,1 0-192 16,2-4-128-16,-2-2 128 0,0-5-128 0,1-5 176 16,-2 1-48-16,-2-5 0 0,0 2 0 0,-3-2-128 15,0 1 0-15,-2-1 0 0,-2-2-176 0,0 0 176 16,-3 1-128-16,1-3 128 0,0-1-128 0,-1 2-416 15,1-1-80-15,-1 2-16 0,1-4 0 0,1 0-912 16,0 2-192-16,0-2-48 0,2 0 0 0,-1-2-1072 16,2 4-208-16,-1-2-64 0,1 0-2624 0</inkml:trace>
  <inkml:trace contextRef="#ctx0" brushRef="#br0" timeOffset="31533.01">7647 11920 16895 0,'-1'-2'2240'0,"0"2"-656"0,-1 0-144 0,0 0-288 15,1 0-48-15,-1 0-16 0,1 2 0 0,0 0-352 16,0 2-80-16,-2 3-16 0,0 7 0 0,-2 6-256 16,-2 1-48-16,0 3-16 0,0 6 0 0,-2 3-320 15,-1 3 0-15,0 1 0 0,0-5 0 0,2-1 128 16,-1-3-128-16,3-5 128 0,1-2-128 0,1-5-336 16,2 2-144-16,0-6-32 0,2-2 0 0,2-2-704 15,1-1-128-15,1-5-48 0,1-2 0 0,2-4-736 16,1-3-160-16,-2 1-16 0,1-2-4736 0</inkml:trace>
  <inkml:trace contextRef="#ctx0" brushRef="#br0" timeOffset="32032.4">7603 12241 19455 0,'1'6'1632'0,"0"2"-480"0,0-1-112 0,-1 3-160 0,1 1-48 0,-1-5 0 0,0 0 0 0,0 1-256 0,0-1-48 16,0 9-16-16,0 6 0 0,0 12-48 0,-1 1-16 0,0 1 0 16,-1 1 0-16,-1 1-256 0,1 3-48 0,-1-7-16 0,1-7 0 0,-1-7-128 15,1-4-176-15,0-7 48 0,1-4 0 0,0-6-64 32,1-2 0-32,0-9 0 0,1-4 0 0,0-1-560 15,2-7-112-15,-2-2-32 0,3-3 0 0,-2-3-768 16,3-1-144-16,0 7-48 0,0 6-6832 0</inkml:trace>
  <inkml:trace contextRef="#ctx0" brushRef="#br0" timeOffset="32499">7760 12276 19967 0,'6'5'1936'0,"1"-2"-576"0,2 2-112 0,2 1-544 15,0-2-96-15,-1-1-32 0,-3-2 0 0,0-1-144 16,1 0-48-16,5-1 0 0,6-2 0 0,9-1-48 15,1 0-16-15,-2-4 0 0,-2-1 0 0,-5-2-192 16,-1-1-128-16,-6 0 128 0,-4-1-128 0,-3 1 0 0,-1-3 0 16,-5 3 0-16,-1-2 0 0,-2 2 0 0,1 2 0 0,-3-3 0 15,-3 5 0-15,0-1 128 0,-2 3-128 0,-4 2 128 0,-3 4-128 0,-2 4 272 16,-3 2-16-16,1 4 0 0,0 5 0 0,0 5 64 16,1-2 0-16,3 3 0 0,1 0 0 0,1 0-160 15,1 0-32-15,6 0 0 0,0 4 0 0,3-4-128 16,4 6 128-16,2-2-128 0,6 1 128 0,0 1 64 15,3-2 0-15,4-4 0 0,0-6 0 0,4-5-464 32,0-2-96-32,4-5-16 0,7-9 0 0,4-7-512 15,4-4-96-15,-1-7-32 0,-1-3 0 0,-4-1-1216 0,-3-2-256 16,-2 3-64-16,-2 3-6336 0</inkml:trace>
  <inkml:trace contextRef="#ctx0" brushRef="#br0" timeOffset="32932.83">8226 12130 24319 0,'0'-6'1216'0,"0"1"-352"0,-1 3-80 0,-1 0-160 16,2-1-48-16,-1 3 0 0,0 3 0 0,0-1-352 15,-1 2-80-15,0 6-16 0,-2 5 0 0,-2 8-128 16,-1 5 0-16,-1-1 0 0,2 0 0 0,0 0 0 15,1 3 0-15,0-3 0 0,1 3-176 0,2-2 176 16,-1-1 176-16,3-3-48 0,0-7 0 0,1-7 64 0,3-1 0 16,0-9 0-16,2-9 0 0,0-3 48 0,3-7 16 0,0-1 0 0,2-1 0 0,0-1-256 31,1 1 144-31,2-6-144 0,3 1 128 0,0-1-608 16,3 2-128-16,-1-2-32 0,-4 3 0 0,-4 2 0 0,0-1 0 0,-5 4 0 0,-1 0 0 0,-3 2 320 15,-2 2 48-15,-1 5 16 0,-1 8 0 0,-2 4 448 16,0 0 112-16,-1 6 16 0,-1 5 0 0,-1 6 192 15,-2 6 64-15,0-1 0 0,3-2 0 0,0-1-112 16,2-4-16-16,2-1 0 0,2 2 0 0,0-2-48 16,2 1-16-16,2-2 0 0,1 0 0 0,1 0-192 15,2-2-64-15,-1 1 0 0,2-2 0 0,-1-2-128 16,1 1 0-16,0-2 0 0,-1-5 0 0,1-4 0 16,1 0 0-1,-1-4 0-15,-1-2 0 0,2-3-736 0,0-3-176 0,-1 0-48 0,-3-2 0 0,0 1-656 16,-1 1-144-16,1-3-32 0,-1 3 0 0,0-1-816 15,0 2-160-15,0 1-48 0,2-2-3472 0</inkml:trace>
  <inkml:trace contextRef="#ctx0" brushRef="#br0" timeOffset="33233.98">8635 12224 15103 0,'4'6'1632'0,"-2"3"-480"0,1-3-112 0,-1 4-320 0,1 1-64 0,-2-3-16 0,0-1 0 0,-1-4 112 0,0 4 16 0,0 4 0 0,-1 1 0 0,0 5 400 0,-2 3 96 16,0-3 16-16,-1-5 0 0,0-3-368 0,2 0-64 15,-2-5-16-15,0-5 0 0,0-4-144 0,2-5-48 0,1-3 0 0,0-1 0 16,2-4-48-16,1 0-16 0,2-2 0 0,1 0 0 0,0-1-48 16,2 0-16-16,1 0 0 0,-2 3 0 0,0 0 64 15,1 3 0-15,1 1 0 0,-1 1 0 0,2 1-576 31,0 3 0-31,1-1 0 0,-1 8 0 0,4-1-256 16,-1 6-176-16,1 0-16 0,-1 4-16 0,-1 1-384 16,1 3-80-16,-1-1-16 0,-4 1 0 0,-2 2-1088 15,-2-1-208-15,-1-2-64 0,-4 1 0 0,1-2-1280 16,0 1-256-16,0-7-48 0,-2 0-3264 0</inkml:trace>
  <inkml:trace contextRef="#ctx0" brushRef="#br0" timeOffset="36433.17">10735 5179 17407 0,'0'0'1840'0,"0"0"-560"0,0 1-96 0,0 1-224 0,0-2-64 0,0 3 0 0,0-3 0 0,1 1-144 16,-1 1-48-16,1 1 0 0,1-1 0 0,0 5-96 16,0-1-32-16,1 0 0 0,1 0 0 0,-1 0-96 15,2-2-32-15,-1 1 0 0,2-1 0 0,-1-2-272 16,1-2-176-16,1 3 192 0,-1 0-192 0,1 0 800 16,1 0 48-16,0 1 16 0,0 1 0 0,2-1-592 0,-2-2-112 15,3 1-32-15,2 3 0 0,1-2-128 0,1 2 128 0,3-2-128 0,-1 1 128 16,0-3 64-16,-1 2 0 0,2-1 0 0,1 2 0 0,2 2 0 15,3-1 0-15,-2-3 0 0,2 4 0 0,-2-1-192 16,0 0 128-16,-1 1-128 0,-3 0 128 0,-2-1-128 16,-3 0-176-16,2-2 48 0,-1 1 0 0,2 1 128 15,-1-2 0-15,4 0 128 0,7 3-128 0,7-1 128 16,5 1-128-16,1 2 128 0,3 0-128 0,0 0 0 16,-2 0 0-16,0 2 0 0,-3-1-128 0,-1 1 128 15,-3 2 176-15,-1-5-48 0,2 0 0 0,-4-2 0 16,1-1 0-16,9-1 0 0,9 0 0 0,12 4-128 15,9 1 0-15,-9-1 0 0,-9 2 0 0,-9-1 128 16,-7 2 0-16,6-2 0 0,6-2 0 0,8 2 64 16,3 2 0-16,3-4 0 0,-1 2 0 0,1 0-64 15,-1-3 0-15,-2 2 0 0,-6-1 0 0,-4 1-128 16,-1-2 0-16,8 2 0 0,8-1-176 0,7-1 176 16,4 1 176-16,-10-4-48 0,-7 6 0 0,-8-3-128 15,-4 3 128-15,10-3-128 0,11-2 128 0,8 1 0 16,5-2 0-16,-10 0 0 0,-12-2 0 0,-7 2-128 15,-6 1 128-15,11-4-128 0,9 2 128 0,8-2-128 16,7 0 0-16,-11 0 0 0,-11 2-176 0,-7-2 176 16,-6 0 176-16,9 0-48 0,7 0 0 0,10 0 0 15,6 0 0-15,-11-2 0 0,-10 0 0 0,-10 2 0 16,-8 0 0-16,9 0 0 0,10 0 0 0,10 0-128 16,7 0 128-16,-12 0-128 0,-14 0 128 0,-10 0-128 15,-7 0 0-15,5 0 0 0,4 0 0 0,-1 0 0 0,4 0 128 0,1-2-128 0,2-2 128 0,2 2-128 16,0-3 128-16,-7 1-128 0,-8-2 128 0,-7 0-128 15,-5 2 0-15,-4-1 0 0,-2 3 0 0,-1-2 0 16,-3 4 0-16,3-4 0 0,-1 4 0 0,5-2 240 16,-1 2 16-16,-2-3 0 0,0 2 0 0,-1 0 0 15,0 1 0-15,-2-1 0 0,-1 1 0 0,1 0-112 16,-2-3-16-16,-2 3 0 0,0-2 0 0,-2 2 0 16,0 0 0-16,0-2 0 0,-1 2 0 0,0 0 0 15,0 0 0-15,0-2 0 0,-1 2 0 0,-1 0 64 16,1-3 0-16,-1 2 0 0,0-1 0 0,0-2-192 15,0 2 128-15,-1-2-128 0,0 1 128 0,-1 3 64 16,2-2 0-16,-2-1 0 0,0 2 0 0,1-1 0 16,-1-2 0-16,-1 2 0 0,-1-1 0 0,1 2-192 15,0 0 0-15,-2-1 0 0,0-3 0 0,1 2 240 16,-1-1 16-16,1 2 0 0,0-5 0 0,-2 1-256 16,2 0 0-16,0-3 0 0,-2 3 0 0,1-5 0 15,0 4 0-15,-2-5 0 0,1 4-160 0,0 0 160 16,0 3 0-16,1-1 128 0,-2-4-128 0,-2 2 0 15,1-3 0-15,-3 1 0 0,1-3 0 0,-2 1 128 16,1 1-128-16,-1-2 128 0,-1 2-128 0,-1 1 0 16,1 2 128-16,0-2-128 0,0-1 0 0,0 2 0 15,2 2 128-15,-2-2-128 0,0 0 0 0,1-1 0 16,1 2 0-16,0-1-160 0,0 0 160 0,1 2 0 16,1 0 128-16,0-1 0 0,0 0 16 0,0-4-16 15,0 3 0-15,-2 0 0 0,1 3 0 0,-1 0-256 0,1-1-64 0,-1 5-16 16,1-1 0-16,0 3 208 0,-1 0 0 0,1 3 0 0,-1-1 0 15,2 1-192-15,0 1-64 0,0 2 0 0,1-3 0 0,0 4 432 16,1 0 80-16,2-1 0 0,0 2 16 0,4 0-272 16,0 1 0-16,2 0 0 0,1-2 0 0,1 0 0 15,1 0 0-15,1-1 0 0,2-4 0 0,1 2 192 16,1-4 0-16,6 0-16 0,1-3 0 0,7 0-176 16,3-3-272-16,5-1 64 0,5 2 16 0,2-1 64 15,3 3 128-15,-4-4-208 0,-5 7 80 0,-1 0-128 16,-3 0 0-16,-5 4-16 0,-5-1 0 0,-4-1 112 15,-3 3 32-15,-4 2 0 0,-3 0 0 0,-2-1 128 16,-1 2-128-16,-2 5 128 0,-2 2-128 0,-1 3 128 16,0 1 0-16,-4 10 128 0,-2 13-128 0,-1 8 128 15,-2 9-128-15,-6-4 128 0,-4-5-128 16,-3-4-384-16,-2-6-160 0,-5-4-32 0,-2-7 0 0,-4-2 896 16,-1-5 160-16,5-1 32 0,5 0 16 0,1-3-528 15,3 1 0-15,2-4 0 0,0-3 0 0,3-3 0 16,2-7 0-16,2-4 0 0,4-11 0 0,3-5-1120 15,4-8-128-15,5-2-32 0,4 1 0 0,3 0-1632 16,3 2-336-16,5-2-64 0,5-3-11376 0</inkml:trace>
  <inkml:trace contextRef="#ctx0" brushRef="#br0" timeOffset="39133.44">16345 3933 14399 0,'3'-6'3328'0,"-2"0"-1008"0,0 3-192 0,0 1-864 0,1-2-176 0,-1 4-48 0,-1-2 0 0,0 2 144 0,0 0 32 0,1 0 0 0,-1 0 0 0,0 0-368 0,1 0-64 0,-1 0-16 0,0 2 0 0,2 2-304 15,-2-4-64-15,0 0-16 0,0 27 0 0,0-3 64 16,0 7 0-16,0 11 0 0,0 8 0 0,0 5-160 16,2 5-32-16,-2-9 0 0,0-3 0 0,0-8 208 15,0-3 48-15,-1 5 0 0,-2 9 0 0,-2 8-160 16,2 5-32-16,-1-3 0 0,1-8 0 0,1-3-192 16,1-6-128-16,0 2 128 0,-1-2-128 0,1-2 224 15,1 0-32-15,0 8 0 0,3 7 0 0,-1 6-48 16,2 6-16-16,1-14 0 0,0-13 0 0,2-9-128 15,0-6 0-15,0 7 0 0,0 4-176 0,0 8 176 16,1 2 176-16,-1 3-48 0,0-3 0 0,0 0-128 16,2 0 0-16,-3-7 0 0,0-6 0 0,-1-11 0 15,0 1 0-15,-1 7 0 0,-3 8 0 0,1 6 0 16,-1 7 128-16,-1-5-128 0,2 0 128 0,-1-1-128 16,0 0 0-16,-1-11 0 0,0-9-176 0,0-6 176 15,0-6 0-15,0 1 128 0,-2-1-128 0,0-3 0 16,1 3 0-16,0 0 0 0,-1 4-128 0,0 2 128 0,1 2 0 0,-1 2 128 0,-1 5-128 0,1-1 0 15,-2 5 0-15,1-6 0 0,0-2 0 0,-1-1 224 16,0-4-32-16,2-4 0 0,-2 2 0 0,0-7-192 16,1 0 0-16,-2-3 0 0,1 0 0 0,0-2 192 15,1 1 0-15,-1-2 0 0,0 0 0 0,2-2-192 16,-1-1 0-16,2 0 0 0,-1 2 0 0,-1-4 256 16,2 2 0-16,-2-1 0 0,2-1 0 0,0 2 48 15,1-1 16-15,-1-1 0 0,1 1 0 0,0-2-160 16,0 0-32-16,0 0 0 0,0 0 0 0,0 0-128 15,0 0 128-15,0 0-128 0,0 0 128 0,0 0 112 16,0 0 16-16,0 0 0 0,0 0 0 0,0 0 0 16,0 0 0-16,0 0 0 0,0 0 0 0,0 0 96 15,0 0 32-15,0 0 0 0,0 0 0 0,0 0-384 16,0 0 0-16,21-8 0 0,-16 7-128 0,0 1 128 16,0 0 0-16,1-2 0 0,0 2 0 0,0-3 0 15,2 2-128-15,0 1 128 0,1-3-128 0,3 3 128 16,-1-2 0-16,3 1 128 0,0-2-128 0,0 3 0 15,2-2 0-15,1-2 0 0,0 2 0 0,0-1 176 16,2 2-48-16,-2 1 0 0,2 0 0 0,-1 0-128 16,-1 0 0-16,0 0 0 0,-3 1-176 0,-1 2 176 15,-1 0 0-15,2 2 128 0,-1-4-128 0,1 4 0 16,1-2-240-16,3-3 48 0,5 4 0 0,4-4 192 16,2 2 160-16,5-2-32 0,3 4 0 0,4-4-128 15,2 2 0-15,-2-2 0 0,-3 3-176 0,-1 0 496 16,-1 1 112-16,-5-1 16 0,-5-1 0 0,-4-1-720 0,-1 2-144 0,6-1-32 15,7-2 0-15,5 0 448 0,5 0 0 0,6 0 0 0,5 0 0 16,3 1 0-16,3 4 0 0,-11-3 0 0,-7-1 0 0,-8 3 0 16,-5-4 0-16,9 2 0 0,13-2 0 0,9 1-128 15,6 2 128-15,-8-3-128 0,-6 0 128 0,-3 0 0 16,-5 2 224-16,1-4-32 0,2-2 0 0,2-1-48 16,2 1-16-16,5-1 0 0,5 4 0 0,4-1-128 15,5 2-176-15,-13-3 48 0,-9 2 0 0,-5-1 128 16,-6-2 176-16,14 1-48 0,11 1 0 0,10 2 0 15,7 0 0-15,-13-1 0 0,-11-1 0 0,-12 1-128 16,-3 1 0-16,13-2 0 0,13-1-176 0,12 2 176 16,7-1 0-16,-18 2 0 0,-15-4 0 0,-11 4 0 15,-6-3 0-15,15 1 0 0,13-1 0 0,12 2 0 16,6 1 0-16,-15-2 128 0,-16 2-128 0,-11-3 128 16,-5 3-128-16,7 0 128 0,9 3-128 0,6-3 0 15,3 2 0-15,0 1 0 0,-6 0 0 0,-2 0 0 16,-3 1 0-16,-8-2 0 0,-10 2-128 0,-6-1 128 15,-3 2-128-15,4-2 128 0,4-2-128 0,4 2 128 16,5-1 176-16,0-2-48 0,0 4 0 0,-2-4-128 16,0 2 0-16,-6-2 0 0,-7 4 0 0,-5-2 0 15,-3 0 0-15,-4-1 0 0,-3 3 0 0,0-4 0 16,-3 2 0-16,-1-2 0 0,0 4 0 0,-1-4 0 16,0 2 0-16,0 2 0 0,0-2-176 0,0 0 176 15,-1 3 0-15,-1-4 128 0,0 0-128 0,1 3 0 16,-2-4 0-16,-1 2 0 0,1-2 0 0,0 0 128 15,-1 0-128-15,1 0 128 0,1 0-128 0,-2 0-208 0,1 0-112 0,-1 0-32 0,0 0 0 0,0 0 672 16,0 0 128-16,0 0 16 0,0 0 16 0,0 0-288 16,0 0-48-16,0 0-16 0,0 0 0 0,0 0-128 15,-6-21 0-15,6 15 0 0,0 1-176 0,0-1 176 16,0 0 0-16,0-3 128 0,0 2-128 0,0-2 0 16,0 0 0-16,1-3 0 0,-1 0 0 0,0-2 0 15,1-1 0-15,-2-1 0 0,1-5 0 0,0-2 0 16,0 0 0-16,0-4 0 0,-1 1-128 0,0-1 128 15,-1 0 0-15,1-4 128 0,0-5-128 0,-2 0 0 16,2-1 0-16,-1 1 0 0,-2 3 0 0,1 6 0 16,1-1 0-16,-2-5 0 0,1-5-128 0,-1-4 128 15,0-7 0-15,0 1 0 0,2 5 0 0,-1 1 0 16,2 3 192-16,-1-4-32 0,-2 1-16 0,0 4-144 16,1 4 0-16,-1-5 0 0,-1-3 0 0,1-4-192 15,1-1 192-15,-1-2-192 0,0 0 192 0,2 1 0 16,0 0 0-16,-1 1 192 0,0 4-64 0,1 4-128 15,-1 3-176-15,1-7 48 0,-2-8 0 0,2-7 128 16,-1-7 176-16,1 8-48 0,-1 11 0 0,1 4-128 16,1 9-144-16,-2-4 144 0,-1 1-208 0,1 0 208 15,-4-3 128-15,2-4 0 0,-1-11-128 0,1-3 0 16,2-2 0-16,-2 9 0 0,2 11 0 0,0 6 0 16,0 9 0-16,-1-1 0 0,1 1 0 0,-1-2 0 15,-1 2 0-15,1-10 0 0,-1-5 0 0,2-8 0 16,-1-5 0-16,0 4 0 0,0 2 0 0,0 6 0 15,1 4 0-15,-1 9 0 0,1 4 0 0,-2 7 0 16,1 4 0-16,-1 3 0 0,0-3 0 0,1 3-192 0,2 0 48 0,-2-2 16 0,2 1 0 16,-2-3 128-16,2 1 176 0,-1-3-48 0,1-2 0 0,-1-2-128 15,2 1 0-15,-2-3 0 0,1-3-176 0,-1 1 176 16,2 1 0-16,-2-2 0 0,0 3 0 0,1 3 0 16,-1-1 0-16,-1 5 0 0,1 4 0 0,-1-1 0 15,-1 5 0-15,1-1 128 0,-2 2-128 0,1 1 128 16,0-1-128-16,-2 1 128 0,-2 2-128 0,0-2 0 15,-2 2 0-15,0 1 0 0,-1-2-128 0,0 3 128 16,2-2 0-16,-2 2 128 0,0-2-128 0,-1 4 0 16,-1 0-128-16,0-2 0 0,1 0 0 0,-1 3 128 15,2-2 176-15,-3-1-48 0,0 2 0 0,-2-2-128 16,1 0 0-16,-8 0-160 0,-4 0 160 0,-7 3 0 16,-2-2 0-16,-5 4 0 0,-6-1 0 0,-2 4-144 15,0 1 16-15,6-3 0 0,10 3 0 0,4-3 128 16,3 3 0-16,0 1-144 0,-4-2 144 0,-4 0 0 15,-5 0 0-15,-5 3 0 0,-7-2 0 0,-8 3 0 16,-6 3 0-16,1-2 0 0,6 1 0 0,7-1 0 16,6-1 0-16,-6 1 0 0,-8-2 0 0,-8-1 0 15,-5 1 0-15,7-5 0 0,12 0 0 0,8-2-176 16,7-4 176-16,-6 2-128 0,-6 1 128 0,-4 0 0 16,-2 1 128-16,-1 1 0 0,2-5 0 0,2 1-128 15,2-1 0-15,6 3 0 0,8-3 0 0,4 2 0 16,7-2 0-16,-11 1 0 0,-9-1 0 0,-8 0 0 15,-4-1 0-15,6 1-128 0,6-2 128 0,5-2 0 16,5-1 0-16,3 4 0 0,5 1 128 0,4-3-128 16,3 6 0-16,-8-3 0 0,-5 1 0 0,-1 2 0 0,-1 0 0 0,-5 2-128 15,-4-4 128-15,1 1 0 0,-2 1 0 0,7-3 0 0,8 0 0 0,7-2 0 16,4 2 0-16,0-1 0 0,-2 1 0 0,-1 0-128 16,0 0 128-16,-7 1-128 0,-4 1 128 0,-2 1 0 15,-3 1 128-15,1-2 0 0,-1-2 0 0,2 4-128 16,1-4 128-16,5 0-128 0,6 0 128 0,3 0-256 15,5 0-64-15,-1 0 0 0,3-3 0 0,0 2 192 16,1 1 176-16,-3-2-48 0,-3 2 0 0,-2 0-128 16,0 0 0-16,-3 2 0 0,-2-2-176 0,-2 1 176 15,0 2 0-15,2-1 128 0,2-2-128 0,4 0 0 16,0 2 0-16,0 0 0 0,0-2 0 0,1 0 0 16,-1 0-128-16,2 0 0 0,4 0 0 0,1-2 128 15,1 2 0-15,2-2 0 0,-2 2 0 0,2 4 128 16,-2-4 48-16,1 2 16 0,-1-2 0 0,-2 2-192 15,1-1-272-15,0-2 64 0,2-1 16 0,-1-2 192 16,1 0 0-16,2-2 0 0,-2 2 160 0,2-4-160 16,0 2-176-16,1 0 48 0,3 2 0 0,0-1 128 15,2 2 0-15,2-1 128 0,-1 2-128 0,3-1-384 16,0 2-160-16,1 1-32 0,2 0 0 0,1 0-1216 16,1 1-256-16,1-1-64 0,4 3 0 0,1-1-1072 15,1 2-208-15,-1-1-64 0,-1 0-10592 0</inkml:trace>
  <inkml:trace contextRef="#ctx0" brushRef="#br0" timeOffset="41599.98">16532 4629 15359 0,'-1'-5'2448'0,"1"-1"-720"0,1 0-160 0,0-3-224 0,0 3-64 0,2-2 0 0,-2 4 0 0,0 0-256 0,2 2-64 0,1-3-16 0,0-1 0 0,5-2-160 31,1 2-16-31,0 1-16 0,1 1 0 0,3 2-944 0,-1-1-176 0,2 3-32 0,0 3-16 0,0-1 640 16,-2 2 128-16,1-4 32 0,-3 3 0 0,-1-3-384 16,-1 0 144-16,-1 0-144 0,1-3 0 0,0 3 384 15,-2-4-48-15,4 2 0 0,2-1 0 0,3 0-16 16,2-2 0-16,6 1 0 0,3 2 0 0,5 0-320 15,4 2 0-15,1 4 0 0,0 0 0 0,1 3 128 16,0 3-128-16,-6 0 128 0,-5-1-128 0,-5-1 176 16,-2-2-48-16,0 3 0 0,-1 0 0 0,0-3 96 15,0 0 16-15,2 0 0 0,0-3 0 0,-2-2-80 16,0-1-16-16,3 0 0 0,7-1 0 0,8-4 96 16,7 1 16-16,6-5 0 0,-1 3 0 0,-1-2-112 15,-2 0-16-15,-9 1 0 0,-7-1 0 0,-8 0 0 16,-4 2 0-16,-1-1 0 0,3 1 0 0,2-2-128 15,4-1 128-15,4 0-128 0,3 3 128 0,4 0-128 16,6 2 128-16,-1 2-128 0,-2 2 128 0,-5 0-128 16,-5 2 0-16,-2 2 0 0,-5-4 0 0,-2 2 0 15,-2 2 128-15,-1-2-128 0,1 1 128 0,1-3 0 16,-1 1 0-16,4-1 0 0,4 3 0 0,4-1-128 16,2-1 0-16,2 4 0 0,-1-1-176 0,-4-1 176 0,-1 0 176 0,-1 2-48 0,2-1 0 0,-1-2 0 15,1 5-128-15,-4-5 192 0,-1 2-64 0,-4-4-128 16,-3 1-144-16,1-1 144 0,-2 1-208 0,2-1 208 15,-3 1 256-15,5 2-48 0,4-3-16 0,5 4 112 16,9 1 16-16,2 1 0 0,1 4 0 0,1 1-320 16,-1 1 0-16,-5-2 0 0,-6 4 0 0,-6-2 0 15,-2-2 0-15,-3 1 0 0,-2-5 0 0,0 0 0 16,-2 1 0-16,2-4 0 0,6 0 0 0,4-1 0 16,3-2 160-16,1-2-160 0,1 2 128 0,0 0-128 15,2 0 0-15,0-3 0 0,1 2 0 0,0 1 192 16,0-2 0-16,-5-2 0 0,-5 1 0 0,-4-3-64 15,-2 1 0-15,-1 2 0 0,2-4 0 0,1 4-128 16,1 0 0-16,1 1 0 0,-1-2 0 0,1 4 128 16,-1-2 0-16,4 2 0 0,6 0 0 0,4 0-128 15,2 2-272-15,0-1 64 0,-7 2 16 0,-5-1 192 16,-5 1 160-16,-4 0-32 0,-2-3 0 0,-4 0-128 16,0 3 0-16,-2-3 0 0,1 0 0 0,2-3 0 15,0 3 0-15,3-3 0 0,3 0 0 0,1 1 240 16,1-4 16-16,0 2 0 0,1-2 0 0,-1 1-256 15,-2 1 0-15,2-2 0 0,1 0 0 0,3-1 192 16,-1 2 0-16,2-1 0 0,-2 3 0 0,-1-4-192 16,-2 5-160-16,-1-1 32 0,-5 3 0 0,-4 0 128 15,0 0-128-15,-2 0 128 0,0 3-128 0,-2-1 128 16,-1 2 0-16,0-1 0 0,-1 0 0 0,0 1 0 16,0 1 0-16,0-3 128 0,-1 2-128 0,-2-1 128 0,2-3-128 0,-1 1 128 0,0 1-128 0,0-2 0 15,0 0 0-15,0 0 0 0,1 0-128 0,-1 0 128 16,1-2 0-16,0-2 0 0,-2 2 0 0,1-2 0 15,-1 1 0-15,1 0 128 0,-2 0-128 0,1 0-240 32,0-2-112-32,-1 1-32 0,0 0 0 0,-1-1-864 15,0-1-176-15,0 2-48 0,-2-1 0 0,-2 3-1536 16,0 1-320-16,-1 2-64 0,1 1-9184 0</inkml:trace>
  <inkml:trace contextRef="#ctx0" brushRef="#br0" timeOffset="42832.85">17332 3970 12543 0,'0'-1'2432'0,"0"1"-736"0,0 0-144 0,0 0-416 0,0 0-96 0,0 0-16 0,0 0 0 0,0 1-560 0,0 2-112 0,0-3-32 0,0 2 0 0,0-2 256 15,0 0 64-15,0 0 0 0,0 0 0 0,0 0 144 16,0 0 48-16,0 0 0 0,-5 23 0 0,4-17-624 15,0 0-208-15,-1 1 144 0,1 3-144 0,0 0 448 16,1 1 0-16,-1 4 0 0,2 6 0 0,-1 1-144 16,2 8-32-16,1 1 0 0,2 1 0 0,-2-2-16 15,2-6 0-15,-1 0 0 0,1-3 0 0,-1-2-256 16,-2-5-192-16,2 1 16 0,-3-1 16 0,2-1 464 16,-3 1 80-16,0-3 32 0,1-1 0 0,-1-1-128 15,0-3-32-15,0-1 0 0,0-1 0 0,0-2-256 16,0-2 0-16,0 0 0 0,0-5 0 0,0 1 464 15,0 1 48-15,-1-6 0 0,-1 0 0 0,2-1-320 16,-1-3-48-16,0 1-16 0,1-1 0 0,1 3-128 16,-1-2 0-16,1 1 0 0,2-2 0 0,-1-5 0 15,2 1 0-15,0-7 0 0,0-3 0 0,0-7 0 16,3-5 0-16,-1-1 0 0,1-2 0 0,2 3 0 16,-2 3 128-16,1 4-128 0,0 4 128 0,1 7-128 15,0 3 0-15,1 2 0 0,-2 5 0 0,2 4 0 0,0 1 0 16,0 4 0-16,-3 1-176 0,0 2 48 0,0 1 0 0,-2-2 0 0,0 3 0 0,-1-3 128 15,1 3 0-15,-2-3 128 0,1 3-128 0,0 1 0 16,1-1 0-16,-2 5 0 0,0-1 0 0,-1 1 176 16,1 2-48-16,-3-1 0 0,0 3 0 0,-2-3-128 15,0 3-272-15,-2 4 64 0,-1 7 16 0,-5 8 192 16,-2 16 0-16,-5 1 0 0,-2 1 160 0,-2-7-32 16,1-8 0-16,2-8 0 0,1-11 0 0,0-5-128 15,4-4 0-15,-1-1 0 0,2-5 0 0,0 0 0 31,0 0-272-31,4-2 64 0,0-5 16 0,2-1-720 16,2-2-144-16,4-1-32 0,2 2 0 0,1 2-608 16,1-2-128-16,4 3-32 0,1-3 0 0,5 0-1888 15,2 3-384-15,1 0-80 0,4-3-2112 0</inkml:trace>
  <inkml:trace contextRef="#ctx0" brushRef="#br0" timeOffset="43266.66">17708 4208 12287 0,'2'-6'1536'0,"1"3"-464"0,-2-1-96 0,2 2-64 0,-2 2-16 0,0-3 0 0,0 2 0 0,1 1 160 15,-1 1 32-15,0 2 0 0,1-1 0 0,2 2-256 16,1 2-64-16,1 0 0 0,-1-1 0 0,1 3-352 15,-1-2-80-15,0 0-16 0,-1-1 0 0,1-2-48 0,1 0-16 0,-1-3 0 0,0-3 0 0,0-2-112 16,0-2-16-16,-1-2-128 0,1-3 192 0,-2-2-192 16,1-2 176-16,-1 1-176 0,-3 2 160 0,0 1-160 15,0 3 0-15,0 1-160 0,-3-2 160 0,-1 1 0 16,1 0 0-16,-4 1 0 0,1 4 0 0,-1 2 320 16,1 2 144-16,-3 6 48 0,3 2 0 0,-2 2-160 15,3 4-32-15,0 0 0 0,-1 5 0 0,3 2-320 16,-2 7 0-16,2-1 0 0,1 0 0 0,0 0 0 15,4 0 144-15,-1-3-144 0,0-4 0 0,3-3 240 16,0-5-64-16,-1-1-16 0,2-3 0 0,0-3-160 16,1-1 0-16,1-4 0 15,1-2-176-15,2 0-432 0,0-4-96 0,1-3 0 16,2-1-16-16,0-1-704 0,1-1-144 0,-1-1-32 0,1 0 0 0,0-3-1664 16,0 1-352-16,-1-4-64 0,-1 1-2432 0</inkml:trace>
  <inkml:trace contextRef="#ctx0" brushRef="#br0" timeOffset="43532.71">18002 4157 17535 0,'8'4'1968'0,"-2"1"-592"0,0 1-112 0,1 3-816 16,0-3-144-16,-4 0-48 0,-1-2 0 0,-1 1 64 15,0-2 16-15,2 6 0 0,-1 3 0 0,2 6 144 16,-2-2 32-16,-1 1 0 0,-1-7 0 0,-2-1 144 15,-1-3 48-15,1 0 0 0,0-4 0 0,-1 1-160 0,2-2-32 0,0 2 0 0,1-3 0 0,-2 0-48 16,2-3-16-16,0-1 0 0,3-2 0 0,-1-5-304 16,2-1-144-16,2-4 128 0,0-4-128 0,2-2 128 15,0-6-128-15,2 1 128 0,1 0-128 0,2-3 128 16,-1 3-128-16,1 4 128 0,-2 4-128 0,0 7 0 31,-1 1 0-31,-3 4 0 0,-1 5-176 0,0 1-1088 16,-1 1-208-16,-1 3-64 0,0 6 0 0,0 1-608 15,-1 7-128-15,0 4-32 0,0 0-6528 0</inkml:trace>
  <inkml:trace contextRef="#ctx0" brushRef="#br0" timeOffset="43966.81">18304 4043 22719 0,'-7'18'0'0,"0"-4"0"0,1 2 0 0,0 4 608 15,1-4 128-15,1-5 32 0,3-4 0 0,0-4-256 16,0 4-64-16,-1 4 0 0,0 4 0 0,-2 6-192 16,0 0-64-16,3-3 0 0,0-3 0 0,2-6 160 15,0-3 32-15,2-2 0 0,1-8 0 0,2-1-384 16,0-4 0-16,0-1 0 0,2 0-128 0,-2 2 128 15,1-1 0-15,-1 0 0 0,1 3 0 0,0 0 0 16,0 0 0-16,1 1 128 0,1 4-128 0,0-2 0 0,1 6 0 0,0-2 0 0,-2 6-128 0,-1 0-48 16,-1 2 0-16,-2 3 0 0,-2-3 0 0,-3 3 496 15,0 0 112-15,-3 0 16 0,-2 3 0 0,-1 0-64 16,-2 0 0-16,0 1 0 0,-1-1 0 0,1-3-256 16,-1 3-128-16,1-5 128 0,2-1-128 0,2-3 384 31,0-1-16-31,1-2 0 0,0-3 0 0,2-2-944 15,2-2-192-15,0-2-48 0,1-5 0 0,1 1-944 16,2-2-192-16,4-3-32 0,-1 2-16 0,0 2 784 16,1 3 144-16,3-2 48 0,0-3 0 0,5-1-1728 15,2-1-352-15,1-1-64 0,1 1-1104 0</inkml:trace>
  <inkml:trace contextRef="#ctx0" brushRef="#br0" timeOffset="44299.94">18608 4169 21439 0,'8'-2'2448'0,"-3"1"-720"0,-8-3-160 0,2 3-16 15,1 0 0-15,0 1 0 0,0 0 0 0,-1 0-976 16,1 0-208-16,-3-3-48 0,-1 3 0 0,4 0-320 16,0 0 0-16,-21 17 0 0,13-7 0 0,-1 1 0 15,0 5-240-15,1-3 48 0,0-1 0 0,2 2 192 16,2-2 160-16,2-2-32 0,2-1 0 0,0-1-128 16,2-1 0-16,2 1 0 0,1-2 0 0,4 1 0 15,1 1 0-15,2-4 0 0,2 0-176 0,3-3 176 16,3-2 0-16,-1-3 128 0,0-6-128 0,-2-1 0 15,1-1 0-15,-3-3 0 0,-4 2-128 0,-1-2-16 16,-3 3 0-16,-2-3 0 0,-1 3 0 0,-3 0 272 0,-1-2 64 0,-1 0 16 0,-1 1 0 16,0-1-208-16,1 3 144 0,-3-1-144 0,-2 2 128 0,0 1-384 15,-3 0-64-15,-2 1-32 0,-2 4 0 0,-3-1 1008 32,-1 5 208-32,-2 5 32 0,5 7 16 0,0 3-1376 15,3 0-288-15,1 4-48 0,4 2-16 0,1 0-128 16,2 3-16-16,5-3-16 0,3-3 0 0,3-6-304 15,5 1-48-15,0-7-16 0,2-3 0 0,1-3-896 16,0-1-192-16,-1-1-48 0,0-1-4944 0</inkml:trace>
  <inkml:trace contextRef="#ctx0" brushRef="#br0" timeOffset="44734.16">18848 4015 22719 0,'3'-3'1024'0,"-1"0"-320"0,0 3-48 0,2-3-272 15,0 3-48-15,0 3-16 0,-3-2 0 0,0 1 112 16,2 1 16-16,-1 1 0 0,2 0 0 0,1 4-256 16,3 3-32-16,2 5-16 0,1 1 0 0,0 4-16 15,1 3 0-15,-4-2 0 0,0-2 0 0,-3-1 160 16,-2-5 32-16,-1-1 0 0,-4-1 0 0,1 0 48 16,-3 0 16-16,-2 0 0 0,-1 0 0 0,-2 3 48 15,-1 0 16-15,0-3 0 0,2 1 0 0,0-5-112 16,1 2-16-16,2-1 0 0,0-7 0 0,3 2 0 15,-1-4 0-15,2 0 0 0,2-2 0 0,2-2 112 16,0 0 16-16,3-2 0 0,2-3 0 0,2 3-256 0,2-2-64 0,0-1 0 0,2-1 0 16,0-1-128-16,0 1 0 0,3-2 0 0,-1-3-176 0,2 0 176 15,2 0 0-15,-3 0 128 0,1 3-128 0,-2 3 0 16,-1-1 0-16,-2 3 0 0,-2 2-128 0,0 3-64 16,-1-1 0-16,0 3 0 0,0 3 0 0,0-1 64 15,-1 4 0-15,-1 2 0 0,-2 0 0 0,1 3 128 16,-4-1 0-16,1 1 0 0,-1 2 0 0,-1-3 256 15,-1 1 128-15,0 1 16 0,-1 1 16 0,2 1-416 16,-1 2-144-16,-1 2 0 0,1-3 0 0,-1-1 144 16,3 1 128-16,-2-2-128 0,-1-6 176 0,0 0-336 31,0 0-64-31,0-4-16 0,-1 1 0 0,-1-1-2064 0,1-1-400 0,0-2-96 16,0 3-9504-16</inkml:trace>
  <inkml:trace contextRef="#ctx0" brushRef="#br0" timeOffset="47602.34">12759 4040 18623 0,'-4'-3'1632'0,"-1"2"-480"0,2 1-112 0,-2 1-208 0,1 2-64 0,0-1 0 0,2 1 0 0,1 0-256 0,-1 1-48 0,-1 2-16 0,-2 5 0 0,-3 4-192 15,0 7-64-15,-3 8 0 0,1 0 0 0,0 3-48 16,2 0-16-16,2 0 0 0,2-2 0 0,3-4 112 15,1-3 16-15,3-2 0 0,0-5 0 0,4-2-256 16,-1-3 144-16,2 0-144 0,2-3 128 0,3 0 64 16,-1 1 0-16,2-7 0 0,-2 0 0 0,-1-1 0 15,-1-2 0-15,1 0 0 0,3-6 0 0,3 0-192 16,4-3 160-16,0-3-160 0,1-3 160 0,2-2 128 16,-1-2 32-16,-4 1 0 0,-5-3 0 0,-3 2-320 15,-4-1 160-15,-3 4-160 0,-4 1 128 0,-3 0-128 16,1 3 128-16,-4 0-128 0,-3 1 128 0,-2-2-128 15,-3 3 0-15,1-1 0 0,0 1 0 0,2 3 0 16,1 0 128-16,-2 2-128 0,0 1 128 0,-2 4-384 16,0 2-96-16,2 5-16 0,3 5 0 0,4 3-848 15,4 1-192-15,2 1-16 0,6 0-16 0,2 2-480 16,4-4-112-16,2 1-16 0,2-1-6624 0</inkml:trace>
  <inkml:trace contextRef="#ctx0" brushRef="#br0" timeOffset="48066.2">13123 4302 18623 0,'2'8'912'0,"1"1"-272"0,-2-2-48 0,1 5-112 16,0-3-32-16,-1-2 0 0,-1-2 0 0,0-5-256 15,0 2-48-15,0 4-16 0,1 4 0 0,2 0 576 16,-1 1 96-16,2-2 32 0,-1-3 0 0,1 0-256 16,-1-3-64-16,2 0 0 0,-2 0 0 0,3-3-96 15,1 0-32-15,0-3 0 0,0 0 0 0,1-6-192 16,1 3-64-16,-1-7 0 0,0 0 0 0,0-1-128 16,-2-1 128-16,2 1-128 0,-2-5 128 0,1 2-128 15,2-2-272-15,-4 7 64 0,0 1 16 0,-3 4 48 16,1 4 16-16,-2 3 0 0,-1-3 0 0,0 6 0 15,-1-3 0-15,0 3 0 0,-2 4 0 0,0 4 128 16,-1 1 0-16,0 3 0 0,0 4 0 0,1-1 0 16,0 1-128-16,1-2 128 0,2-1-128 0,0-1 128 15,1-1 0-15,1-1 128 0,3 1-128 0,2-4 384 16,2-2 0-16,1-5 0 0,4-3 0 0,-2-8 64 16,2 1 0-16,0-4 16 0,-1 1 0 0,0-2-112 15,-1 0-32-15,1 0 0 0,1-3 0 0,0-1-192 16,1 1-128-16,-4 0 128 0,-4 1-128 0,-1 1-496 15,-2 2-160-15,-3 1-48 0,-1 2 0 0,-1 1-1168 16,-3 1-240-16,-1 4-64 0,-1 4-8128 0</inkml:trace>
  <inkml:trace contextRef="#ctx0" brushRef="#br0" timeOffset="48532.91">13610 4245 14527 0,'4'26'1728'0,"-1"-4"-512"0,1-1-96 0,1 0-640 0,-1-2-128 0,-2-8-32 0,-1-5 0 0,1-4 208 16,-1 2 48-16,0 0 0 0,2 3 0 0,-1 6 96 15,3-1 32-15,0-2 0 0,-3-1 0 0,1-6-64 16,-1 0 0-16,0-3 0 0,0-3 0 0,-1-3-48 16,2-1-16-16,0-6 0 0,0-2 0 0,1-2-448 15,-1-1-128-15,1-1 0 0,0-1 0 0,-1 4 0 16,1 1 0-16,0 1 0 0,0 2 0 0,-1 5 0 16,2 1 0-16,-2 3 0 0,0 3 0 0,1 3 0 15,1 0 0-15,-2 4-128 0,0 1 128 0,0-1-240 16,-2 1 48-16,1 1 0 0,0 1 0 0,0 2 48 0,-1 5 16 0,1-2 0 0,-2 4 0 15,0-1 128-15,-2 3-128 0,2-3 128 0,0-5-128 0,0-2 400 32,0 1 96-32,2-5 16 0,-2-2 0 0,1-1-720 15,-1-2-144-15,2-4-32 0,1-2 0 0,1-2-144 16,1-3-48-16,1-2 0 0,0 1 0 0,0 4-704 16,-1 0-160-16,1-3-32 0,2 0 0 0,1-1-2080 0,1-1-416 0,3 1-96 0,-2-3-16 0</inkml:trace>
  <inkml:trace contextRef="#ctx0" brushRef="#br0" timeOffset="48766.47">13951 4347 20223 0,'16'-1'960'0,"-1"-1"-272"0,-1-4-64 0,-1 1-480 16,-2 1-144-16,-3-2 0 0,-4 2 0 0,-2-1 304 16,0 1-48-16,2-4-16 0,2-2 0 0,3-7-96 15,0-5-16-15,-2 1 0 0,-2 3 0 0,-2 3-128 16,-3 3 0-16,-4 3 0 0,0 3 0 0,-2 1 448 15,1 4 48-15,-4 3 16 0,-1 6 0 0,-2 4-160 16,-3 5-32-16,-1 4 0 0,1 3 0 0,0-2-32 16,2 2-16-16,2-3 0 0,2-3 0 0,2 1-272 15,2-2 160-15,2 2-160 0,3-1 128 0,4 2-128 16,1 1 128-16,4-3-128 0,3 0 128 0,2-2-1376 16,2-5-288-16,-2-4-48 0,1-4-16 0,0-3-384 15,1-4-96-15,2-2-16 0,0-3-4928 0</inkml:trace>
  <inkml:trace contextRef="#ctx0" brushRef="#br0" timeOffset="49132.85">14239 4247 23999 0,'-2'9'608'0,"-1"1"-176"0,1 1-48 0,-2 4-384 15,2-3 0-15,-1-3-224 0,2-3 80 0,0-2 144 16,-2-1-128-16,1 9 128 0,-3 6-128 0,0 3 128 15,0 3 0-15,1-3 128 0,2 0-128 0,1-5 0 16,-1 1-128-16,2-1 0 0,2-1 0 0,0-3 128 16,0 0 0-16,3-10 128 0,2-4-128 0,-1-7 0 15,0-4 0-15,1-1 0 0,3-5 0 0,1-4 176 16,3-5-48-16,0 4 0 0,2-4 0 0,0 5 0 16,1 2 0-16,0-9 0 0,-2 2 0 0,-2 1-496 15,-1-2-96-15,0-4-32 0,4-8 0 0,2-6 176 16,0-7 16-16,1 3 16 0,-4 5 0 0,-4 9 288 15,-3 10 0-15,-3 6 0 0,-5 6 0 0,-2 6 0 16,-3 3 0-16,-1 4 144 0,-2 4-144 0,0 4 400 16,-2-2 0-16,-1 7 0 0,-3 1 0 0,-2 6-704 15,-1 4-144-15,-1 8-16 0,4 1-16 0,-1 7 704 16,2 2 144-16,0 8 16 0,-2 6-9856 0</inkml:trace>
  <inkml:trace contextRef="#ctx0" brushRef="#br0" timeOffset="49867.59">13175 4877 18623 0,'-2'10'1424'0,"1"-2"-416"0,1 5-96 0,-1 2-272 0,1-3-48 0,-1-1-16 0,1-1 0 0,0 2-48 0,0 3-16 0,-2 6 0 0,2 21 0 0,-1 13-80 16,1 5-32-1,-1-5 0-15,1-10 0 0,0-4-208 0,0-7-64 0,0-7 0 0,0-9 0 0,1 0 112 16,0-8 16-16,1-2 0 0,-1-2 0 0,0-3-64 16,2-2 0-16,0-2 0 0,1-4 0 0,1-3 320 15,0 1 48-15,0-3 16 0,0-2 0 0,0-1-576 16,0 0-304-16,0-3 48 0,0-3 0 0,1-1 560 15,0-2 112-15,1-1 32 0,2-1 0 0,1 3-672 32,2 0-128-32,-1 5-32 0,2 1 0 0,-1 5-48 0,-1 2-16 0,2 1 0 0,0 5 0 0,2 4 256 15,0 2 64-15,-1 5 0 0,-3 1 0 0,0 3-112 16,-3 3-16-16,-1-1 0 0,-4 3 0 0,0 0 256 16,-4 1 0-16,-2-2 0 0,-2-3 0 0,-1-1 368 15,-1 0 112-15,-2-4 32 0,-1 0 0 0,-1 0-112 16,0-1-16-16,0-1 0 0,-3 0 0 0,0 0-256 15,0 3-128-15,-3-3 128 0,1-1-128 0,0-1 192 16,-1 1-64-16,2-6 0 0,2 0 0 0,1-5-960 16,4 1-208-16,0-4-48 0,3-1 0 0,3 1 64 15,1 0 0-15,2-3 0 0,3 1 0 0,1-1-496 16,2 1-80-16,4 1-32 0,4-1-6560 0</inkml:trace>
  <inkml:trace contextRef="#ctx0" brushRef="#br0" timeOffset="56800.12">14116 4925 8191 0,'2'-9'2112'0,"1"3"-624"0,-2 0-128 0,1 0-64 0,0 3-16 0,-1 1 0 0,-1-1 0 0,0 2-192 0,0 1-64 0,0-2 0 0,0-2 0 0,0-1-512 15,-1 1-96-15,1 2-32 0,0 2 0 0,0-3 256 16,1 6 64-16,-1-1 0 0,0-2 0 0,-3 4-576 16,1 1-128-16,-2-1 0 0,4-4 0 0,0 0 288 15,-13 21 32-15,6-9 0 0,0 5 0 0,-2 2 0 16,-1 4 0-16,-2 6 0 0,0 4 0 0,-1 3 0 15,1 2 0-15,-4 2 0 0,-1-2 0 0,-2 2-192 16,-1-3-128-16,0-5 144 0,1-3-144 0,0-6 144 16,2-2-144-16,-1 3 128 0,2 3-128 0,0 1 240 15,0 4-48-15,4 4 0 0,1-1 0 0,2 3-192 16,2-1 144-16,0-4-144 0,3-10 128 0,0-3-128 16,1-3-176-16,1-6 48 0,-1-1 0 0,2-6 128 15,0-2 176-15,1-2-48 0,1 0 0 0,2-3-912 16,-1-4-192-16,3-1-48 0,0-5 0 0,4-1-768 15,-1-6-144-15,3 0-48 0,5-6-7392 0</inkml:trace>
  <inkml:trace contextRef="#ctx0" brushRef="#br0" timeOffset="57266.6">13774 4908 13311 0,'0'-4'2112'0,"0"2"-624"0,2-1-128 0,-1 1-576 0,0 0-112 0,-1 0-32 0,1 2 0 0,-1 0 256 0,2 0 64 0,-1 0 0 0,0 0 0 0,-1 0 48 15,0 0 16-15,0 0 0 0,15 23 0 0,-11-8-48 16,0 1 0-16,3 8 0 0,0 5 0 0,2 6-112 0,1 3-32 16,1 2 0-16,4-4 0 0,2 0-352 0,3-3-80 0,2-8-16 15,0-8 0-15,3-8-384 16,0-3 0-16,-3-2 0 0,-1-4 0 0,-1-4-528 16,-3 2 16-16,-2-2 0 0,-5 3 0 0,-2-1-2176 15,-1 2-416-15,-6-6-96 0,-9-5-7808 0</inkml:trace>
  <inkml:trace contextRef="#ctx0" brushRef="#br0" timeOffset="63833.68">15377 5092 10495 0,'-3'2'1728'0,"2"0"-512"0,0 0-96 0,0 1-288 0,0-1-48 0,-1-1-16 0,1 2 0 0,0-3 64 15,0 2 0-15,-1 0 0 0,1 0 0 0,0 0 0 16,0 0 0-16,-1 0 0 0,2 1 0 0,-1-3-208 16,1 0-48-16,1 1 0 0,2 0 0 0,-1 0-192 0,-2-1-64 0,0 0 0 0,0 0 0 0,24 3 112 15,-14-7 16-15,-2 2 0 0,4-7 0 0,-1-1-64 16,1-1 0-16,-1-4 0 0,2-1 0 0,-1-5-96 15,1 0-32-15,0 1 0 0,-3 2 0 0,0 2-96 16,0 1-32-16,-2 0 0 0,0 0 0 0,-2 3-128 16,-1-1 128-16,0 5-128 0,-2-3 128 0,0 1 0 15,1 3 0-15,-3-1 0 0,1 4 0 0,0-2-128 16,-1 6 128-16,0-5-128 0,-1 4 128 0,1-2-128 16,-1 1-272-16,0-1 64 0,1 2 16 0,-2-4 192 15,2 1 0-15,-1 1 0 0,0 3 160 0,0 1-32 16,2 4 0-16,-2-1 0 0,1-2 0 0,-1-2-128 15,0 0 0-15,0 0 0 0,0 0-176 0,1 21 176 16,-1-17 176-16,0 1-48 0,-2 1 0 0,0 0 112 16,1 0 16-16,0 3 0 0,-1 1 0 0,0-1 48 15,1 3 16-15,0 3 0 0,-2 0 0 0,2 3 0 16,1 1 0-16,-1 7 0 0,0 2 0 0,1 8-64 16,-2 2 0-16,1-1 0 0,0-3 0 0,0-5-256 15,1 1 160-15,-2-3-160 0,0-4 128 0,1 0 64 16,-2-2 0-16,2-4 0 0,-1-3 0 0,-1 0-64 15,2-2 0-15,0 0 0 0,-2 1 0 0,1 4 112 16,0-1 16-16,1 1 0 0,0-2 0 0,1 0-64 16,-1-1 0-16,2-1 0 0,-1 1 0 0,1-3-192 15,3 1 144-15,-2-3-144 0,1 0 128 0,-1-6 208 16,2 0 48-16,-1-2 0 0,-1-1 0 0,-1-1-576 0,2 1-96 0,-1-5-32 0,-1 1 0 0,1-2 320 16,-1 0 0-16,-1 0 0 0,-1 0 0 0,1-1 0 31,-2 1-160-31,2 1 160 0,-1 1-128 0,0-2-720 15,0 1-144-15,-1 3-32 0,1 1 0 0,0 1-1280 16,1 0-256-16,-1 3-48 0,-2 4-16 0,0 4-2560 16,-1 1-512-16,-2 0-96 0,-2 0 464 0</inkml:trace>
  <inkml:trace contextRef="#ctx0" brushRef="#br0" timeOffset="64266.14">15424 5631 19455 0,'0'0'2560'0,"0"0"-768"0,0 0-160 0,1 0-592 0,0 0-112 0,1 0-32 0,-2 0 0 0,1 0-192 0,1 1-64 0,2-1 0 0,3 0 0 0,3-1 112 16,4-1 16-16,1-2 0 0,3-5 0 0,3-2-512 15,3-2-112-15,-1-1-16 0,0 0 0 0,-4 3 288 32,-2 3 48-32,0-1 16 0,1-1 0 0,2 4-1840 15,1-3-368-15,-1 8-80 0,0 7-16 0,-2 6-2896 16,1 3-576-16,-4-1-112 0,-3 0-1232 0</inkml:trace>
  <inkml:trace contextRef="#ctx0" brushRef="#br0" timeOffset="70400">11113 4684 16127 0,'-2'-5'1120'0,"-1"1"-336"0,1-2-64 0,-1 1-160 0,1 1-48 0,-1-2 0 0,1 4 0 0,1-2-48 16,-1 2-16-16,1-2 0 0,-3-1 0 0,1-3 64 16,-2 0 0-16,-3 2 0 0,2 1 0 0,0 2 48 15,1 3 16-15,-1 1 0 0,-2 3 0 0,0 2-112 16,-5 3-16-16,0 3 0 0,-2-2 0 0,1 4-96 16,0-1-32-16,0 2 0 0,0 0 0 0,1 2 0 15,-1 0 0-15,2 2 0 0,1 1 0 0,2 2 112 16,2 1 16-16,0-5 0 0,4-3 0 0,0-4-448 15,3-2-224-15,1 1 32 0,2-2 0 0,3 1 192 16,2 1 0-16,0-1 0 0,5-1 160 0,0 2-160 16,3-1 128-16,2-1-128 0,4 0 128 0,1-2-128 15,5-1 128-15,-1-1-128 0,-1-2 128 0,1-2-128 16,-1-2 128-16,-3-2-128 0,-4-2 128 0,-2-3 0 0,-1-2 0 0,-2 1 0 0,0-2 0 0,-2-1 0 16,0 1 0-16,-1 1 0 0,0-2 0 0,1 1-128 15,-1 0 0-15,-3-6 0 0,0 4-176 0,-3-5 176 16,-2 0 176-16,0 2-48 0,-3 2 0 0,0 1-128 15,-1 0 0-15,-2-1 0 0,-3-2 0 0,-3-7 0 16,-3 0 128-16,-2-1-128 0,1 1 128 0,2 6-128 16,2 3 128-16,-1 3-128 0,0-1 128 0,-1 2-128 15,-1 2 0-15,-1 6 0 0,4 6 0 0,-1 6-256 32,2 6-64-32,2 3-32 0,4 6 0 0,2 6-608 15,2 1-128-15,3-2-32 0,1-2 0 0,3-6-1104 16,-1 0-208-16,5-6-64 0,0-2-6784 0</inkml:trace>
  <inkml:trace contextRef="#ctx0" brushRef="#br0" timeOffset="70900.92">11482 5065 27391 0,'-2'-6'912'0,"2"2"-272"0,2 1-48 0,-1 1-112 0,1 2-32 0,1 0 0 0,-2 0 0 0,0 0-1136 16,2 2-224-16,1-2-48 0,2 4-16 0,2 1-1200 15,4-1-256-15,-3-1-32 0,0 2-6096 0</inkml:trace>
  <inkml:trace contextRef="#ctx0" brushRef="#br0" timeOffset="71067.43">11717 5082 25855 0,'0'-2'0'0,"1"-1"144"0,0 2-144 0,0-4-528 16,2 2-192-16,-1 2-48 0,1-1-8896 0</inkml:trace>
  <inkml:trace contextRef="#ctx0" brushRef="#br0" timeOffset="78399.92">12188 4435 14527 0,'0'-3'1632'0,"0"-1"-480"0,0-1-112 0,0 1-64 0,0 1-16 0,1 3 0 0,-1-3 0 0,0 3-48 16,0 0-16-16,0 0 0 0,0-2 0 0,0-1-400 15,0-1-96-15,0 1-16 0,0 0 0 0,0-1-144 16,0 4-48-16,0 0 0 0,0 7 0 0,0-1 112 15,0 3 16-15,-1 0 0 0,0 0 0 0,-1-3-112 16,0 0-16-16,-1 4 0 0,1 1 0 0,-3 4 576 16,0 1 96-16,-1 5 32 0,0 5 0 0,-1-1-736 15,1 5-160-15,1-3 0 0,-1 1 0 0,1 1 704 16,1-2 160-16,1-2 32 0,-1-7 0 0,0 0-896 16,2-6-192-16,-2 3-16 0,2 0-16 0,-2 3 224 15,-1 0 256-15,0 0-48 0,-1 1-16 0,0-2-48 0,-3-1-16 0,0 8 0 0,1 0 0 0,-2 6-128 16,-1 3 128-1,1 1-128-15,0 2 128 0,1-3-128 0,1 3 0 0,-1-9 0 0,2-5 0 0,0-4 128 16,1-6 0-16,-1-1 0 0,1-2 0 0,1-2 0 16,-2-2 0-16,3-1 0 0,0 0 0 0,1-2 0 15,2 1 0-15,1-1 0 0,-1-2 0 0,1 0 0 16,0 0 0-16,0 0 0 0,1-2 0 0,-1 2-128 16,0 0 0-16,0 0 0 0,0 0 0 0,0 0 0 15,0 0 128-15,0 0-128 0,0 0 128 0,17-15-128 16,-12 12 128-16,0 2-128 0,3-1 128 0,0-1-128 15,1 2 128-15,2-2-128 0,2 1 128 0,1-1-128 16,1 2 128-16,1-5-128 0,0 0 128 0,2-3-128 16,-1 0 0-16,0-3 0 0,-3 1 0 0,0-1 0 15,-2 2 192-15,-1-5-192 0,1 0 192 0,1-4-192 16,-2-2 0-16,0 4-160 0,-1 1 160 0,0 4-368 16,0 1 32-16,1 1 0 0,0 1 0 0,1 3 528 15,2 0 96-15,1-1 32 0,1 5 0 0,1-3-320 16,0 4 0-16,0-2 0 0,-1 1 0 0,0 1 0 15,0-2 0-15,0 1 0 0,-1-2-144 0,1-1 144 16,-1 1 0-16,-2-2 0 0,-2 2 0 0,-1 2 0 16,-1-3 176-16,-3 4-48 0,0-4 0 0,-2 1-128 15,0 2 0-15,-3 0 0 0,-1-3-176 0,0 3 176 16,0 1 0-16,-1-3 0 0,-1 3 0 0,1 1 0 16,0-1 0-16,-2 1 128 0,0 0-128 0,-2 0 128 15,-3-3-128-15,-2 3 128 0,-1-2-128 0,0-2 0 0,0 1 0 0,-2 2 0 16,-2-4-128-16,0 2 128 0,-1 0 0 0,0-3 0 0,-3 0 0 0,2-3 0 15,0 0 0-15,-1-1 128 0,2-1-128 0,0-1 0 16,1 0 0-16,2-3 0 0,1 0-128 0,1 0 128 16,1 1-128-16,1-3 128 0,0-4-128 0,0-4 128 15,1-2 0-15,-1 0 0 0,2 0 0 0,0 0 0 16,2-1 0-16,0 7 128 0,0 2-128 0,2 4 0 16,0 2 0-16,0 3 0 0,0 2-128 0,1 2 128 15,-1-1 0-15,1 1 128 0,-1 0-128 0,-2 4 0 16,0-2 0-16,0 1 0 0,-1 3 0 0,1 0 0 15,0 0 0-15,0 3 0 0,0-3 0 0,0 0 0 16,1 0 0-16,0 0 0 0,0 1-128 0,3 2 128 16,0-1 0-16,-1-1 0 0,2 4 0 0,2 4 0 15,-1 1 0-15,1 2 0 0,2 3 0 0,1 2 0 16,0 2 0-16,1 2 0 0,2 0 0 0,0 2 0 16,2 3 0-16,-1 3 0 0,2-2 0 0,-1 0 0 15,0 0 0-15,0 1 0 0,-2-4 0 0,0 1 0 16,-1-1-128-16,0-3 128 0,1 0-128 0,1-4 128 15,-2 2 0-15,0-1 0 0,1 6 0 0,-1 3 0 16,1 1 0-16,-1 4 128 0,3 2-128 0,0 2 0 16,2 0-128-16,-1-9 0 0,-1-6 0 0,-1-6 128 15,0-3 176-15,-3-6-48 0,-1 0 0 0,-2-4-128 16,0 0 0-16,1-3 0 0,-2 0-176 0,1-1 176 16,0 0 176-16,0-2-48 0,-1-2 0 0,2-3 208 15,-2 3 48-15,1-6 0 0,-2 1 0 0,2-2-256 16,-2-2-128-16,0-6 128 0,1-3-128 0,1-10 272 0,1-2-16 0,-1-2 0 15,1 1 0-15,1 1-256 0,0-1 0 0,-1 7 0 0,-1 4 0 0,1 7 0 16,-1 1 160-16,-2 0-160 0,-1-6 128 0,-1-3-128 16,-1-5 0-16,-3-5 0 0,0-9 0 0,-1-2 0 31,0-3 0-31,-3-1 0 0,0 4 0 0,-4 6-576 16,0 8-160-16,-1 11-32 0,0 11 0 0,2 5-656 15,0 7-144-15,1 7-32 0,3 5 0 0,2 5-2208 16,1 4-448-16,1 2-96 0,2-2-5312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EF0E7-D042-49D3-8447-5886A2793A5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B18B4-C547-407C-A795-0B3143CB7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64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lassle.net/faq/what-activity-diagram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94DB7B41-835A-46C8-BF3F-941932B90A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4EAFE7D8-3E17-4CD4-A341-B6814D6209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BCAB5311-0863-4E91-B9C4-60E679844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6F09001E-44EE-4080-AAD7-057CBBBB62D9}" type="slidenum">
              <a:rPr lang="en-US" altLang="en-US" sz="1200"/>
              <a:pPr eaLnBrk="1" hangingPunct="1"/>
              <a:t>3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E77A9F72-9984-48B5-AC1B-D673E2F246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ED519F17-F480-4337-8022-B40C13C16A8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14 diagram types in several sub-trees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No, you don</a:t>
            </a:r>
            <a:r>
              <a:rPr lang="ja-JP" altLang="en-US" dirty="0"/>
              <a:t>’</a:t>
            </a:r>
            <a:r>
              <a:rPr lang="en-US" altLang="ja-JP" dirty="0"/>
              <a:t>t need to memorize them. Look them up and use them as needed.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/>
              <a:t>We’ll focus on the ones circled: Class Diagrams, Activity Diagrams, and Sequence Diagrams, in this class.</a:t>
            </a: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498865DF-A5BD-40CF-9CCF-BF83396BE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C1BCD8A3-039E-4B0E-808E-0B0CF78841AE}" type="slidenum">
              <a:rPr lang="en-US" altLang="en-US" sz="1200"/>
              <a:pPr eaLnBrk="1" hangingPunct="1"/>
              <a:t>5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65C3E2E5-9B5E-4419-8961-C324C74F66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D306D235-B198-4418-91E3-9417DF0A92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You should know and use the following correctly:</a:t>
            </a:r>
          </a:p>
          <a:p>
            <a:r>
              <a:rPr lang="en-US" altLang="en-US"/>
              <a:t>Open and close circles (in red)</a:t>
            </a:r>
          </a:p>
          <a:p>
            <a:r>
              <a:rPr lang="en-US" altLang="en-US"/>
              <a:t>Decision nodes and branches (like the yellow triangle) – which should include the values on the lines (e.g., “No” and “Yes” in the above examples).</a:t>
            </a:r>
          </a:p>
          <a:p>
            <a:r>
              <a:rPr lang="en-US" altLang="en-US"/>
              <a:t>Outside events (in yellow dotted circles)</a:t>
            </a:r>
          </a:p>
          <a:p>
            <a:r>
              <a:rPr lang="en-US" altLang="en-US"/>
              <a:t>We’ll be a bit more flexible about: Forks and Merges (black line going across like the one above the yellow triangle) to split and combine activities (not just 2-ways, could be more). Merges wait until all its feeding activities are complete (i.e., synchronize).</a:t>
            </a:r>
          </a:p>
          <a:p>
            <a:endParaRPr lang="en-US" altLang="en-US"/>
          </a:p>
          <a:p>
            <a:r>
              <a:rPr lang="en-US" altLang="en-US"/>
              <a:t>Make sure you use appropriate labels (e.g., label decisions and actions well – put them in boxes/circles and on lines when needed)</a:t>
            </a:r>
          </a:p>
          <a:p>
            <a:endParaRPr lang="en-US" altLang="en-US"/>
          </a:p>
          <a:p>
            <a:r>
              <a:rPr lang="en-US" altLang="en-US"/>
              <a:t>Image from: </a:t>
            </a:r>
            <a:r>
              <a:rPr lang="en-US" altLang="en-US">
                <a:hlinkClick r:id="rId3"/>
              </a:rPr>
              <a:t>http://www.classle.net/faq/what-activity-diagram</a:t>
            </a:r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2F48AD78-2787-4AF5-AEB4-58E156AB84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725697BA-1218-49B2-87BF-054F10029816}" type="slidenum">
              <a:rPr lang="en-US" altLang="en-US" sz="1200"/>
              <a:pPr eaLnBrk="1" hangingPunct="1"/>
              <a:t>6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217E8831-1B63-49A7-BCE3-2CDA70DFE20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9379F7F3-A5C5-4E26-AA92-AF2E4EBF06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446BB91D-5553-40F8-91C8-EA4A225D6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550205F6-4D8C-4867-931B-8A2C348B3369}" type="slidenum">
              <a:rPr lang="en-US" altLang="en-US" sz="1200"/>
              <a:pPr eaLnBrk="1" hangingPunct="1"/>
              <a:t>7</a:t>
            </a:fld>
            <a:endParaRPr lang="en-US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3A87ED27-9825-4A84-BED3-B4F54F0F1F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CB72A07E-012C-4208-B3FE-A6163A5C5E8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Partitions = Swim Lanes</a:t>
            </a:r>
          </a:p>
          <a:p>
            <a:pPr eaLnBrk="1" hangingPunct="1"/>
            <a:r>
              <a:rPr lang="en-US" altLang="en-US"/>
              <a:t>These will be required for many of our labs, since they are helpful in characterizing what different things do (e.g., server, database, client)</a:t>
            </a:r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A8E45D67-675D-4B23-9EA9-65F354F14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fld id="{276BF9E4-C0D8-4CC8-A1E1-9D6ECFFC2F75}" type="slidenum">
              <a:rPr lang="en-US" altLang="en-US" sz="1200"/>
              <a:pPr eaLnBrk="1" hangingPunct="1"/>
              <a:t>8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EB66-B780-3DE6-5707-36DDA7CB1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40CDC-02A9-6CF0-425D-3A3DA8486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56DD4-1FDF-A90F-5800-E89819A18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78D4-33E7-41EF-B1DE-11AA74B50F2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EDD38-FD02-83A2-387A-99BB0AC5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25182-2692-C3EB-8207-788A233C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6315B-49EC-49C5-BA76-A6FD8DA56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64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0CDB-0C90-B356-32D1-FBB6B4EF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4B69D-E6DF-4147-A7A5-49945C161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9C99E-D84B-4147-EE9D-CD8336DEB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78D4-33E7-41EF-B1DE-11AA74B50F2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5502A-B02D-EC7E-2157-F9FD6728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781DD-95F0-E391-A868-13B4AB7F0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6315B-49EC-49C5-BA76-A6FD8DA56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9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5DFEB-6C68-E062-7C6C-9C028E096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F4076-3E9D-AD1E-1D2C-3CB88D599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353D1-FDC7-7373-1CB4-BBBAFB89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78D4-33E7-41EF-B1DE-11AA74B50F2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44C0A-A4A9-63D5-89AA-87CDCFAD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0D31F-00BF-C9EA-3A27-7B3A2472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6315B-49EC-49C5-BA76-A6FD8DA56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62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8DB2F-AFB0-29BF-208D-5932539B7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48FA7-F2C2-636F-2D92-4B0D1621F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51841-D80B-01FD-57EC-F1E1DF585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6C58E-91E6-2ED6-E271-867549535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78D4-33E7-41EF-B1DE-11AA74B50F2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ACBCC-2239-0278-6D10-9B658835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E5125-352B-1716-3945-B098B66D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6315B-49EC-49C5-BA76-A6FD8DA56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89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DA31-1776-BED0-7D76-B68FF4AB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941DC-B6AD-2ED0-B821-2E5D2E17C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FB6EA-1EC4-DA1F-2FC7-304039302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8B760-4940-48D1-A0D2-718464F3A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03FB85-6DE8-7F71-E26C-8E238F6D60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60EAAC-B3F4-6316-4B80-3BCC4D92D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78D4-33E7-41EF-B1DE-11AA74B50F2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3AA5D-B6AA-CD4E-AA28-00E365E6A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79F2B3-FB10-3E39-10B4-CAA92CDB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6315B-49EC-49C5-BA76-A6FD8DA56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16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7350-78A7-2599-5DD0-008D78B6F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FE004-12E5-DA9C-37C1-10A763AE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78D4-33E7-41EF-B1DE-11AA74B50F2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096B7-FD3C-9313-24BA-434FC0816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823EF-289B-50A8-4047-6BA52B75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6315B-49EC-49C5-BA76-A6FD8DA56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9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0515D4-0CFA-9F3B-CC1A-3374F4504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78D4-33E7-41EF-B1DE-11AA74B50F2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4E3F7-339F-070C-245E-DCA85217D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74E29-7DA8-5494-2268-A4E56FFB3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6315B-49EC-49C5-BA76-A6FD8DA56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68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4DD74-5062-52C9-1E71-13512D89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461F3-5CCC-D28F-4945-72F71D601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6F41A-AFE0-3261-0898-14BD326AA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C2926-1C66-2B45-E681-6FA86DD40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78D4-33E7-41EF-B1DE-11AA74B50F2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8CB76-E042-0AFA-A185-70B9C751C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08841-310E-DA41-5B26-353D27B97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6315B-49EC-49C5-BA76-A6FD8DA56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96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9445-BB50-DA0B-4224-686DE0FC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DE8397-AA54-816F-D5BC-EF90C59F9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EF964-8E58-FA67-4079-0EC0CF6EB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D87F1-7627-7A5D-587F-7F2C7FB36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78D4-33E7-41EF-B1DE-11AA74B50F2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DED9C-F67E-4BD2-ADBB-F727EB83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DBF3B-AE33-64CA-CF43-C9DA02F1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6315B-49EC-49C5-BA76-A6FD8DA56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21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7940D-538B-BEB8-FD19-DBFEE275B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39F8F-B0A7-6D52-15E0-DFB06744B5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1399B-54FF-7908-8E95-011AAA94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78D4-33E7-41EF-B1DE-11AA74B50F2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351E6-92BD-963F-FB49-99404B4D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C5503-E352-E95B-6A49-E0E7C846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6315B-49EC-49C5-BA76-A6FD8DA56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51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E5873A-988A-AC7D-C6F0-62C9CBFE6E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89EDD-4B86-09AD-97BC-A1545873C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C8965-8330-B459-75C9-8B644F6B1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178D4-33E7-41EF-B1DE-11AA74B50F2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1A7B3-73C3-A726-22D6-26768BF8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CBF98-FE54-EA70-D764-296B64350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6315B-49EC-49C5-BA76-A6FD8DA56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775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0B61C-5F3B-779D-4FB3-084C7B08F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6A4AA-E247-3116-0C4A-408CE1F15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4EBA4-81A5-9339-2D77-BB4056455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F178D4-33E7-41EF-B1DE-11AA74B50F29}" type="datetimeFigureOut">
              <a:rPr lang="en-US" smtClean="0"/>
              <a:t>2025-02-13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FAC5A-A25A-6026-8F6C-B3543C732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9A083-319C-ECB9-A8E2-3F88AB813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6315B-49EC-49C5-BA76-A6FD8DA56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2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customXml" Target="../ink/ink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software.byu.edu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33E6-B1E7-3F9D-ADE5-FB5DBBA75D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UML and Debugging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3C2223-00BA-1847-78CA-398FA94B22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210A – S09</a:t>
            </a:r>
          </a:p>
          <a:p>
            <a:r>
              <a:rPr lang="en-US" dirty="0"/>
              <a:t>Brandt Redd</a:t>
            </a:r>
          </a:p>
        </p:txBody>
      </p:sp>
    </p:spTree>
    <p:extLst>
      <p:ext uri="{BB962C8B-B14F-4D97-AF65-F5344CB8AC3E}">
        <p14:creationId xmlns:p14="http://schemas.microsoft.com/office/powerpoint/2010/main" val="1651855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8205ED-CC54-4F88-B500-3754DA014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S" dirty="0"/>
              <a:t>UML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DB45815D-9D4D-4471-BA55-C5B7EDB383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S" dirty="0"/>
              <a:t>Unified </a:t>
            </a:r>
            <a:r>
              <a:rPr lang="en-AS"/>
              <a:t>Modeling Language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029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C65D77D9-8FEF-480D-8DD5-558AD1CD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Software modeling</a:t>
            </a:r>
          </a:p>
        </p:txBody>
      </p:sp>
      <p:sp>
        <p:nvSpPr>
          <p:cNvPr id="6147" name="Content Placeholder 2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1A8B94FE-E25D-4A1C-B9F4-5879F567E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Model process (sequence of activities)</a:t>
            </a:r>
          </a:p>
          <a:p>
            <a:r>
              <a:rPr lang="en-US" altLang="en-US"/>
              <a:t>Changes of state</a:t>
            </a:r>
          </a:p>
          <a:p>
            <a:r>
              <a:rPr lang="en-US" altLang="en-US"/>
              <a:t>Data structures</a:t>
            </a:r>
          </a:p>
          <a:p>
            <a:r>
              <a:rPr lang="en-US" altLang="en-US"/>
              <a:t>Data structure types and with methods</a:t>
            </a:r>
          </a:p>
          <a:p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Need languages of abstraction 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48EBF3C7-B03E-425C-8DD3-CA5F50903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UML – Diagrams</a:t>
            </a:r>
          </a:p>
        </p:txBody>
      </p:sp>
      <p:pic>
        <p:nvPicPr>
          <p:cNvPr id="7171" name="Picture 4">
            <a:extLst>
              <a:ext uri="{FF2B5EF4-FFF2-40B4-BE49-F238E27FC236}">
                <a16:creationId xmlns:a16="http://schemas.microsoft.com/office/drawing/2014/main" id="{815BF11E-10FE-4BF9-B0CD-6EF01F87B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057400"/>
            <a:ext cx="6197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3">
            <a:extLst>
              <a:ext uri="{FF2B5EF4-FFF2-40B4-BE49-F238E27FC236}">
                <a16:creationId xmlns:a16="http://schemas.microsoft.com/office/drawing/2014/main" id="{8B5BA04F-A6CB-48D8-A335-1D15B109E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81000"/>
            <a:ext cx="86868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77B8B841-D215-47C1-8F7F-3FE91F59E2F4}"/>
              </a:ext>
            </a:extLst>
          </p:cNvPr>
          <p:cNvSpPr/>
          <p:nvPr/>
        </p:nvSpPr>
        <p:spPr bwMode="auto">
          <a:xfrm>
            <a:off x="7191375" y="3048000"/>
            <a:ext cx="1447800" cy="1143000"/>
          </a:xfrm>
          <a:prstGeom prst="ellipse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/>
          <a:lstStyle/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32AE79C-7DDD-4FF7-948B-01AAB3E1DB9A}"/>
              </a:ext>
            </a:extLst>
          </p:cNvPr>
          <p:cNvSpPr/>
          <p:nvPr/>
        </p:nvSpPr>
        <p:spPr bwMode="auto">
          <a:xfrm>
            <a:off x="5562600" y="5638800"/>
            <a:ext cx="1447800" cy="1143000"/>
          </a:xfrm>
          <a:prstGeom prst="ellipse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/>
          <a:lstStyle/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5B73009-0DC6-4F99-907B-5EC981B57C55}"/>
              </a:ext>
            </a:extLst>
          </p:cNvPr>
          <p:cNvSpPr/>
          <p:nvPr/>
        </p:nvSpPr>
        <p:spPr bwMode="auto">
          <a:xfrm>
            <a:off x="2319995" y="3048000"/>
            <a:ext cx="1447800" cy="1143000"/>
          </a:xfrm>
          <a:prstGeom prst="ellipse">
            <a:avLst/>
          </a:prstGeom>
          <a:noFill/>
          <a:ln w="76200"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/>
          <a:lstStyle/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2E6D61-50B6-41A1-A43F-C06B182B9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160" y="152400"/>
            <a:ext cx="3429000" cy="1143000"/>
          </a:xfrm>
        </p:spPr>
        <p:txBody>
          <a:bodyPr/>
          <a:lstStyle/>
          <a:p>
            <a:r>
              <a:rPr lang="en-US" sz="3600" dirty="0"/>
              <a:t>UML Diagram</a:t>
            </a:r>
            <a:br>
              <a:rPr lang="en-US" sz="3600" dirty="0"/>
            </a:br>
            <a:r>
              <a:rPr lang="en-US" sz="3600" dirty="0"/>
              <a:t>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FF007FC-2E8C-423D-9BA2-78A1ACBD61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UML Diagrams – Activity</a:t>
            </a:r>
            <a:br>
              <a:rPr lang="en-US" altLang="en-US" dirty="0"/>
            </a:br>
            <a:r>
              <a:rPr lang="en-US" altLang="en-US" sz="3200" dirty="0"/>
              <a:t>(Analogous to Flow Charts)</a:t>
            </a:r>
            <a:endParaRPr lang="en-US" altLang="en-US" dirty="0"/>
          </a:p>
        </p:txBody>
      </p:sp>
      <p:pic>
        <p:nvPicPr>
          <p:cNvPr id="10243" name="Picture 4" descr="http://www.icn.ucl.ac.uk/courses/matlab-tutorials/sessions2007_08/Christian_Kaul_3/UI%20Activity%20Diagram.jpg">
            <a:extLst>
              <a:ext uri="{FF2B5EF4-FFF2-40B4-BE49-F238E27FC236}">
                <a16:creationId xmlns:a16="http://schemas.microsoft.com/office/drawing/2014/main" id="{6138A9AA-70AE-4924-B414-1380C2859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1" y="1752600"/>
            <a:ext cx="5438775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B576F5E4-8982-47D8-AEA1-320D9F23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Juke Box</a:t>
            </a:r>
          </a:p>
        </p:txBody>
      </p:sp>
      <p:pic>
        <p:nvPicPr>
          <p:cNvPr id="11267" name="Content Placeholder 3">
            <a:extLst>
              <a:ext uri="{FF2B5EF4-FFF2-40B4-BE49-F238E27FC236}">
                <a16:creationId xmlns:a16="http://schemas.microsoft.com/office/drawing/2014/main" id="{F1BE392A-CBF3-487C-AC1F-FA24C96AFD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28" t="-1" r="-808" b="-1639"/>
          <a:stretch/>
        </p:blipFill>
        <p:spPr>
          <a:xfrm>
            <a:off x="3276600" y="1600200"/>
            <a:ext cx="5715000" cy="472440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634F177-4636-47BA-AC51-36D9710C7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Juke Box with Partitions</a:t>
            </a:r>
          </a:p>
        </p:txBody>
      </p:sp>
      <p:pic>
        <p:nvPicPr>
          <p:cNvPr id="12291" name="Content Placeholder 4">
            <a:extLst>
              <a:ext uri="{FF2B5EF4-FFF2-40B4-BE49-F238E27FC236}">
                <a16:creationId xmlns:a16="http://schemas.microsoft.com/office/drawing/2014/main" id="{3D3C8DFC-FE54-4048-BBF8-ADDF92835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8" r="-2856"/>
          <a:stretch/>
        </p:blipFill>
        <p:spPr>
          <a:xfrm>
            <a:off x="2743200" y="1447800"/>
            <a:ext cx="6019800" cy="4800600"/>
          </a:xfrm>
        </p:spPr>
      </p:pic>
      <p:sp>
        <p:nvSpPr>
          <p:cNvPr id="12292" name="TextBox 1">
            <a:extLst>
              <a:ext uri="{FF2B5EF4-FFF2-40B4-BE49-F238E27FC236}">
                <a16:creationId xmlns:a16="http://schemas.microsoft.com/office/drawing/2014/main" id="{82689403-3434-43DE-9B17-52048FD49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091238"/>
            <a:ext cx="3316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i="1" dirty="0"/>
              <a:t>Also called swim-lanes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844DD-0FC2-4420-AAF3-F9B4F01FD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524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 Diagram – Fulfill Order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200427-C29E-4683-933B-9F0096155122}"/>
                  </a:ext>
                </a:extLst>
              </p14:cNvPr>
              <p14:cNvContentPartPr/>
              <p14:nvPr/>
            </p14:nvContentPartPr>
            <p14:xfrm>
              <a:off x="8047200" y="4615920"/>
              <a:ext cx="3600" cy="2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200427-C29E-4683-933B-9F00961551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37840" y="4606560"/>
                <a:ext cx="223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96BC57-F790-150B-16D2-5DC53C5ACB27}"/>
                  </a:ext>
                </a:extLst>
              </p14:cNvPr>
              <p14:cNvContentPartPr/>
              <p14:nvPr/>
            </p14:nvContentPartPr>
            <p14:xfrm>
              <a:off x="2917800" y="883800"/>
              <a:ext cx="6066000" cy="5304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96BC57-F790-150B-16D2-5DC53C5ACB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8440" y="874440"/>
                <a:ext cx="6084720" cy="532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2912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E6FD0C-9877-432D-B81F-E5E9938D2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 – Class</a:t>
            </a:r>
            <a:br>
              <a:rPr lang="en-US" dirty="0"/>
            </a:br>
            <a:r>
              <a:rPr lang="en-US" sz="3200" dirty="0"/>
              <a:t>(Analogous to Entity-Relationship Model)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AD6D3C-175A-418B-94C5-52EC5C73F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037" y="1824038"/>
            <a:ext cx="8528802" cy="457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78D89B-6F9A-080C-E95D-DB9340DA137C}"/>
              </a:ext>
            </a:extLst>
          </p:cNvPr>
          <p:cNvSpPr txBox="1"/>
          <p:nvPr/>
        </p:nvSpPr>
        <p:spPr>
          <a:xfrm>
            <a:off x="6043863" y="2514600"/>
            <a:ext cx="457200" cy="30480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186239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E6FD0C-9877-432D-B81F-E5E9938D2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 – Class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AD6D3C-175A-418B-94C5-52EC5C73F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037" y="1824038"/>
            <a:ext cx="8528802" cy="457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78D89B-6F9A-080C-E95D-DB9340DA137C}"/>
              </a:ext>
            </a:extLst>
          </p:cNvPr>
          <p:cNvSpPr txBox="1"/>
          <p:nvPr/>
        </p:nvSpPr>
        <p:spPr>
          <a:xfrm>
            <a:off x="6043863" y="2514600"/>
            <a:ext cx="457200" cy="30480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2" name="Callout: Line with Accent Bar 1">
            <a:extLst>
              <a:ext uri="{FF2B5EF4-FFF2-40B4-BE49-F238E27FC236}">
                <a16:creationId xmlns:a16="http://schemas.microsoft.com/office/drawing/2014/main" id="{9831F330-3314-A1C6-6479-6C50FFFE8456}"/>
              </a:ext>
            </a:extLst>
          </p:cNvPr>
          <p:cNvSpPr/>
          <p:nvPr/>
        </p:nvSpPr>
        <p:spPr>
          <a:xfrm flipH="1">
            <a:off x="1290537" y="1758933"/>
            <a:ext cx="752272" cy="355060"/>
          </a:xfrm>
          <a:prstGeom prst="accentCallout1">
            <a:avLst>
              <a:gd name="adj1" fmla="val 18750"/>
              <a:gd name="adj2" fmla="val -8333"/>
              <a:gd name="adj3" fmla="val 57705"/>
              <a:gd name="adj4" fmla="val -26505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Entity</a:t>
            </a:r>
          </a:p>
        </p:txBody>
      </p:sp>
      <p:sp>
        <p:nvSpPr>
          <p:cNvPr id="6" name="Callout: Line with Accent Bar 5">
            <a:extLst>
              <a:ext uri="{FF2B5EF4-FFF2-40B4-BE49-F238E27FC236}">
                <a16:creationId xmlns:a16="http://schemas.microsoft.com/office/drawing/2014/main" id="{9372EED2-ACD0-4F78-DA53-7C2C4972372B}"/>
              </a:ext>
            </a:extLst>
          </p:cNvPr>
          <p:cNvSpPr/>
          <p:nvPr/>
        </p:nvSpPr>
        <p:spPr>
          <a:xfrm>
            <a:off x="7062280" y="1508008"/>
            <a:ext cx="1157625" cy="276999"/>
          </a:xfrm>
          <a:prstGeom prst="accentCallout1">
            <a:avLst>
              <a:gd name="adj1" fmla="val 18750"/>
              <a:gd name="adj2" fmla="val -8333"/>
              <a:gd name="adj3" fmla="val 381126"/>
              <a:gd name="adj4" fmla="val -27626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Relationship</a:t>
            </a:r>
          </a:p>
        </p:txBody>
      </p:sp>
      <p:sp>
        <p:nvSpPr>
          <p:cNvPr id="7" name="Callout: Line with Accent Bar 6">
            <a:extLst>
              <a:ext uri="{FF2B5EF4-FFF2-40B4-BE49-F238E27FC236}">
                <a16:creationId xmlns:a16="http://schemas.microsoft.com/office/drawing/2014/main" id="{9995730F-6EE4-0336-C549-663BC6DA2099}"/>
              </a:ext>
            </a:extLst>
          </p:cNvPr>
          <p:cNvSpPr/>
          <p:nvPr/>
        </p:nvSpPr>
        <p:spPr>
          <a:xfrm flipH="1">
            <a:off x="1536970" y="2757639"/>
            <a:ext cx="876242" cy="355060"/>
          </a:xfrm>
          <a:prstGeom prst="accentCallout1">
            <a:avLst>
              <a:gd name="adj1" fmla="val 18750"/>
              <a:gd name="adj2" fmla="val -8333"/>
              <a:gd name="adj3" fmla="val 48573"/>
              <a:gd name="adj4" fmla="val -911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Property</a:t>
            </a:r>
          </a:p>
        </p:txBody>
      </p:sp>
      <p:sp>
        <p:nvSpPr>
          <p:cNvPr id="8" name="Callout: Line with Accent Bar 7">
            <a:extLst>
              <a:ext uri="{FF2B5EF4-FFF2-40B4-BE49-F238E27FC236}">
                <a16:creationId xmlns:a16="http://schemas.microsoft.com/office/drawing/2014/main" id="{05C26B73-144C-599A-AF0B-DE9BE28B6F2A}"/>
              </a:ext>
            </a:extLst>
          </p:cNvPr>
          <p:cNvSpPr/>
          <p:nvPr/>
        </p:nvSpPr>
        <p:spPr>
          <a:xfrm flipH="1">
            <a:off x="330740" y="4388948"/>
            <a:ext cx="1044855" cy="355060"/>
          </a:xfrm>
          <a:prstGeom prst="accentCallout1">
            <a:avLst>
              <a:gd name="adj1" fmla="val 18750"/>
              <a:gd name="adj2" fmla="val -8333"/>
              <a:gd name="adj3" fmla="val 48573"/>
              <a:gd name="adj4" fmla="val -9113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Subclass / </a:t>
            </a:r>
            <a:r>
              <a:rPr lang="en-US" dirty="0" err="1">
                <a:solidFill>
                  <a:srgbClr val="C00000"/>
                </a:solidFill>
              </a:rPr>
              <a:t>Subentity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Callout: Line with Accent Bar 9">
            <a:extLst>
              <a:ext uri="{FF2B5EF4-FFF2-40B4-BE49-F238E27FC236}">
                <a16:creationId xmlns:a16="http://schemas.microsoft.com/office/drawing/2014/main" id="{EA08BBDF-598D-7CBF-631A-F2B7C57DB9A9}"/>
              </a:ext>
            </a:extLst>
          </p:cNvPr>
          <p:cNvSpPr/>
          <p:nvPr/>
        </p:nvSpPr>
        <p:spPr>
          <a:xfrm>
            <a:off x="9935182" y="4605508"/>
            <a:ext cx="843564" cy="276999"/>
          </a:xfrm>
          <a:prstGeom prst="accentCallout1">
            <a:avLst>
              <a:gd name="adj1" fmla="val 18750"/>
              <a:gd name="adj2" fmla="val -8333"/>
              <a:gd name="adj3" fmla="val -180763"/>
              <a:gd name="adj4" fmla="val -64039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Methods</a:t>
            </a:r>
          </a:p>
        </p:txBody>
      </p:sp>
      <p:sp>
        <p:nvSpPr>
          <p:cNvPr id="11" name="Callout: Line with Accent Bar 10">
            <a:extLst>
              <a:ext uri="{FF2B5EF4-FFF2-40B4-BE49-F238E27FC236}">
                <a16:creationId xmlns:a16="http://schemas.microsoft.com/office/drawing/2014/main" id="{3A98DB1D-32D3-16BA-49E9-DF27C84C4BB2}"/>
              </a:ext>
            </a:extLst>
          </p:cNvPr>
          <p:cNvSpPr/>
          <p:nvPr/>
        </p:nvSpPr>
        <p:spPr>
          <a:xfrm>
            <a:off x="6614808" y="3461818"/>
            <a:ext cx="1005147" cy="553998"/>
          </a:xfrm>
          <a:prstGeom prst="accentCallout1">
            <a:avLst>
              <a:gd name="adj1" fmla="val 18750"/>
              <a:gd name="adj2" fmla="val -8333"/>
              <a:gd name="adj3" fmla="val -123404"/>
              <a:gd name="adj4" fmla="val -56942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endParaRPr lang="en-US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Cardinality</a:t>
            </a:r>
          </a:p>
        </p:txBody>
      </p:sp>
    </p:spTree>
    <p:extLst>
      <p:ext uri="{BB962C8B-B14F-4D97-AF65-F5344CB8AC3E}">
        <p14:creationId xmlns:p14="http://schemas.microsoft.com/office/powerpoint/2010/main" val="2446354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710F26E-A34F-494C-A5F5-5D59C55F1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Entity</a:t>
            </a:r>
          </a:p>
        </p:txBody>
      </p:sp>
      <p:sp>
        <p:nvSpPr>
          <p:cNvPr id="19459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DFCFF2F8-412D-4A2A-8F10-DB6C4AB147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object, noun-verb, “thingy”</a:t>
            </a:r>
          </a:p>
          <a:p>
            <a:pPr lvl="1" eaLnBrk="1" hangingPunct="1"/>
            <a:r>
              <a:rPr lang="en-US" altLang="en-US" dirty="0"/>
              <a:t>Something that has a name</a:t>
            </a:r>
          </a:p>
          <a:p>
            <a:pPr lvl="1" eaLnBrk="1" hangingPunct="1"/>
            <a:r>
              <a:rPr lang="en-US" altLang="en-US" dirty="0"/>
              <a:t>Something that has Identity</a:t>
            </a:r>
          </a:p>
          <a:p>
            <a:pPr lvl="1" eaLnBrk="1" hangingPunct="1"/>
            <a:r>
              <a:rPr lang="en-US" altLang="en-US" dirty="0"/>
              <a:t>Person, place, thing</a:t>
            </a:r>
          </a:p>
          <a:p>
            <a:pPr lvl="1" eaLnBrk="1" hangingPunct="1"/>
            <a:r>
              <a:rPr lang="en-US" altLang="en-US" dirty="0"/>
              <a:t>Something you can point at.</a:t>
            </a:r>
          </a:p>
          <a:p>
            <a:pPr lvl="1" eaLnBrk="1" hangingPunct="1"/>
            <a:r>
              <a:rPr lang="en-US" altLang="en-US" dirty="0"/>
              <a:t>Something that does stuff or has stuff done to it</a:t>
            </a:r>
          </a:p>
          <a:p>
            <a:pPr lvl="1" eaLnBrk="1" hangingPunct="1"/>
            <a:r>
              <a:rPr lang="en-US" altLang="en-US" dirty="0"/>
              <a:t>Can you think of another way to say it?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705CC8F-FF1B-4FFB-919C-B58A7D5BF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Attribute or Property</a:t>
            </a:r>
          </a:p>
        </p:txBody>
      </p:sp>
      <p:sp>
        <p:nvSpPr>
          <p:cNvPr id="2355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BE724E41-CF62-4FCA-B88C-8A055126E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2200" y="1600200"/>
            <a:ext cx="7772400" cy="5257800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Characteristic of an object</a:t>
            </a:r>
          </a:p>
          <a:p>
            <a:pPr lvl="1" eaLnBrk="1" hangingPunct="1"/>
            <a:r>
              <a:rPr lang="en-US" altLang="en-US" dirty="0"/>
              <a:t>E.g. color, weight, height, dimensions, class, style, etc.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Subtle Distinction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Height is an attribute of Person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Location is an attribute that may change frequently, sometimes called a property.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Systems often </a:t>
            </a:r>
            <a:r>
              <a:rPr lang="ja-JP" altLang="en-US" dirty="0"/>
              <a:t>“</a:t>
            </a:r>
            <a:r>
              <a:rPr lang="en-US" altLang="ja-JP" dirty="0"/>
              <a:t>create</a:t>
            </a:r>
            <a:r>
              <a:rPr lang="ja-JP" altLang="en-US" dirty="0"/>
              <a:t>”</a:t>
            </a:r>
            <a:r>
              <a:rPr lang="en-US" altLang="ja-JP" dirty="0"/>
              <a:t> objects with attributes and </a:t>
            </a:r>
            <a:r>
              <a:rPr lang="ja-JP" altLang="en-US" dirty="0"/>
              <a:t>“</a:t>
            </a:r>
            <a:r>
              <a:rPr lang="en-US" altLang="ja-JP" dirty="0"/>
              <a:t>attach</a:t>
            </a:r>
            <a:r>
              <a:rPr lang="ja-JP" altLang="en-US" dirty="0"/>
              <a:t>”</a:t>
            </a:r>
            <a:r>
              <a:rPr lang="en-US" altLang="ja-JP" dirty="0"/>
              <a:t> properties.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ja-JP" dirty="0"/>
              <a:t>UML makes no distinction between attributes and properties.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396A3DC-191F-4296-B14D-8B35A980A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Relationship</a:t>
            </a:r>
          </a:p>
        </p:txBody>
      </p:sp>
      <p:sp>
        <p:nvSpPr>
          <p:cNvPr id="2560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EE6469B2-D801-4D54-A1AC-0C64365653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62200" y="1524000"/>
            <a:ext cx="77724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Objects are related to each other in the real world.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John </a:t>
            </a:r>
            <a:r>
              <a:rPr lang="en-US" altLang="en-US" i="1" dirty="0"/>
              <a:t>husband of </a:t>
            </a:r>
            <a:r>
              <a:rPr lang="en-US" altLang="en-US" dirty="0"/>
              <a:t>Mary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Julio</a:t>
            </a:r>
            <a:r>
              <a:rPr lang="ja-JP" altLang="en-US" i="1" dirty="0"/>
              <a:t>’</a:t>
            </a:r>
            <a:r>
              <a:rPr lang="en-US" altLang="ja-JP" i="1" dirty="0"/>
              <a:t>s</a:t>
            </a:r>
            <a:r>
              <a:rPr lang="en-US" altLang="ja-JP" dirty="0"/>
              <a:t> Ferrari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err="1"/>
              <a:t>Carburator</a:t>
            </a:r>
            <a:r>
              <a:rPr lang="en-US" altLang="en-US" dirty="0"/>
              <a:t> </a:t>
            </a:r>
            <a:r>
              <a:rPr lang="en-US" altLang="en-US" i="1" dirty="0"/>
              <a:t>part of</a:t>
            </a:r>
            <a:r>
              <a:rPr lang="en-US" altLang="en-US" dirty="0"/>
              <a:t> engine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Mary </a:t>
            </a:r>
            <a:r>
              <a:rPr lang="en-US" altLang="en-US" i="1" dirty="0"/>
              <a:t>is a </a:t>
            </a:r>
            <a:r>
              <a:rPr lang="en-US" altLang="en-US" dirty="0"/>
              <a:t>Girl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Cardinality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1:1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1:Many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err="1"/>
              <a:t>Many:Many</a:t>
            </a:r>
            <a:endParaRPr lang="en-US" altLang="en-US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3ACF5B3D-25A3-4600-9151-39AEC165B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Cardinality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8E9321-ABAD-452B-965B-CD06ECADF2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62200" y="1905001"/>
          <a:ext cx="7772400" cy="32067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549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5D4C10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left</a:t>
                      </a: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5D4C10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right</a:t>
                      </a: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5D4C10"/>
                        </a:solidFill>
                        <a:effectLst/>
                        <a:latin typeface="Tahom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5D4C10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example</a:t>
                      </a: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20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40458C"/>
                        </a:solidFill>
                        <a:effectLst/>
                        <a:latin typeface="Tahom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40458C"/>
                        </a:solidFill>
                        <a:effectLst/>
                        <a:latin typeface="Tahom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one-to-one</a:t>
                      </a: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person &lt;-&gt; birth record</a:t>
                      </a: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20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0..1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40458C"/>
                        </a:solidFill>
                        <a:effectLst/>
                        <a:latin typeface="Tahom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40458C"/>
                        </a:solidFill>
                        <a:effectLst/>
                        <a:latin typeface="Tahom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optional on one side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 one-to-one</a:t>
                      </a: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death record &lt;-&gt; person</a:t>
                      </a: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581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0..*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 or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40458C"/>
                        </a:solidFill>
                        <a:effectLst/>
                        <a:latin typeface="Tahom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0..*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 or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40458C"/>
                        </a:solidFill>
                        <a:effectLst/>
                        <a:latin typeface="Tahom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optional on both sides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 many-to-many</a:t>
                      </a: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person &lt;-&gt; book</a:t>
                      </a: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0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207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40458C"/>
                        </a:solidFill>
                        <a:effectLst/>
                        <a:latin typeface="Tahom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1..*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40458C"/>
                        </a:solidFill>
                        <a:effectLst/>
                        <a:latin typeface="Tahom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one-to-many</a:t>
                      </a: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40458C"/>
                          </a:solidFill>
                          <a:effectLst/>
                          <a:latin typeface="Tahoma" charset="0"/>
                          <a:ea typeface="ＭＳ Ｐゴシック" charset="0"/>
                          <a:cs typeface="ＭＳ Ｐゴシック" charset="0"/>
                        </a:rPr>
                        <a:t>person &lt;-&gt; language</a:t>
                      </a:r>
                    </a:p>
                  </a:txBody>
                  <a:tcPr marT="45729" marB="45729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F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6B5DD75-8ACB-49B7-BB37-353F228AC7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Inheritance</a:t>
            </a:r>
          </a:p>
        </p:txBody>
      </p:sp>
      <p:sp>
        <p:nvSpPr>
          <p:cNvPr id="35843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46494FE-50F3-4D7A-98C6-847754447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relationship between classes such that all of the attributes and methods of the super-class are projected into the sub-class.  </a:t>
            </a:r>
          </a:p>
          <a:p>
            <a:pPr eaLnBrk="1" hangingPunct="1"/>
            <a:r>
              <a:rPr lang="en-US" altLang="en-US"/>
              <a:t>Two kinds Structure and Interface: difference beyond scope of lecture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1892410-53CB-4CA4-8389-038F12CA5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Relationships with Attributes</a:t>
            </a:r>
          </a:p>
        </p:txBody>
      </p:sp>
      <p:sp>
        <p:nvSpPr>
          <p:cNvPr id="36867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9C31800B-4049-4F4B-88B7-A3247E1A91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Sometimes a relationship between two objects can have attributes.</a:t>
            </a:r>
          </a:p>
          <a:p>
            <a:pPr lvl="1" eaLnBrk="1" hangingPunct="1"/>
            <a:r>
              <a:rPr lang="en-US" altLang="en-US"/>
              <a:t>John was married to Mary on January 3, 2999</a:t>
            </a:r>
          </a:p>
          <a:p>
            <a:pPr lvl="1" eaLnBrk="1" hangingPunct="1"/>
            <a:r>
              <a:rPr lang="en-US" altLang="en-US"/>
              <a:t>Marriage date is not an attribute of either John or Mary.  It is an attribute of their relationship.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844DD-0FC2-4420-AAF3-F9B4F01FD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1524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Class Diagram: Vehicles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C7CC07B-7C54-EBA0-5EFE-AA5FE4BE1A07}"/>
                  </a:ext>
                </a:extLst>
              </p14:cNvPr>
              <p14:cNvContentPartPr/>
              <p14:nvPr/>
            </p14:nvContentPartPr>
            <p14:xfrm>
              <a:off x="2051640" y="1234800"/>
              <a:ext cx="5618160" cy="34243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C7CC07B-7C54-EBA0-5EFE-AA5FE4BE1A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2280" y="1225440"/>
                <a:ext cx="5636880" cy="344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19188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24436-5FFA-5CFA-DCE0-C130C2FA6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7926" y="2017462"/>
            <a:ext cx="5450305" cy="2388770"/>
          </a:xfrm>
        </p:spPr>
        <p:txBody>
          <a:bodyPr>
            <a:normAutofit/>
          </a:bodyPr>
          <a:lstStyle/>
          <a:p>
            <a:r>
              <a:rPr lang="en-US" dirty="0"/>
              <a:t>We will cover UML Sequence Diagrams in IT&amp;C 210B</a:t>
            </a:r>
          </a:p>
        </p:txBody>
      </p:sp>
    </p:spTree>
    <p:extLst>
      <p:ext uri="{BB962C8B-B14F-4D97-AF65-F5344CB8AC3E}">
        <p14:creationId xmlns:p14="http://schemas.microsoft.com/office/powerpoint/2010/main" val="936275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761D5-7F7B-4226-9E12-4897696D4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9A7F0-0465-4ABA-BAF6-9AE92A3FE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Lucidchart.com</a:t>
            </a:r>
          </a:p>
          <a:p>
            <a:r>
              <a:rPr lang="en-US" dirty="0"/>
              <a:t>Diagrams.net (formerly Draw.io)</a:t>
            </a:r>
          </a:p>
          <a:p>
            <a:r>
              <a:rPr lang="en-US" dirty="0"/>
              <a:t>Microsoft PowerPoint</a:t>
            </a:r>
          </a:p>
          <a:p>
            <a:r>
              <a:rPr lang="en-US" dirty="0"/>
              <a:t>Microsoft Visio</a:t>
            </a:r>
          </a:p>
          <a:p>
            <a:r>
              <a:rPr lang="en-US" dirty="0"/>
              <a:t>Your favorite drawing app.</a:t>
            </a:r>
          </a:p>
          <a:p>
            <a:r>
              <a:rPr lang="en-US" dirty="0"/>
              <a:t>Hand draw and photograph / scan.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Microsoft office and many other apps are free or discounted to BYU students. See </a:t>
            </a:r>
            <a:r>
              <a:rPr lang="en-US" sz="2000" dirty="0">
                <a:hlinkClick r:id="rId2"/>
              </a:rPr>
              <a:t>http://software.byu.edu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21077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377178-07E2-CCD4-8253-898EC1B85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Web Applications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41271-B191-8792-A521-013796F6C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07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0F20A5-554F-B350-3C47-3C77B3A69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Debugging Tools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94B9C9-2BE6-3364-2227-03318B0CA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console.log</a:t>
            </a:r>
          </a:p>
          <a:p>
            <a:r>
              <a:rPr lang="en-US" dirty="0"/>
              <a:t>Browser “Developer Tools”</a:t>
            </a:r>
          </a:p>
          <a:p>
            <a:pPr lvl="1"/>
            <a:r>
              <a:rPr lang="en-US" dirty="0"/>
              <a:t>Elements, Console, Sources, Network, Performance, Memory, Application, Security, CSS Overview</a:t>
            </a:r>
            <a:r>
              <a:rPr lang="en-US"/>
              <a:t>, Others</a:t>
            </a:r>
            <a:endParaRPr lang="en-US" dirty="0"/>
          </a:p>
          <a:p>
            <a:r>
              <a:rPr lang="en-US" dirty="0"/>
              <a:t>Breakpoints and examining variables</a:t>
            </a:r>
          </a:p>
          <a:p>
            <a:r>
              <a:rPr lang="en-US" dirty="0"/>
              <a:t>Build and test one feature at a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99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7CFDF-EEBC-6BDC-216C-2C96C0E9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Debugging an App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DE0F23-B728-D96E-C73C-9BDC90E5F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726" y="221608"/>
            <a:ext cx="4895850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2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29D39-47A3-4E00-B077-583AD0EFE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6FB48-3FA3-4969-AE43-565F4EA88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2200" y="1600200"/>
            <a:ext cx="7772400" cy="4763530"/>
          </a:xfrm>
        </p:spPr>
        <p:txBody>
          <a:bodyPr>
            <a:normAutofit/>
          </a:bodyPr>
          <a:lstStyle/>
          <a:p>
            <a:r>
              <a:rPr lang="en-US" sz="2400" dirty="0"/>
              <a:t>In class we talked about two types of UML diagrams, Activity and Class</a:t>
            </a:r>
            <a:r>
              <a:rPr lang="en-US" sz="2400"/>
              <a:t>. What </a:t>
            </a:r>
            <a:r>
              <a:rPr lang="en-US" sz="2400" dirty="0"/>
              <a:t>does each represent?</a:t>
            </a:r>
          </a:p>
          <a:p>
            <a:r>
              <a:rPr lang="en-US" sz="2400" dirty="0"/>
              <a:t>How are UML Activity diagrams similar to and different from traditional flow charts?</a:t>
            </a:r>
          </a:p>
          <a:p>
            <a:r>
              <a:rPr lang="en-US" sz="2400" dirty="0"/>
              <a:t>How are UML Class diagrams similar to and different from traditional Entity-Relationship diagrams?</a:t>
            </a:r>
          </a:p>
          <a:p>
            <a:r>
              <a:rPr lang="en-US" sz="2400" dirty="0"/>
              <a:t>What tools are available for creating UML diagrams?</a:t>
            </a:r>
          </a:p>
          <a:p>
            <a:r>
              <a:rPr lang="en-US" sz="2400" dirty="0"/>
              <a:t>What debugging tools are built into your browser?</a:t>
            </a:r>
          </a:p>
          <a:p>
            <a:r>
              <a:rPr lang="en-US" sz="2400" dirty="0"/>
              <a:t>What are some good strategies for preventing and finding bugs?</a:t>
            </a:r>
          </a:p>
        </p:txBody>
      </p:sp>
    </p:spTree>
    <p:extLst>
      <p:ext uri="{BB962C8B-B14F-4D97-AF65-F5344CB8AC3E}">
        <p14:creationId xmlns:p14="http://schemas.microsoft.com/office/powerpoint/2010/main" val="101962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817</Words>
  <Application>Microsoft Office PowerPoint</Application>
  <PresentationFormat>Widescreen</PresentationFormat>
  <Paragraphs>128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Tahoma</vt:lpstr>
      <vt:lpstr>Wingdings</vt:lpstr>
      <vt:lpstr>Office Theme</vt:lpstr>
      <vt:lpstr>UML and Debugging</vt:lpstr>
      <vt:lpstr>UML</vt:lpstr>
      <vt:lpstr>Software modeling</vt:lpstr>
      <vt:lpstr>UML – Diagrams</vt:lpstr>
      <vt:lpstr>UML Diagram Types</vt:lpstr>
      <vt:lpstr>UML Diagrams – Activity (Analogous to Flow Charts)</vt:lpstr>
      <vt:lpstr>Example Juke Box</vt:lpstr>
      <vt:lpstr>Juke Box with Partitions</vt:lpstr>
      <vt:lpstr>Activity Diagram – Fulfill Order</vt:lpstr>
      <vt:lpstr>UML Diagrams – Class (Analogous to Entity-Relationship Model)</vt:lpstr>
      <vt:lpstr>UML Diagrams – Class</vt:lpstr>
      <vt:lpstr>Entity</vt:lpstr>
      <vt:lpstr>Attribute or Property</vt:lpstr>
      <vt:lpstr>Relationship</vt:lpstr>
      <vt:lpstr>Cardinality</vt:lpstr>
      <vt:lpstr>Inheritance</vt:lpstr>
      <vt:lpstr>Relationships with Attributes</vt:lpstr>
      <vt:lpstr>Class Diagram: Vehicles</vt:lpstr>
      <vt:lpstr>We will cover UML Sequence Diagrams in IT&amp;C 210B</vt:lpstr>
      <vt:lpstr>UML Tools</vt:lpstr>
      <vt:lpstr>Debugging Web Applications</vt:lpstr>
      <vt:lpstr>Web Debugging Tools</vt:lpstr>
      <vt:lpstr>Demo: Debugging an App</vt:lpstr>
      <vt:lpstr>Review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and Debugging</dc:title>
  <dc:creator>Brandt Redd</dc:creator>
  <cp:lastModifiedBy>Brandt Redd</cp:lastModifiedBy>
  <cp:revision>1</cp:revision>
  <dcterms:created xsi:type="dcterms:W3CDTF">2023-09-26T19:47:52Z</dcterms:created>
  <dcterms:modified xsi:type="dcterms:W3CDTF">2025-02-14T05:38:17Z</dcterms:modified>
</cp:coreProperties>
</file>