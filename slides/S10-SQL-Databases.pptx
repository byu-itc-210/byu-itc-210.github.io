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6" r:id="rId2"/>
    <p:sldId id="259" r:id="rId3"/>
    <p:sldId id="280" r:id="rId4"/>
    <p:sldId id="281" r:id="rId5"/>
    <p:sldId id="282" r:id="rId6"/>
    <p:sldId id="260" r:id="rId7"/>
    <p:sldId id="269" r:id="rId8"/>
    <p:sldId id="304" r:id="rId9"/>
    <p:sldId id="256" r:id="rId10"/>
    <p:sldId id="270" r:id="rId11"/>
    <p:sldId id="306" r:id="rId12"/>
    <p:sldId id="305" r:id="rId13"/>
    <p:sldId id="272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8AB056-507C-48D9-A415-5B2511956A7D}" v="1" dt="2024-09-27T14:13:54.6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5"/>
    <p:restoredTop sz="94674"/>
  </p:normalViewPr>
  <p:slideViewPr>
    <p:cSldViewPr>
      <p:cViewPr varScale="1">
        <p:scale>
          <a:sx n="106" d="100"/>
          <a:sy n="106" d="100"/>
        </p:scale>
        <p:origin x="27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705396C8-594F-4D67-9DC8-3BD3C0C871E1}"/>
    <pc:docChg chg="undo custSel addSld modSld sldOrd">
      <pc:chgData name="Brandt Redd" userId="be8ed540b98adac0" providerId="LiveId" clId="{705396C8-594F-4D67-9DC8-3BD3C0C871E1}" dt="2020-09-30T05:54:58.015" v="2519" actId="6549"/>
      <pc:docMkLst>
        <pc:docMk/>
      </pc:docMkLst>
      <pc:sldChg chg="addSp delSp modSp ord">
        <pc:chgData name="Brandt Redd" userId="be8ed540b98adac0" providerId="LiveId" clId="{705396C8-594F-4D67-9DC8-3BD3C0C871E1}" dt="2020-09-28T13:29:20.274" v="2437" actId="1076"/>
        <pc:sldMkLst>
          <pc:docMk/>
          <pc:sldMk cId="0" sldId="259"/>
        </pc:sldMkLst>
        <pc:picChg chg="add mod">
          <ac:chgData name="Brandt Redd" userId="be8ed540b98adac0" providerId="LiveId" clId="{705396C8-594F-4D67-9DC8-3BD3C0C871E1}" dt="2020-09-28T13:29:20.274" v="2437" actId="1076"/>
          <ac:picMkLst>
            <pc:docMk/>
            <pc:sldMk cId="0" sldId="259"/>
            <ac:picMk id="2050" creationId="{3BF68EC9-064C-417C-9EB5-A5C12FD9914A}"/>
          </ac:picMkLst>
        </pc:picChg>
        <pc:picChg chg="del">
          <ac:chgData name="Brandt Redd" userId="be8ed540b98adac0" providerId="LiveId" clId="{705396C8-594F-4D67-9DC8-3BD3C0C871E1}" dt="2020-09-28T13:29:05.556" v="2432" actId="478"/>
          <ac:picMkLst>
            <pc:docMk/>
            <pc:sldMk cId="0" sldId="259"/>
            <ac:picMk id="14339" creationId="{9D0D7942-3CF3-479B-B925-73FBAA6CE733}"/>
          </ac:picMkLst>
        </pc:picChg>
      </pc:sldChg>
      <pc:sldChg chg="modSp mod">
        <pc:chgData name="Brandt Redd" userId="be8ed540b98adac0" providerId="LiveId" clId="{705396C8-594F-4D67-9DC8-3BD3C0C871E1}" dt="2020-09-28T13:26:02.731" v="2413" actId="20577"/>
        <pc:sldMkLst>
          <pc:docMk/>
          <pc:sldMk cId="0" sldId="260"/>
        </pc:sldMkLst>
        <pc:spChg chg="mod">
          <ac:chgData name="Brandt Redd" userId="be8ed540b98adac0" providerId="LiveId" clId="{705396C8-594F-4D67-9DC8-3BD3C0C871E1}" dt="2020-09-28T13:26:02.731" v="2413" actId="20577"/>
          <ac:spMkLst>
            <pc:docMk/>
            <pc:sldMk cId="0" sldId="260"/>
            <ac:spMk id="16386" creationId="{FF22B09B-7C0E-46F5-8068-5E35313DDDA4}"/>
          </ac:spMkLst>
        </pc:spChg>
      </pc:sldChg>
      <pc:sldChg chg="modSp mod">
        <pc:chgData name="Brandt Redd" userId="be8ed540b98adac0" providerId="LiveId" clId="{705396C8-594F-4D67-9DC8-3BD3C0C871E1}" dt="2020-09-28T13:56:53.181" v="2445" actId="207"/>
        <pc:sldMkLst>
          <pc:docMk/>
          <pc:sldMk cId="0" sldId="270"/>
        </pc:sldMkLst>
        <pc:spChg chg="mod">
          <ac:chgData name="Brandt Redd" userId="be8ed540b98adac0" providerId="LiveId" clId="{705396C8-594F-4D67-9DC8-3BD3C0C871E1}" dt="2020-09-28T13:56:53.181" v="2445" actId="207"/>
          <ac:spMkLst>
            <pc:docMk/>
            <pc:sldMk cId="0" sldId="270"/>
            <ac:spMk id="2" creationId="{6D0A51FE-ED49-4C5C-B874-B5995C92F405}"/>
          </ac:spMkLst>
        </pc:spChg>
      </pc:sldChg>
      <pc:sldChg chg="modSp mod">
        <pc:chgData name="Brandt Redd" userId="be8ed540b98adac0" providerId="LiveId" clId="{705396C8-594F-4D67-9DC8-3BD3C0C871E1}" dt="2020-09-28T05:14:04.594" v="490" actId="20577"/>
        <pc:sldMkLst>
          <pc:docMk/>
          <pc:sldMk cId="3162876985" sldId="272"/>
        </pc:sldMkLst>
        <pc:spChg chg="mod">
          <ac:chgData name="Brandt Redd" userId="be8ed540b98adac0" providerId="LiveId" clId="{705396C8-594F-4D67-9DC8-3BD3C0C871E1}" dt="2020-09-28T05:14:04.594" v="490" actId="20577"/>
          <ac:spMkLst>
            <pc:docMk/>
            <pc:sldMk cId="3162876985" sldId="272"/>
            <ac:spMk id="3" creationId="{639369EF-3017-4A73-A78D-2BB7B0C7CB24}"/>
          </ac:spMkLst>
        </pc:spChg>
      </pc:sldChg>
      <pc:sldChg chg="modSp mod">
        <pc:chgData name="Brandt Redd" userId="be8ed540b98adac0" providerId="LiveId" clId="{705396C8-594F-4D67-9DC8-3BD3C0C871E1}" dt="2020-09-30T05:54:58.015" v="2519" actId="6549"/>
        <pc:sldMkLst>
          <pc:docMk/>
          <pc:sldMk cId="1307746265" sldId="277"/>
        </pc:sldMkLst>
        <pc:spChg chg="mod">
          <ac:chgData name="Brandt Redd" userId="be8ed540b98adac0" providerId="LiveId" clId="{705396C8-594F-4D67-9DC8-3BD3C0C871E1}" dt="2020-09-30T05:54:58.015" v="2519" actId="6549"/>
          <ac:spMkLst>
            <pc:docMk/>
            <pc:sldMk cId="1307746265" sldId="277"/>
            <ac:spMk id="3" creationId="{EB835EE2-AD5D-4261-9CAC-3AFAD394BAB4}"/>
          </ac:spMkLst>
        </pc:spChg>
      </pc:sldChg>
      <pc:sldChg chg="modSp new mod">
        <pc:chgData name="Brandt Redd" userId="be8ed540b98adac0" providerId="LiveId" clId="{705396C8-594F-4D67-9DC8-3BD3C0C871E1}" dt="2020-09-28T05:13:13.167" v="466" actId="14100"/>
        <pc:sldMkLst>
          <pc:docMk/>
          <pc:sldMk cId="1793683176" sldId="278"/>
        </pc:sldMkLst>
        <pc:spChg chg="mod">
          <ac:chgData name="Brandt Redd" userId="be8ed540b98adac0" providerId="LiveId" clId="{705396C8-594F-4D67-9DC8-3BD3C0C871E1}" dt="2020-09-28T05:10:42.031" v="17" actId="1076"/>
          <ac:spMkLst>
            <pc:docMk/>
            <pc:sldMk cId="1793683176" sldId="278"/>
            <ac:spMk id="2" creationId="{A924A446-7102-4423-B94E-011759178D10}"/>
          </ac:spMkLst>
        </pc:spChg>
        <pc:spChg chg="mod">
          <ac:chgData name="Brandt Redd" userId="be8ed540b98adac0" providerId="LiveId" clId="{705396C8-594F-4D67-9DC8-3BD3C0C871E1}" dt="2020-09-28T05:13:13.167" v="466" actId="14100"/>
          <ac:spMkLst>
            <pc:docMk/>
            <pc:sldMk cId="1793683176" sldId="278"/>
            <ac:spMk id="3" creationId="{486BB6FB-A0FE-43A8-A0DD-6F853981755C}"/>
          </ac:spMkLst>
        </pc:spChg>
      </pc:sldChg>
      <pc:sldChg chg="modSp new mod">
        <pc:chgData name="Brandt Redd" userId="be8ed540b98adac0" providerId="LiveId" clId="{705396C8-594F-4D67-9DC8-3BD3C0C871E1}" dt="2020-09-28T05:21:11.228" v="1406" actId="20577"/>
        <pc:sldMkLst>
          <pc:docMk/>
          <pc:sldMk cId="1501906924" sldId="279"/>
        </pc:sldMkLst>
        <pc:spChg chg="mod">
          <ac:chgData name="Brandt Redd" userId="be8ed540b98adac0" providerId="LiveId" clId="{705396C8-594F-4D67-9DC8-3BD3C0C871E1}" dt="2020-09-28T05:17:03.928" v="508" actId="14100"/>
          <ac:spMkLst>
            <pc:docMk/>
            <pc:sldMk cId="1501906924" sldId="279"/>
            <ac:spMk id="2" creationId="{F84B4BAC-90F5-4023-8C2E-4671C29DF364}"/>
          </ac:spMkLst>
        </pc:spChg>
        <pc:spChg chg="mod">
          <ac:chgData name="Brandt Redd" userId="be8ed540b98adac0" providerId="LiveId" clId="{705396C8-594F-4D67-9DC8-3BD3C0C871E1}" dt="2020-09-28T05:21:11.228" v="1406" actId="20577"/>
          <ac:spMkLst>
            <pc:docMk/>
            <pc:sldMk cId="1501906924" sldId="279"/>
            <ac:spMk id="3" creationId="{4C0AA3F7-F606-490E-9DDD-B0CB73C5B2C1}"/>
          </ac:spMkLst>
        </pc:spChg>
      </pc:sldChg>
      <pc:sldChg chg="modSp new mod">
        <pc:chgData name="Brandt Redd" userId="be8ed540b98adac0" providerId="LiveId" clId="{705396C8-594F-4D67-9DC8-3BD3C0C871E1}" dt="2020-09-28T13:21:01.421" v="2019" actId="20577"/>
        <pc:sldMkLst>
          <pc:docMk/>
          <pc:sldMk cId="1694726832" sldId="280"/>
        </pc:sldMkLst>
        <pc:spChg chg="mod">
          <ac:chgData name="Brandt Redd" userId="be8ed540b98adac0" providerId="LiveId" clId="{705396C8-594F-4D67-9DC8-3BD3C0C871E1}" dt="2020-09-28T13:15:22.740" v="1635" actId="14100"/>
          <ac:spMkLst>
            <pc:docMk/>
            <pc:sldMk cId="1694726832" sldId="280"/>
            <ac:spMk id="2" creationId="{69C0B5EA-BBCC-44DD-8262-6DCAC1DA7616}"/>
          </ac:spMkLst>
        </pc:spChg>
        <pc:spChg chg="mod">
          <ac:chgData name="Brandt Redd" userId="be8ed540b98adac0" providerId="LiveId" clId="{705396C8-594F-4D67-9DC8-3BD3C0C871E1}" dt="2020-09-28T13:21:01.421" v="2019" actId="20577"/>
          <ac:spMkLst>
            <pc:docMk/>
            <pc:sldMk cId="1694726832" sldId="280"/>
            <ac:spMk id="3" creationId="{C6EACBC1-BD9E-49E9-BB6C-81468863CDA1}"/>
          </ac:spMkLst>
        </pc:spChg>
      </pc:sldChg>
      <pc:sldChg chg="modSp new mod">
        <pc:chgData name="Brandt Redd" userId="be8ed540b98adac0" providerId="LiveId" clId="{705396C8-594F-4D67-9DC8-3BD3C0C871E1}" dt="2020-09-28T13:25:16.038" v="2397" actId="20577"/>
        <pc:sldMkLst>
          <pc:docMk/>
          <pc:sldMk cId="3115542290" sldId="281"/>
        </pc:sldMkLst>
        <pc:spChg chg="mod">
          <ac:chgData name="Brandt Redd" userId="be8ed540b98adac0" providerId="LiveId" clId="{705396C8-594F-4D67-9DC8-3BD3C0C871E1}" dt="2020-09-28T13:21:50.175" v="2073" actId="14100"/>
          <ac:spMkLst>
            <pc:docMk/>
            <pc:sldMk cId="3115542290" sldId="281"/>
            <ac:spMk id="2" creationId="{E75B5DD0-A299-4D97-8A2D-486C17C3C039}"/>
          </ac:spMkLst>
        </pc:spChg>
        <pc:spChg chg="mod">
          <ac:chgData name="Brandt Redd" userId="be8ed540b98adac0" providerId="LiveId" clId="{705396C8-594F-4D67-9DC8-3BD3C0C871E1}" dt="2020-09-28T13:25:16.038" v="2397" actId="20577"/>
          <ac:spMkLst>
            <pc:docMk/>
            <pc:sldMk cId="3115542290" sldId="281"/>
            <ac:spMk id="3" creationId="{E69ADB45-8B2E-4404-BF99-3D598015CB80}"/>
          </ac:spMkLst>
        </pc:spChg>
      </pc:sldChg>
      <pc:sldChg chg="addSp delSp modSp new mod">
        <pc:chgData name="Brandt Redd" userId="be8ed540b98adac0" providerId="LiveId" clId="{705396C8-594F-4D67-9DC8-3BD3C0C871E1}" dt="2020-09-28T13:27:57.926" v="2431" actId="22"/>
        <pc:sldMkLst>
          <pc:docMk/>
          <pc:sldMk cId="3824997649" sldId="282"/>
        </pc:sldMkLst>
        <pc:spChg chg="mod">
          <ac:chgData name="Brandt Redd" userId="be8ed540b98adac0" providerId="LiveId" clId="{705396C8-594F-4D67-9DC8-3BD3C0C871E1}" dt="2020-09-28T13:26:22.271" v="2430" actId="20577"/>
          <ac:spMkLst>
            <pc:docMk/>
            <pc:sldMk cId="3824997649" sldId="282"/>
            <ac:spMk id="2" creationId="{34D15B8B-E0DF-48D4-97B5-858496A12201}"/>
          </ac:spMkLst>
        </pc:spChg>
        <pc:spChg chg="del">
          <ac:chgData name="Brandt Redd" userId="be8ed540b98adac0" providerId="LiveId" clId="{705396C8-594F-4D67-9DC8-3BD3C0C871E1}" dt="2020-09-28T13:27:57.926" v="2431" actId="22"/>
          <ac:spMkLst>
            <pc:docMk/>
            <pc:sldMk cId="3824997649" sldId="282"/>
            <ac:spMk id="3" creationId="{9EE4D50C-E894-4F85-9ACF-85C9F6D91650}"/>
          </ac:spMkLst>
        </pc:spChg>
        <pc:picChg chg="add mod">
          <ac:chgData name="Brandt Redd" userId="be8ed540b98adac0" providerId="LiveId" clId="{705396C8-594F-4D67-9DC8-3BD3C0C871E1}" dt="2020-09-28T13:27:57.926" v="2431" actId="22"/>
          <ac:picMkLst>
            <pc:docMk/>
            <pc:sldMk cId="3824997649" sldId="282"/>
            <ac:picMk id="5" creationId="{D7EF1F65-F98A-4A3F-8E32-829FDC02E918}"/>
          </ac:picMkLst>
        </pc:picChg>
      </pc:sldChg>
    </pc:docChg>
  </pc:docChgLst>
  <pc:docChgLst>
    <pc:chgData name="Brandt Redd" userId="be8ed540b98adac0" providerId="LiveId" clId="{0B020DB7-E2B0-4622-864D-D4D41B6F547D}"/>
    <pc:docChg chg="delSld">
      <pc:chgData name="Brandt Redd" userId="be8ed540b98adac0" providerId="LiveId" clId="{0B020DB7-E2B0-4622-864D-D4D41B6F547D}" dt="2021-12-23T16:28:17.902" v="0" actId="47"/>
      <pc:docMkLst>
        <pc:docMk/>
      </pc:docMkLst>
      <pc:sldChg chg="del">
        <pc:chgData name="Brandt Redd" userId="be8ed540b98adac0" providerId="LiveId" clId="{0B020DB7-E2B0-4622-864D-D4D41B6F547D}" dt="2021-12-23T16:28:17.902" v="0" actId="47"/>
        <pc:sldMkLst>
          <pc:docMk/>
          <pc:sldMk cId="1307746265" sldId="277"/>
        </pc:sldMkLst>
      </pc:sldChg>
    </pc:docChg>
  </pc:docChgLst>
  <pc:docChgLst>
    <pc:chgData name="Brandt Redd" userId="be8ed540b98adac0" providerId="LiveId" clId="{38C8C206-3595-4988-B67D-F79005DA7143}"/>
    <pc:docChg chg="custSel modSld">
      <pc:chgData name="Brandt Redd" userId="be8ed540b98adac0" providerId="LiveId" clId="{38C8C206-3595-4988-B67D-F79005DA7143}" dt="2023-02-06T15:00:03.940" v="120" actId="207"/>
      <pc:docMkLst>
        <pc:docMk/>
      </pc:docMkLst>
      <pc:sldChg chg="modSp mod">
        <pc:chgData name="Brandt Redd" userId="be8ed540b98adac0" providerId="LiveId" clId="{38C8C206-3595-4988-B67D-F79005DA7143}" dt="2023-02-06T15:00:03.940" v="120" actId="207"/>
        <pc:sldMkLst>
          <pc:docMk/>
          <pc:sldMk cId="2373907794" sldId="305"/>
        </pc:sldMkLst>
        <pc:spChg chg="mod">
          <ac:chgData name="Brandt Redd" userId="be8ed540b98adac0" providerId="LiveId" clId="{38C8C206-3595-4988-B67D-F79005DA7143}" dt="2023-02-06T15:00:03.940" v="120" actId="207"/>
          <ac:spMkLst>
            <pc:docMk/>
            <pc:sldMk cId="2373907794" sldId="305"/>
            <ac:spMk id="2" creationId="{6D0A51FE-ED49-4C5C-B874-B5995C92F405}"/>
          </ac:spMkLst>
        </pc:spChg>
      </pc:sldChg>
    </pc:docChg>
  </pc:docChgLst>
  <pc:docChgLst>
    <pc:chgData name="Brandt Redd" userId="be8ed540b98adac0" providerId="LiveId" clId="{7F699B7C-8AEF-431C-B1F3-B269E25DF44A}"/>
    <pc:docChg chg="undo custSel addSld delSld modSld">
      <pc:chgData name="Brandt Redd" userId="be8ed540b98adac0" providerId="LiveId" clId="{7F699B7C-8AEF-431C-B1F3-B269E25DF44A}" dt="2021-02-09T04:54:36.295" v="604" actId="404"/>
      <pc:docMkLst>
        <pc:docMk/>
      </pc:docMkLst>
      <pc:sldChg chg="del">
        <pc:chgData name="Brandt Redd" userId="be8ed540b98adac0" providerId="LiveId" clId="{7F699B7C-8AEF-431C-B1F3-B269E25DF44A}" dt="2021-02-09T04:50:47.202" v="392" actId="2696"/>
        <pc:sldMkLst>
          <pc:docMk/>
          <pc:sldMk cId="0" sldId="264"/>
        </pc:sldMkLst>
      </pc:sldChg>
      <pc:sldChg chg="del">
        <pc:chgData name="Brandt Redd" userId="be8ed540b98adac0" providerId="LiveId" clId="{7F699B7C-8AEF-431C-B1F3-B269E25DF44A}" dt="2021-02-09T04:50:47.202" v="392" actId="2696"/>
        <pc:sldMkLst>
          <pc:docMk/>
          <pc:sldMk cId="0" sldId="265"/>
        </pc:sldMkLst>
      </pc:sldChg>
      <pc:sldChg chg="del">
        <pc:chgData name="Brandt Redd" userId="be8ed540b98adac0" providerId="LiveId" clId="{7F699B7C-8AEF-431C-B1F3-B269E25DF44A}" dt="2021-02-09T04:50:47.202" v="392" actId="2696"/>
        <pc:sldMkLst>
          <pc:docMk/>
          <pc:sldMk cId="495763434" sldId="267"/>
        </pc:sldMkLst>
      </pc:sldChg>
      <pc:sldChg chg="del">
        <pc:chgData name="Brandt Redd" userId="be8ed540b98adac0" providerId="LiveId" clId="{7F699B7C-8AEF-431C-B1F3-B269E25DF44A}" dt="2021-02-09T04:50:47.202" v="392" actId="2696"/>
        <pc:sldMkLst>
          <pc:docMk/>
          <pc:sldMk cId="0" sldId="268"/>
        </pc:sldMkLst>
      </pc:sldChg>
      <pc:sldChg chg="del">
        <pc:chgData name="Brandt Redd" userId="be8ed540b98adac0" providerId="LiveId" clId="{7F699B7C-8AEF-431C-B1F3-B269E25DF44A}" dt="2021-02-09T04:50:47.202" v="392" actId="2696"/>
        <pc:sldMkLst>
          <pc:docMk/>
          <pc:sldMk cId="0" sldId="271"/>
        </pc:sldMkLst>
      </pc:sldChg>
      <pc:sldChg chg="modSp mod">
        <pc:chgData name="Brandt Redd" userId="be8ed540b98adac0" providerId="LiveId" clId="{7F699B7C-8AEF-431C-B1F3-B269E25DF44A}" dt="2021-02-09T04:54:36.295" v="604" actId="404"/>
        <pc:sldMkLst>
          <pc:docMk/>
          <pc:sldMk cId="3162876985" sldId="272"/>
        </pc:sldMkLst>
        <pc:spChg chg="mod">
          <ac:chgData name="Brandt Redd" userId="be8ed540b98adac0" providerId="LiveId" clId="{7F699B7C-8AEF-431C-B1F3-B269E25DF44A}" dt="2021-02-09T04:54:36.295" v="604" actId="404"/>
          <ac:spMkLst>
            <pc:docMk/>
            <pc:sldMk cId="3162876985" sldId="272"/>
            <ac:spMk id="3" creationId="{639369EF-3017-4A73-A78D-2BB7B0C7CB24}"/>
          </ac:spMkLst>
        </pc:spChg>
      </pc:sldChg>
      <pc:sldChg chg="del">
        <pc:chgData name="Brandt Redd" userId="be8ed540b98adac0" providerId="LiveId" clId="{7F699B7C-8AEF-431C-B1F3-B269E25DF44A}" dt="2021-02-09T04:50:47.202" v="392" actId="2696"/>
        <pc:sldMkLst>
          <pc:docMk/>
          <pc:sldMk cId="1953685649" sldId="274"/>
        </pc:sldMkLst>
      </pc:sldChg>
      <pc:sldChg chg="del">
        <pc:chgData name="Brandt Redd" userId="be8ed540b98adac0" providerId="LiveId" clId="{7F699B7C-8AEF-431C-B1F3-B269E25DF44A}" dt="2021-02-09T04:50:47.202" v="392" actId="2696"/>
        <pc:sldMkLst>
          <pc:docMk/>
          <pc:sldMk cId="621536684" sldId="275"/>
        </pc:sldMkLst>
      </pc:sldChg>
      <pc:sldChg chg="modSp mod">
        <pc:chgData name="Brandt Redd" userId="be8ed540b98adac0" providerId="LiveId" clId="{7F699B7C-8AEF-431C-B1F3-B269E25DF44A}" dt="2021-02-08T06:18:24.601" v="19" actId="6549"/>
        <pc:sldMkLst>
          <pc:docMk/>
          <pc:sldMk cId="1307746265" sldId="277"/>
        </pc:sldMkLst>
        <pc:spChg chg="mod">
          <ac:chgData name="Brandt Redd" userId="be8ed540b98adac0" providerId="LiveId" clId="{7F699B7C-8AEF-431C-B1F3-B269E25DF44A}" dt="2021-02-08T06:18:24.601" v="19" actId="6549"/>
          <ac:spMkLst>
            <pc:docMk/>
            <pc:sldMk cId="1307746265" sldId="277"/>
            <ac:spMk id="3" creationId="{EB835EE2-AD5D-4261-9CAC-3AFAD394BAB4}"/>
          </ac:spMkLst>
        </pc:spChg>
      </pc:sldChg>
      <pc:sldChg chg="del">
        <pc:chgData name="Brandt Redd" userId="be8ed540b98adac0" providerId="LiveId" clId="{7F699B7C-8AEF-431C-B1F3-B269E25DF44A}" dt="2021-02-08T06:30:54.361" v="388" actId="47"/>
        <pc:sldMkLst>
          <pc:docMk/>
          <pc:sldMk cId="1793683176" sldId="278"/>
        </pc:sldMkLst>
      </pc:sldChg>
      <pc:sldChg chg="add del">
        <pc:chgData name="Brandt Redd" userId="be8ed540b98adac0" providerId="LiveId" clId="{7F699B7C-8AEF-431C-B1F3-B269E25DF44A}" dt="2021-02-08T06:31:09.332" v="391" actId="47"/>
        <pc:sldMkLst>
          <pc:docMk/>
          <pc:sldMk cId="1501906924" sldId="279"/>
        </pc:sldMkLst>
      </pc:sldChg>
      <pc:sldChg chg="modSp mod">
        <pc:chgData name="Brandt Redd" userId="be8ed540b98adac0" providerId="LiveId" clId="{7F699B7C-8AEF-431C-B1F3-B269E25DF44A}" dt="2021-02-08T06:21:41.205" v="28" actId="20577"/>
        <pc:sldMkLst>
          <pc:docMk/>
          <pc:sldMk cId="1694726832" sldId="280"/>
        </pc:sldMkLst>
        <pc:spChg chg="mod">
          <ac:chgData name="Brandt Redd" userId="be8ed540b98adac0" providerId="LiveId" clId="{7F699B7C-8AEF-431C-B1F3-B269E25DF44A}" dt="2021-02-08T06:21:41.205" v="28" actId="20577"/>
          <ac:spMkLst>
            <pc:docMk/>
            <pc:sldMk cId="1694726832" sldId="280"/>
            <ac:spMk id="3" creationId="{C6EACBC1-BD9E-49E9-BB6C-81468863CDA1}"/>
          </ac:spMkLst>
        </pc:spChg>
      </pc:sldChg>
      <pc:sldChg chg="modSp add mod">
        <pc:chgData name="Brandt Redd" userId="be8ed540b98adac0" providerId="LiveId" clId="{7F699B7C-8AEF-431C-B1F3-B269E25DF44A}" dt="2021-02-08T06:28:04.576" v="387" actId="20577"/>
        <pc:sldMkLst>
          <pc:docMk/>
          <pc:sldMk cId="1789244987" sldId="304"/>
        </pc:sldMkLst>
        <pc:spChg chg="mod">
          <ac:chgData name="Brandt Redd" userId="be8ed540b98adac0" providerId="LiveId" clId="{7F699B7C-8AEF-431C-B1F3-B269E25DF44A}" dt="2021-02-08T06:23:10.381" v="33" actId="20577"/>
          <ac:spMkLst>
            <pc:docMk/>
            <pc:sldMk cId="1789244987" sldId="304"/>
            <ac:spMk id="2" creationId="{BB011DBF-78FF-428F-AAE7-F1628D697B3B}"/>
          </ac:spMkLst>
        </pc:spChg>
        <pc:graphicFrameChg chg="modGraphic">
          <ac:chgData name="Brandt Redd" userId="be8ed540b98adac0" providerId="LiveId" clId="{7F699B7C-8AEF-431C-B1F3-B269E25DF44A}" dt="2021-02-08T06:28:04.576" v="387" actId="20577"/>
          <ac:graphicFrameMkLst>
            <pc:docMk/>
            <pc:sldMk cId="1789244987" sldId="304"/>
            <ac:graphicFrameMk id="4" creationId="{869088BA-A93E-4DA7-990A-8136C4A8FC94}"/>
          </ac:graphicFrameMkLst>
        </pc:graphicFrameChg>
      </pc:sldChg>
    </pc:docChg>
  </pc:docChgLst>
  <pc:docChgLst>
    <pc:chgData name="Brandt Redd" userId="be8ed540b98adac0" providerId="LiveId" clId="{7C089A3C-A81E-4CD0-B93B-26BEC5BE93D3}"/>
    <pc:docChg chg="modSld">
      <pc:chgData name="Brandt Redd" userId="be8ed540b98adac0" providerId="LiveId" clId="{7C089A3C-A81E-4CD0-B93B-26BEC5BE93D3}" dt="2023-09-29T02:16:10.035" v="32" actId="6549"/>
      <pc:docMkLst>
        <pc:docMk/>
      </pc:docMkLst>
      <pc:sldChg chg="modSp mod">
        <pc:chgData name="Brandt Redd" userId="be8ed540b98adac0" providerId="LiveId" clId="{7C089A3C-A81E-4CD0-B93B-26BEC5BE93D3}" dt="2023-09-29T02:16:10.035" v="32" actId="6549"/>
        <pc:sldMkLst>
          <pc:docMk/>
          <pc:sldMk cId="0" sldId="256"/>
        </pc:sldMkLst>
        <pc:spChg chg="mod">
          <ac:chgData name="Brandt Redd" userId="be8ed540b98adac0" providerId="LiveId" clId="{7C089A3C-A81E-4CD0-B93B-26BEC5BE93D3}" dt="2023-09-29T02:16:10.035" v="32" actId="6549"/>
          <ac:spMkLst>
            <pc:docMk/>
            <pc:sldMk cId="0" sldId="256"/>
            <ac:spMk id="19458" creationId="{CE628E2B-83BA-4BFB-BC95-9215B8131E81}"/>
          </ac:spMkLst>
        </pc:spChg>
      </pc:sldChg>
      <pc:sldChg chg="modSp mod">
        <pc:chgData name="Brandt Redd" userId="be8ed540b98adac0" providerId="LiveId" clId="{7C089A3C-A81E-4CD0-B93B-26BEC5BE93D3}" dt="2023-09-29T02:12:25.019" v="1" actId="20577"/>
        <pc:sldMkLst>
          <pc:docMk/>
          <pc:sldMk cId="3818784765" sldId="276"/>
        </pc:sldMkLst>
        <pc:spChg chg="mod">
          <ac:chgData name="Brandt Redd" userId="be8ed540b98adac0" providerId="LiveId" clId="{7C089A3C-A81E-4CD0-B93B-26BEC5BE93D3}" dt="2023-09-29T02:12:25.019" v="1" actId="20577"/>
          <ac:spMkLst>
            <pc:docMk/>
            <pc:sldMk cId="3818784765" sldId="276"/>
            <ac:spMk id="5" creationId="{9D426418-6CF3-4893-874E-6E0AD6B71881}"/>
          </ac:spMkLst>
        </pc:spChg>
      </pc:sldChg>
      <pc:sldChg chg="modSp mod">
        <pc:chgData name="Brandt Redd" userId="be8ed540b98adac0" providerId="LiveId" clId="{7C089A3C-A81E-4CD0-B93B-26BEC5BE93D3}" dt="2023-09-29T02:12:51.039" v="10" actId="20577"/>
        <pc:sldMkLst>
          <pc:docMk/>
          <pc:sldMk cId="1694726832" sldId="280"/>
        </pc:sldMkLst>
        <pc:spChg chg="mod">
          <ac:chgData name="Brandt Redd" userId="be8ed540b98adac0" providerId="LiveId" clId="{7C089A3C-A81E-4CD0-B93B-26BEC5BE93D3}" dt="2023-09-29T02:12:51.039" v="10" actId="20577"/>
          <ac:spMkLst>
            <pc:docMk/>
            <pc:sldMk cId="1694726832" sldId="280"/>
            <ac:spMk id="3" creationId="{C6EACBC1-BD9E-49E9-BB6C-81468863CDA1}"/>
          </ac:spMkLst>
        </pc:spChg>
      </pc:sldChg>
    </pc:docChg>
  </pc:docChgLst>
  <pc:docChgLst>
    <pc:chgData name="Brandt Redd" userId="be8ed540b98adac0" providerId="LiveId" clId="{6B00A78E-B916-40AA-BD58-619EFB7C2D7B}"/>
    <pc:docChg chg="undo custSel addSld delSld modSld">
      <pc:chgData name="Brandt Redd" userId="be8ed540b98adac0" providerId="LiveId" clId="{6B00A78E-B916-40AA-BD58-619EFB7C2D7B}" dt="2021-09-27T20:28:58.445" v="458" actId="729"/>
      <pc:docMkLst>
        <pc:docMk/>
      </pc:docMkLst>
      <pc:sldChg chg="modSp mod">
        <pc:chgData name="Brandt Redd" userId="be8ed540b98adac0" providerId="LiveId" clId="{6B00A78E-B916-40AA-BD58-619EFB7C2D7B}" dt="2021-09-27T20:25:30.115" v="457" actId="404"/>
        <pc:sldMkLst>
          <pc:docMk/>
          <pc:sldMk cId="0" sldId="256"/>
        </pc:sldMkLst>
        <pc:spChg chg="mod">
          <ac:chgData name="Brandt Redd" userId="be8ed540b98adac0" providerId="LiveId" clId="{6B00A78E-B916-40AA-BD58-619EFB7C2D7B}" dt="2021-09-27T20:25:09.246" v="455" actId="20577"/>
          <ac:spMkLst>
            <pc:docMk/>
            <pc:sldMk cId="0" sldId="256"/>
            <ac:spMk id="19457" creationId="{62619FC0-5A6D-45F7-B5C7-2C6AC1DAE6D5}"/>
          </ac:spMkLst>
        </pc:spChg>
        <pc:spChg chg="mod">
          <ac:chgData name="Brandt Redd" userId="be8ed540b98adac0" providerId="LiveId" clId="{6B00A78E-B916-40AA-BD58-619EFB7C2D7B}" dt="2021-09-27T20:25:30.115" v="457" actId="404"/>
          <ac:spMkLst>
            <pc:docMk/>
            <pc:sldMk cId="0" sldId="256"/>
            <ac:spMk id="19458" creationId="{CE628E2B-83BA-4BFB-BC95-9215B8131E81}"/>
          </ac:spMkLst>
        </pc:spChg>
      </pc:sldChg>
      <pc:sldChg chg="addSp delSp modSp mod">
        <pc:chgData name="Brandt Redd" userId="be8ed540b98adac0" providerId="LiveId" clId="{6B00A78E-B916-40AA-BD58-619EFB7C2D7B}" dt="2021-09-27T14:00:19.459" v="269" actId="571"/>
        <pc:sldMkLst>
          <pc:docMk/>
          <pc:sldMk cId="0" sldId="270"/>
        </pc:sldMkLst>
        <pc:spChg chg="add mod">
          <ac:chgData name="Brandt Redd" userId="be8ed540b98adac0" providerId="LiveId" clId="{6B00A78E-B916-40AA-BD58-619EFB7C2D7B}" dt="2021-09-27T13:57:06.713" v="135" actId="208"/>
          <ac:spMkLst>
            <pc:docMk/>
            <pc:sldMk cId="0" sldId="270"/>
            <ac:spMk id="2" creationId="{3F3BBBD5-2CA0-4976-A9F5-1DEFC0BEEA0D}"/>
          </ac:spMkLst>
        </pc:spChg>
        <pc:spChg chg="del">
          <ac:chgData name="Brandt Redd" userId="be8ed540b98adac0" providerId="LiveId" clId="{6B00A78E-B916-40AA-BD58-619EFB7C2D7B}" dt="2021-09-27T05:01:04.677" v="117" actId="478"/>
          <ac:spMkLst>
            <pc:docMk/>
            <pc:sldMk cId="0" sldId="270"/>
            <ac:spMk id="2" creationId="{6D0A51FE-ED49-4C5C-B874-B5995C92F405}"/>
          </ac:spMkLst>
        </pc:spChg>
        <pc:spChg chg="add mod">
          <ac:chgData name="Brandt Redd" userId="be8ed540b98adac0" providerId="LiveId" clId="{6B00A78E-B916-40AA-BD58-619EFB7C2D7B}" dt="2021-09-27T13:57:56.266" v="147" actId="14100"/>
          <ac:spMkLst>
            <pc:docMk/>
            <pc:sldMk cId="0" sldId="270"/>
            <ac:spMk id="9" creationId="{B6D3097E-0E66-4B56-852A-002DD8610C30}"/>
          </ac:spMkLst>
        </pc:spChg>
        <pc:spChg chg="add mod">
          <ac:chgData name="Brandt Redd" userId="be8ed540b98adac0" providerId="LiveId" clId="{6B00A78E-B916-40AA-BD58-619EFB7C2D7B}" dt="2021-09-27T13:58:45.487" v="219" actId="20577"/>
          <ac:spMkLst>
            <pc:docMk/>
            <pc:sldMk cId="0" sldId="270"/>
            <ac:spMk id="11" creationId="{39E69703-9DC3-4DCB-9EBC-D6F5D3B028A9}"/>
          </ac:spMkLst>
        </pc:spChg>
        <pc:spChg chg="add mod">
          <ac:chgData name="Brandt Redd" userId="be8ed540b98adac0" providerId="LiveId" clId="{6B00A78E-B916-40AA-BD58-619EFB7C2D7B}" dt="2021-09-27T13:58:57.110" v="221" actId="1076"/>
          <ac:spMkLst>
            <pc:docMk/>
            <pc:sldMk cId="0" sldId="270"/>
            <ac:spMk id="12" creationId="{1264D898-9929-477D-B0E6-A2E6C364D7EC}"/>
          </ac:spMkLst>
        </pc:spChg>
        <pc:spChg chg="add mod">
          <ac:chgData name="Brandt Redd" userId="be8ed540b98adac0" providerId="LiveId" clId="{6B00A78E-B916-40AA-BD58-619EFB7C2D7B}" dt="2021-09-27T13:59:02.314" v="226" actId="20577"/>
          <ac:spMkLst>
            <pc:docMk/>
            <pc:sldMk cId="0" sldId="270"/>
            <ac:spMk id="14" creationId="{937F4E26-8196-41BB-827F-1D8665715B01}"/>
          </ac:spMkLst>
        </pc:spChg>
        <pc:spChg chg="add mod">
          <ac:chgData name="Brandt Redd" userId="be8ed540b98adac0" providerId="LiveId" clId="{6B00A78E-B916-40AA-BD58-619EFB7C2D7B}" dt="2021-09-27T13:59:30.325" v="260" actId="6549"/>
          <ac:spMkLst>
            <pc:docMk/>
            <pc:sldMk cId="0" sldId="270"/>
            <ac:spMk id="15" creationId="{00D4B9C0-FDBD-471A-92E4-ABC3424352F2}"/>
          </ac:spMkLst>
        </pc:spChg>
        <pc:spChg chg="add mod">
          <ac:chgData name="Brandt Redd" userId="be8ed540b98adac0" providerId="LiveId" clId="{6B00A78E-B916-40AA-BD58-619EFB7C2D7B}" dt="2021-09-27T14:00:11.507" v="268" actId="20577"/>
          <ac:spMkLst>
            <pc:docMk/>
            <pc:sldMk cId="0" sldId="270"/>
            <ac:spMk id="17" creationId="{7E63C09E-6100-45F9-9CE4-F351FB787BE7}"/>
          </ac:spMkLst>
        </pc:spChg>
        <pc:spChg chg="add mod">
          <ac:chgData name="Brandt Redd" userId="be8ed540b98adac0" providerId="LiveId" clId="{6B00A78E-B916-40AA-BD58-619EFB7C2D7B}" dt="2021-09-27T14:00:19.459" v="269" actId="571"/>
          <ac:spMkLst>
            <pc:docMk/>
            <pc:sldMk cId="0" sldId="270"/>
            <ac:spMk id="19" creationId="{6FDEE575-01D4-4EF9-BB18-AA702C109C93}"/>
          </ac:spMkLst>
        </pc:spChg>
        <pc:spChg chg="mod">
          <ac:chgData name="Brandt Redd" userId="be8ed540b98adac0" providerId="LiveId" clId="{6B00A78E-B916-40AA-BD58-619EFB7C2D7B}" dt="2021-09-27T13:55:52.177" v="127" actId="20577"/>
          <ac:spMkLst>
            <pc:docMk/>
            <pc:sldMk cId="0" sldId="270"/>
            <ac:spMk id="20481" creationId="{782194C7-E436-434E-9C8F-4F59063B8171}"/>
          </ac:spMkLst>
        </pc:spChg>
        <pc:picChg chg="del">
          <ac:chgData name="Brandt Redd" userId="be8ed540b98adac0" providerId="LiveId" clId="{6B00A78E-B916-40AA-BD58-619EFB7C2D7B}" dt="2021-09-27T05:00:08.736" v="71" actId="478"/>
          <ac:picMkLst>
            <pc:docMk/>
            <pc:sldMk cId="0" sldId="270"/>
            <ac:picMk id="20482" creationId="{A6616E45-83B2-42F7-A608-39A6C6FA2402}"/>
          </ac:picMkLst>
        </pc:picChg>
        <pc:cxnChg chg="add del mod">
          <ac:chgData name="Brandt Redd" userId="be8ed540b98adac0" providerId="LiveId" clId="{6B00A78E-B916-40AA-BD58-619EFB7C2D7B}" dt="2021-09-27T13:56:44.511" v="132" actId="11529"/>
          <ac:cxnSpMkLst>
            <pc:docMk/>
            <pc:sldMk cId="0" sldId="270"/>
            <ac:cxnSpMk id="4" creationId="{4F8509F5-084D-40A4-A6BB-BD9FBBE03814}"/>
          </ac:cxnSpMkLst>
        </pc:cxnChg>
        <pc:cxnChg chg="add mod">
          <ac:chgData name="Brandt Redd" userId="be8ed540b98adac0" providerId="LiveId" clId="{6B00A78E-B916-40AA-BD58-619EFB7C2D7B}" dt="2021-09-27T13:57:23.909" v="138" actId="14100"/>
          <ac:cxnSpMkLst>
            <pc:docMk/>
            <pc:sldMk cId="0" sldId="270"/>
            <ac:cxnSpMk id="7" creationId="{E94253B8-2BAF-4C42-897A-D71BA476F978}"/>
          </ac:cxnSpMkLst>
        </pc:cxnChg>
        <pc:cxnChg chg="add mod">
          <ac:chgData name="Brandt Redd" userId="be8ed540b98adac0" providerId="LiveId" clId="{6B00A78E-B916-40AA-BD58-619EFB7C2D7B}" dt="2021-09-27T13:58:57.110" v="221" actId="1076"/>
          <ac:cxnSpMkLst>
            <pc:docMk/>
            <pc:sldMk cId="0" sldId="270"/>
            <ac:cxnSpMk id="13" creationId="{A9170DF4-1945-420A-8AF9-C40D694D88F7}"/>
          </ac:cxnSpMkLst>
        </pc:cxnChg>
        <pc:cxnChg chg="add mod">
          <ac:chgData name="Brandt Redd" userId="be8ed540b98adac0" providerId="LiveId" clId="{6B00A78E-B916-40AA-BD58-619EFB7C2D7B}" dt="2021-09-27T14:00:00.457" v="263" actId="208"/>
          <ac:cxnSpMkLst>
            <pc:docMk/>
            <pc:sldMk cId="0" sldId="270"/>
            <ac:cxnSpMk id="16" creationId="{6906228A-C95F-4734-8227-B6E5E011127C}"/>
          </ac:cxnSpMkLst>
        </pc:cxnChg>
      </pc:sldChg>
      <pc:sldChg chg="modSp mod">
        <pc:chgData name="Brandt Redd" userId="be8ed540b98adac0" providerId="LiveId" clId="{6B00A78E-B916-40AA-BD58-619EFB7C2D7B}" dt="2021-09-27T04:58:13.343" v="4" actId="20577"/>
        <pc:sldMkLst>
          <pc:docMk/>
          <pc:sldMk cId="3818784765" sldId="276"/>
        </pc:sldMkLst>
        <pc:spChg chg="mod">
          <ac:chgData name="Brandt Redd" userId="be8ed540b98adac0" providerId="LiveId" clId="{6B00A78E-B916-40AA-BD58-619EFB7C2D7B}" dt="2021-09-27T04:58:13.343" v="4" actId="20577"/>
          <ac:spMkLst>
            <pc:docMk/>
            <pc:sldMk cId="3818784765" sldId="276"/>
            <ac:spMk id="5" creationId="{9D426418-6CF3-4893-874E-6E0AD6B71881}"/>
          </ac:spMkLst>
        </pc:spChg>
      </pc:sldChg>
      <pc:sldChg chg="modSp mod modShow">
        <pc:chgData name="Brandt Redd" userId="be8ed540b98adac0" providerId="LiveId" clId="{6B00A78E-B916-40AA-BD58-619EFB7C2D7B}" dt="2021-09-27T20:28:58.445" v="458" actId="729"/>
        <pc:sldMkLst>
          <pc:docMk/>
          <pc:sldMk cId="1307746265" sldId="277"/>
        </pc:sldMkLst>
        <pc:spChg chg="mod">
          <ac:chgData name="Brandt Redd" userId="be8ed540b98adac0" providerId="LiveId" clId="{6B00A78E-B916-40AA-BD58-619EFB7C2D7B}" dt="2021-09-27T04:58:42.051" v="28" actId="20577"/>
          <ac:spMkLst>
            <pc:docMk/>
            <pc:sldMk cId="1307746265" sldId="277"/>
            <ac:spMk id="3" creationId="{EB835EE2-AD5D-4261-9CAC-3AFAD394BAB4}"/>
          </ac:spMkLst>
        </pc:spChg>
      </pc:sldChg>
      <pc:sldChg chg="modSp mod">
        <pc:chgData name="Brandt Redd" userId="be8ed540b98adac0" providerId="LiveId" clId="{6B00A78E-B916-40AA-BD58-619EFB7C2D7B}" dt="2021-09-27T04:59:15.640" v="70" actId="20577"/>
        <pc:sldMkLst>
          <pc:docMk/>
          <pc:sldMk cId="3115542290" sldId="281"/>
        </pc:sldMkLst>
        <pc:spChg chg="mod">
          <ac:chgData name="Brandt Redd" userId="be8ed540b98adac0" providerId="LiveId" clId="{6B00A78E-B916-40AA-BD58-619EFB7C2D7B}" dt="2021-09-27T04:59:15.640" v="70" actId="20577"/>
          <ac:spMkLst>
            <pc:docMk/>
            <pc:sldMk cId="3115542290" sldId="281"/>
            <ac:spMk id="3" creationId="{E69ADB45-8B2E-4404-BF99-3D598015CB80}"/>
          </ac:spMkLst>
        </pc:spChg>
      </pc:sldChg>
      <pc:sldChg chg="modSp add mod">
        <pc:chgData name="Brandt Redd" userId="be8ed540b98adac0" providerId="LiveId" clId="{6B00A78E-B916-40AA-BD58-619EFB7C2D7B}" dt="2021-09-27T05:00:58.952" v="116" actId="1076"/>
        <pc:sldMkLst>
          <pc:docMk/>
          <pc:sldMk cId="2373907794" sldId="305"/>
        </pc:sldMkLst>
        <pc:spChg chg="mod">
          <ac:chgData name="Brandt Redd" userId="be8ed540b98adac0" providerId="LiveId" clId="{6B00A78E-B916-40AA-BD58-619EFB7C2D7B}" dt="2021-09-27T05:00:58.952" v="116" actId="1076"/>
          <ac:spMkLst>
            <pc:docMk/>
            <pc:sldMk cId="2373907794" sldId="305"/>
            <ac:spMk id="2" creationId="{6D0A51FE-ED49-4C5C-B874-B5995C92F405}"/>
          </ac:spMkLst>
        </pc:spChg>
        <pc:spChg chg="mod">
          <ac:chgData name="Brandt Redd" userId="be8ed540b98adac0" providerId="LiveId" clId="{6B00A78E-B916-40AA-BD58-619EFB7C2D7B}" dt="2021-09-27T05:00:52.459" v="115" actId="20577"/>
          <ac:spMkLst>
            <pc:docMk/>
            <pc:sldMk cId="2373907794" sldId="305"/>
            <ac:spMk id="20481" creationId="{782194C7-E436-434E-9C8F-4F59063B8171}"/>
          </ac:spMkLst>
        </pc:spChg>
      </pc:sldChg>
      <pc:sldChg chg="new del">
        <pc:chgData name="Brandt Redd" userId="be8ed540b98adac0" providerId="LiveId" clId="{6B00A78E-B916-40AA-BD58-619EFB7C2D7B}" dt="2021-09-27T14:00:24.788" v="270" actId="47"/>
        <pc:sldMkLst>
          <pc:docMk/>
          <pc:sldMk cId="1122157955" sldId="306"/>
        </pc:sldMkLst>
      </pc:sldChg>
      <pc:sldChg chg="addSp modSp add mod">
        <pc:chgData name="Brandt Redd" userId="be8ed540b98adac0" providerId="LiveId" clId="{6B00A78E-B916-40AA-BD58-619EFB7C2D7B}" dt="2021-09-27T20:17:12.493" v="448" actId="20577"/>
        <pc:sldMkLst>
          <pc:docMk/>
          <pc:sldMk cId="2954962763" sldId="306"/>
        </pc:sldMkLst>
        <pc:spChg chg="mod">
          <ac:chgData name="Brandt Redd" userId="be8ed540b98adac0" providerId="LiveId" clId="{6B00A78E-B916-40AA-BD58-619EFB7C2D7B}" dt="2021-09-27T20:15:37.318" v="325" actId="1037"/>
          <ac:spMkLst>
            <pc:docMk/>
            <pc:sldMk cId="2954962763" sldId="306"/>
            <ac:spMk id="2" creationId="{3F3BBBD5-2CA0-4976-A9F5-1DEFC0BEEA0D}"/>
          </ac:spMkLst>
        </pc:spChg>
        <pc:spChg chg="mod">
          <ac:chgData name="Brandt Redd" userId="be8ed540b98adac0" providerId="LiveId" clId="{6B00A78E-B916-40AA-BD58-619EFB7C2D7B}" dt="2021-09-27T20:15:37.318" v="325" actId="1037"/>
          <ac:spMkLst>
            <pc:docMk/>
            <pc:sldMk cId="2954962763" sldId="306"/>
            <ac:spMk id="9" creationId="{B6D3097E-0E66-4B56-852A-002DD8610C30}"/>
          </ac:spMkLst>
        </pc:spChg>
        <pc:spChg chg="mod">
          <ac:chgData name="Brandt Redd" userId="be8ed540b98adac0" providerId="LiveId" clId="{6B00A78E-B916-40AA-BD58-619EFB7C2D7B}" dt="2021-09-27T20:15:37.318" v="325" actId="1037"/>
          <ac:spMkLst>
            <pc:docMk/>
            <pc:sldMk cId="2954962763" sldId="306"/>
            <ac:spMk id="11" creationId="{39E69703-9DC3-4DCB-9EBC-D6F5D3B028A9}"/>
          </ac:spMkLst>
        </pc:spChg>
        <pc:spChg chg="mod">
          <ac:chgData name="Brandt Redd" userId="be8ed540b98adac0" providerId="LiveId" clId="{6B00A78E-B916-40AA-BD58-619EFB7C2D7B}" dt="2021-09-27T20:15:45.620" v="332" actId="1038"/>
          <ac:spMkLst>
            <pc:docMk/>
            <pc:sldMk cId="2954962763" sldId="306"/>
            <ac:spMk id="12" creationId="{1264D898-9929-477D-B0E6-A2E6C364D7EC}"/>
          </ac:spMkLst>
        </pc:spChg>
        <pc:spChg chg="mod">
          <ac:chgData name="Brandt Redd" userId="be8ed540b98adac0" providerId="LiveId" clId="{6B00A78E-B916-40AA-BD58-619EFB7C2D7B}" dt="2021-09-27T20:15:45.620" v="332" actId="1038"/>
          <ac:spMkLst>
            <pc:docMk/>
            <pc:sldMk cId="2954962763" sldId="306"/>
            <ac:spMk id="14" creationId="{937F4E26-8196-41BB-827F-1D8665715B01}"/>
          </ac:spMkLst>
        </pc:spChg>
        <pc:spChg chg="mod">
          <ac:chgData name="Brandt Redd" userId="be8ed540b98adac0" providerId="LiveId" clId="{6B00A78E-B916-40AA-BD58-619EFB7C2D7B}" dt="2021-09-27T20:15:45.620" v="332" actId="1038"/>
          <ac:spMkLst>
            <pc:docMk/>
            <pc:sldMk cId="2954962763" sldId="306"/>
            <ac:spMk id="15" creationId="{00D4B9C0-FDBD-471A-92E4-ABC3424352F2}"/>
          </ac:spMkLst>
        </pc:spChg>
        <pc:spChg chg="mod">
          <ac:chgData name="Brandt Redd" userId="be8ed540b98adac0" providerId="LiveId" clId="{6B00A78E-B916-40AA-BD58-619EFB7C2D7B}" dt="2021-09-27T20:16:44.745" v="395" actId="1035"/>
          <ac:spMkLst>
            <pc:docMk/>
            <pc:sldMk cId="2954962763" sldId="306"/>
            <ac:spMk id="17" creationId="{7E63C09E-6100-45F9-9CE4-F351FB787BE7}"/>
          </ac:spMkLst>
        </pc:spChg>
        <pc:spChg chg="add mod">
          <ac:chgData name="Brandt Redd" userId="be8ed540b98adac0" providerId="LiveId" clId="{6B00A78E-B916-40AA-BD58-619EFB7C2D7B}" dt="2021-09-27T20:15:37.318" v="325" actId="1037"/>
          <ac:spMkLst>
            <pc:docMk/>
            <pc:sldMk cId="2954962763" sldId="306"/>
            <ac:spMk id="18" creationId="{E9ED8315-CE83-456E-BA5A-9DA7B08D62A7}"/>
          </ac:spMkLst>
        </pc:spChg>
        <pc:spChg chg="mod">
          <ac:chgData name="Brandt Redd" userId="be8ed540b98adac0" providerId="LiveId" clId="{6B00A78E-B916-40AA-BD58-619EFB7C2D7B}" dt="2021-09-27T20:16:44.745" v="395" actId="1035"/>
          <ac:spMkLst>
            <pc:docMk/>
            <pc:sldMk cId="2954962763" sldId="306"/>
            <ac:spMk id="19" creationId="{6FDEE575-01D4-4EF9-BB18-AA702C109C93}"/>
          </ac:spMkLst>
        </pc:spChg>
        <pc:spChg chg="add mod">
          <ac:chgData name="Brandt Redd" userId="be8ed540b98adac0" providerId="LiveId" clId="{6B00A78E-B916-40AA-BD58-619EFB7C2D7B}" dt="2021-09-27T20:16:31.240" v="382" actId="20577"/>
          <ac:spMkLst>
            <pc:docMk/>
            <pc:sldMk cId="2954962763" sldId="306"/>
            <ac:spMk id="21" creationId="{D469204D-DA1B-423D-BE3A-4909CC28F02E}"/>
          </ac:spMkLst>
        </pc:spChg>
        <pc:spChg chg="add mod">
          <ac:chgData name="Brandt Redd" userId="be8ed540b98adac0" providerId="LiveId" clId="{6B00A78E-B916-40AA-BD58-619EFB7C2D7B}" dt="2021-09-27T20:17:12.493" v="448" actId="20577"/>
          <ac:spMkLst>
            <pc:docMk/>
            <pc:sldMk cId="2954962763" sldId="306"/>
            <ac:spMk id="22" creationId="{6AFA7762-0395-485B-8B2F-9E9BC5680A61}"/>
          </ac:spMkLst>
        </pc:spChg>
        <pc:spChg chg="add mod">
          <ac:chgData name="Brandt Redd" userId="be8ed540b98adac0" providerId="LiveId" clId="{6B00A78E-B916-40AA-BD58-619EFB7C2D7B}" dt="2021-09-27T20:16:13.070" v="378" actId="1035"/>
          <ac:spMkLst>
            <pc:docMk/>
            <pc:sldMk cId="2954962763" sldId="306"/>
            <ac:spMk id="24" creationId="{BC7FA814-2952-402F-8AB6-B005149DE808}"/>
          </ac:spMkLst>
        </pc:spChg>
        <pc:spChg chg="add mod">
          <ac:chgData name="Brandt Redd" userId="be8ed540b98adac0" providerId="LiveId" clId="{6B00A78E-B916-40AA-BD58-619EFB7C2D7B}" dt="2021-09-27T20:16:13.070" v="378" actId="1035"/>
          <ac:spMkLst>
            <pc:docMk/>
            <pc:sldMk cId="2954962763" sldId="306"/>
            <ac:spMk id="25" creationId="{737FC362-6822-480F-AD34-C12513BFC318}"/>
          </ac:spMkLst>
        </pc:spChg>
        <pc:cxnChg chg="mod">
          <ac:chgData name="Brandt Redd" userId="be8ed540b98adac0" providerId="LiveId" clId="{6B00A78E-B916-40AA-BD58-619EFB7C2D7B}" dt="2021-09-27T20:15:37.318" v="325" actId="1037"/>
          <ac:cxnSpMkLst>
            <pc:docMk/>
            <pc:sldMk cId="2954962763" sldId="306"/>
            <ac:cxnSpMk id="7" creationId="{E94253B8-2BAF-4C42-897A-D71BA476F978}"/>
          </ac:cxnSpMkLst>
        </pc:cxnChg>
        <pc:cxnChg chg="mod">
          <ac:chgData name="Brandt Redd" userId="be8ed540b98adac0" providerId="LiveId" clId="{6B00A78E-B916-40AA-BD58-619EFB7C2D7B}" dt="2021-09-27T20:15:45.620" v="332" actId="1038"/>
          <ac:cxnSpMkLst>
            <pc:docMk/>
            <pc:sldMk cId="2954962763" sldId="306"/>
            <ac:cxnSpMk id="13" creationId="{A9170DF4-1945-420A-8AF9-C40D694D88F7}"/>
          </ac:cxnSpMkLst>
        </pc:cxnChg>
        <pc:cxnChg chg="mod">
          <ac:chgData name="Brandt Redd" userId="be8ed540b98adac0" providerId="LiveId" clId="{6B00A78E-B916-40AA-BD58-619EFB7C2D7B}" dt="2021-09-27T20:16:44.745" v="395" actId="1035"/>
          <ac:cxnSpMkLst>
            <pc:docMk/>
            <pc:sldMk cId="2954962763" sldId="306"/>
            <ac:cxnSpMk id="16" creationId="{6906228A-C95F-4734-8227-B6E5E011127C}"/>
          </ac:cxnSpMkLst>
        </pc:cxnChg>
        <pc:cxnChg chg="add mod">
          <ac:chgData name="Brandt Redd" userId="be8ed540b98adac0" providerId="LiveId" clId="{6B00A78E-B916-40AA-BD58-619EFB7C2D7B}" dt="2021-09-27T20:15:37.318" v="325" actId="1037"/>
          <ac:cxnSpMkLst>
            <pc:docMk/>
            <pc:sldMk cId="2954962763" sldId="306"/>
            <ac:cxnSpMk id="20" creationId="{E36A13C3-A4C4-451A-8793-E004BF0CCE10}"/>
          </ac:cxnSpMkLst>
        </pc:cxnChg>
        <pc:cxnChg chg="add mod">
          <ac:chgData name="Brandt Redd" userId="be8ed540b98adac0" providerId="LiveId" clId="{6B00A78E-B916-40AA-BD58-619EFB7C2D7B}" dt="2021-09-27T20:16:13.070" v="378" actId="1035"/>
          <ac:cxnSpMkLst>
            <pc:docMk/>
            <pc:sldMk cId="2954962763" sldId="306"/>
            <ac:cxnSpMk id="23" creationId="{2632B987-8571-4837-B9EF-5CD85B6337D8}"/>
          </ac:cxnSpMkLst>
        </pc:cxnChg>
      </pc:sldChg>
    </pc:docChg>
  </pc:docChgLst>
  <pc:docChgLst>
    <pc:chgData name="Brandt Redd" userId="be8ed540b98adac0" providerId="LiveId" clId="{6C109670-F5AC-47FC-9508-37AEEBB67107}"/>
    <pc:docChg chg="modSld">
      <pc:chgData name="Brandt Redd" userId="be8ed540b98adac0" providerId="LiveId" clId="{6C109670-F5AC-47FC-9508-37AEEBB67107}" dt="2022-01-31T14:49:28.220" v="61" actId="20577"/>
      <pc:docMkLst>
        <pc:docMk/>
      </pc:docMkLst>
      <pc:sldChg chg="modSp mod">
        <pc:chgData name="Brandt Redd" userId="be8ed540b98adac0" providerId="LiveId" clId="{6C109670-F5AC-47FC-9508-37AEEBB67107}" dt="2022-01-31T14:49:28.220" v="61" actId="20577"/>
        <pc:sldMkLst>
          <pc:docMk/>
          <pc:sldMk cId="2373907794" sldId="305"/>
        </pc:sldMkLst>
        <pc:spChg chg="mod">
          <ac:chgData name="Brandt Redd" userId="be8ed540b98adac0" providerId="LiveId" clId="{6C109670-F5AC-47FC-9508-37AEEBB67107}" dt="2022-01-31T14:49:28.220" v="61" actId="20577"/>
          <ac:spMkLst>
            <pc:docMk/>
            <pc:sldMk cId="2373907794" sldId="305"/>
            <ac:spMk id="2" creationId="{6D0A51FE-ED49-4C5C-B874-B5995C92F405}"/>
          </ac:spMkLst>
        </pc:spChg>
      </pc:sldChg>
    </pc:docChg>
  </pc:docChgLst>
  <pc:docChgLst>
    <pc:chgData name="Brandt Redd" userId="be8ed540b98adac0" providerId="LiveId" clId="{658AB056-507C-48D9-A415-5B2511956A7D}"/>
    <pc:docChg chg="modSld">
      <pc:chgData name="Brandt Redd" userId="be8ed540b98adac0" providerId="LiveId" clId="{658AB056-507C-48D9-A415-5B2511956A7D}" dt="2024-09-27T14:14:24.398" v="24" actId="1076"/>
      <pc:docMkLst>
        <pc:docMk/>
      </pc:docMkLst>
      <pc:sldChg chg="addSp modSp mod">
        <pc:chgData name="Brandt Redd" userId="be8ed540b98adac0" providerId="LiveId" clId="{658AB056-507C-48D9-A415-5B2511956A7D}" dt="2024-09-27T14:14:24.398" v="24" actId="1076"/>
        <pc:sldMkLst>
          <pc:docMk/>
          <pc:sldMk cId="3115542290" sldId="281"/>
        </pc:sldMkLst>
        <pc:spChg chg="mod">
          <ac:chgData name="Brandt Redd" userId="be8ed540b98adac0" providerId="LiveId" clId="{658AB056-507C-48D9-A415-5B2511956A7D}" dt="2024-09-27T14:13:02.408" v="20" actId="20577"/>
          <ac:spMkLst>
            <pc:docMk/>
            <pc:sldMk cId="3115542290" sldId="281"/>
            <ac:spMk id="3" creationId="{E69ADB45-8B2E-4404-BF99-3D598015CB80}"/>
          </ac:spMkLst>
        </pc:spChg>
        <pc:picChg chg="add mod">
          <ac:chgData name="Brandt Redd" userId="be8ed540b98adac0" providerId="LiveId" clId="{658AB056-507C-48D9-A415-5B2511956A7D}" dt="2024-09-27T14:14:24.398" v="24" actId="1076"/>
          <ac:picMkLst>
            <pc:docMk/>
            <pc:sldMk cId="3115542290" sldId="281"/>
            <ac:picMk id="5" creationId="{F81F104A-8B1E-AEF6-D0D2-F23DA86EDBAF}"/>
          </ac:picMkLst>
        </pc:picChg>
        <pc:picChg chg="add mod">
          <ac:chgData name="Brandt Redd" userId="be8ed540b98adac0" providerId="LiveId" clId="{658AB056-507C-48D9-A415-5B2511956A7D}" dt="2024-09-27T14:14:11.735" v="23" actId="1076"/>
          <ac:picMkLst>
            <pc:docMk/>
            <pc:sldMk cId="3115542290" sldId="281"/>
            <ac:picMk id="7" creationId="{4C1F994A-5514-882B-494A-F5A982D4678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5EEAA56-9769-A24F-B1AD-6C7A14BCEAE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73F7388-77B5-2344-B892-3083172ADE0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F7800B9-E795-4B74-9013-993DD04197E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B3921DBD-C73F-8148-8A8E-2307CF38830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7772A02B-E827-E247-95FF-4F88494476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7A5ED50D-9CDB-FF4D-9BF4-2E03ED2120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189D155-A4B2-47F3-84B6-0B75D18440E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sql/sql_quickref.asp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>
            <a:extLst>
              <a:ext uri="{FF2B5EF4-FFF2-40B4-BE49-F238E27FC236}">
                <a16:creationId xmlns:a16="http://schemas.microsoft.com/office/drawing/2014/main" id="{B2B8C22A-EACB-4ED2-B9BD-398AE44B77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7F533990-4DF8-0344-AF31-3C4C9BB55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>
                <a:latin typeface="Times New Roman" charset="0"/>
                <a:ea typeface="ＭＳ Ｐゴシック" charset="0"/>
              </a:rPr>
              <a:t>See </a:t>
            </a:r>
            <a:r>
              <a:rPr lang="en-US">
                <a:latin typeface="Times New Roman" charset="0"/>
                <a:ea typeface="ＭＳ Ｐゴシック" charset="0"/>
                <a:hlinkClick r:id="rId3"/>
              </a:rPr>
              <a:t>http://www.w3schools.com/sql/sql_quickref.asp</a:t>
            </a:r>
            <a:r>
              <a:rPr lang="en-US">
                <a:latin typeface="Times New Roman" charset="0"/>
                <a:ea typeface="ＭＳ Ｐゴシック" charset="0"/>
              </a:rPr>
              <a:t> for a nice introduction. Many tables and examples in this presentation come from there.</a:t>
            </a:r>
          </a:p>
        </p:txBody>
      </p:sp>
      <p:sp>
        <p:nvSpPr>
          <p:cNvPr id="15363" name="Slide Number Placeholder 3">
            <a:extLst>
              <a:ext uri="{FF2B5EF4-FFF2-40B4-BE49-F238E27FC236}">
                <a16:creationId xmlns:a16="http://schemas.microsoft.com/office/drawing/2014/main" id="{537C95D0-2D05-4F7A-8CEC-1C97E13C8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93FA7CC-D6EC-4417-B968-B0CCBF15D30D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>
            <a:extLst>
              <a:ext uri="{FF2B5EF4-FFF2-40B4-BE49-F238E27FC236}">
                <a16:creationId xmlns:a16="http://schemas.microsoft.com/office/drawing/2014/main" id="{4D5E5A67-DE67-4209-8B77-68AF6F1C72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68441FEC-FB74-4143-85C0-D3C165C7A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en-US">
                <a:ea typeface="ＭＳ Ｐゴシック" panose="020B0600070205080204" pitchFamily="34" charset="-128"/>
              </a:rPr>
              <a:t>Google – good example of organizing data in useful ways via databases.</a:t>
            </a:r>
          </a:p>
        </p:txBody>
      </p:sp>
      <p:sp>
        <p:nvSpPr>
          <p:cNvPr id="17411" name="Slide Number Placeholder 3">
            <a:extLst>
              <a:ext uri="{FF2B5EF4-FFF2-40B4-BE49-F238E27FC236}">
                <a16:creationId xmlns:a16="http://schemas.microsoft.com/office/drawing/2014/main" id="{33993913-0B75-4CFA-BF70-C02480013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734C015-9D4C-45B0-BF90-12B34DEC7416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>
            <a:extLst>
              <a:ext uri="{FF2B5EF4-FFF2-40B4-BE49-F238E27FC236}">
                <a16:creationId xmlns:a16="http://schemas.microsoft.com/office/drawing/2014/main" id="{BA483414-5A12-47FC-B748-67B8F69D8B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2C8F124C-85C6-6F4E-A877-F7F329FA8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21507" name="Slide Number Placeholder 3">
            <a:extLst>
              <a:ext uri="{FF2B5EF4-FFF2-40B4-BE49-F238E27FC236}">
                <a16:creationId xmlns:a16="http://schemas.microsoft.com/office/drawing/2014/main" id="{CC4D28C0-DD1C-4146-A6EA-9CC5A5235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A583E02-EEC4-472A-A44F-1FAEF79B1D96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>
            <a:extLst>
              <a:ext uri="{FF2B5EF4-FFF2-40B4-BE49-F238E27FC236}">
                <a16:creationId xmlns:a16="http://schemas.microsoft.com/office/drawing/2014/main" id="{BA483414-5A12-47FC-B748-67B8F69D8B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2C8F124C-85C6-6F4E-A877-F7F329FA8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21507" name="Slide Number Placeholder 3">
            <a:extLst>
              <a:ext uri="{FF2B5EF4-FFF2-40B4-BE49-F238E27FC236}">
                <a16:creationId xmlns:a16="http://schemas.microsoft.com/office/drawing/2014/main" id="{CC4D28C0-DD1C-4146-A6EA-9CC5A5235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A583E02-EEC4-472A-A44F-1FAEF79B1D96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5870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>
            <a:extLst>
              <a:ext uri="{FF2B5EF4-FFF2-40B4-BE49-F238E27FC236}">
                <a16:creationId xmlns:a16="http://schemas.microsoft.com/office/drawing/2014/main" id="{BA483414-5A12-47FC-B748-67B8F69D8B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2C8F124C-85C6-6F4E-A877-F7F329FA8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en-US" dirty="0">
              <a:latin typeface="Times New Roman" charset="0"/>
              <a:ea typeface="ＭＳ Ｐゴシック" charset="0"/>
            </a:endParaRPr>
          </a:p>
        </p:txBody>
      </p:sp>
      <p:sp>
        <p:nvSpPr>
          <p:cNvPr id="21507" name="Slide Number Placeholder 3">
            <a:extLst>
              <a:ext uri="{FF2B5EF4-FFF2-40B4-BE49-F238E27FC236}">
                <a16:creationId xmlns:a16="http://schemas.microsoft.com/office/drawing/2014/main" id="{CC4D28C0-DD1C-4146-A6EA-9CC5A52358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A583E02-EEC4-472A-A44F-1FAEF79B1D96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4293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C0C417-868C-427E-8F6B-885AB3F2C9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261869-669E-4D34-BD55-E01CE5BD40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A5A593-F54F-4D63-87C5-196D17E3EB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B076CA-907D-48AD-8F23-F5A017CC78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174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21EA40-5EEA-487E-AF35-0B80E61374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7AB776-4433-484B-9834-448A7D43C2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965945-AFF2-411F-A232-9F4BE1C461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CCB8DA-1148-45E9-AD74-49201AE98C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4901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F121896-212F-4C3D-AA67-A0E6589CCD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CFC2BF5-8507-44A5-A695-D19A7B56DA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BBBE38-A417-4584-9E33-137FF68F6F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270ABF-CC66-4FE8-90CF-9D119AA2993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8545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74D238-6017-4C14-963A-35045C5991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A91249-163A-40B6-9194-50ED1D52DE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33DBE7-D494-4395-B17B-E10F278F14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0A27EA-76C9-4B8E-9F94-33754D79C2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761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6CCC7BC-F938-4D2F-9F5C-E53BDD37D4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FB36988-9E62-44E3-A9CD-EFF6892193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D8C662E-01F3-4F05-9039-9B87D0AF34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D1A438-E29C-474E-BF9F-53B065B3C5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444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9C7CFE8-12CB-4BEA-8FDC-430236BC3F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AD2DBDC-07A1-48A0-B1A5-485811B106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364A8C7-4D3E-435A-A404-4DFC92C951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9CA970-D4AD-4F5A-9A1F-A1359C9AFE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021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607BA5B-729C-4A91-A539-2629DDD229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457A039-2869-4654-8577-79F8FA94D8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CDF2701-D2A8-4872-BA3C-DC3BFB9631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38F398-4EAF-4553-9E0E-F7EE3EB98A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1816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A513D1-87C2-416D-959C-727D1360AE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98BA17-2219-4173-AC3B-699C82441F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70D3A2-63CB-4AAC-8DE5-ED04FBC60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3C6E97-ECE8-470D-B01E-68B13BED67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47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DCE0BB-B411-49CE-B430-65D1D662E9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9B600C-6ACF-46A9-A420-AE0E9F0DA7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E300B-05D8-4E73-893A-61F0693818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0D56EC-796C-44BB-89E0-CC2427659C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652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E78998-5765-4FDA-A972-12603AE168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8B2E00-D562-4682-88EC-F74DC0D68B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4C5560-86BC-4FEE-8118-A33A7C330B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6B5706-20E8-47CB-9157-9D1A38A7CF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057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DE4CC4-8F2B-4E0C-9F70-B4AE7066E1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D13002-BC45-4195-BED3-C920485F12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76004D-2E17-4284-BC41-56ABB4A9D8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3E321C-6A3E-4BA6-8864-635CCBB0CE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8254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7C09A8D-F8BA-42E4-A24A-0F36DE572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8978C55-7775-4006-B46A-9E2834259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B38615E-6C85-6342-BBDF-E79D9B57D64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65EE606-62CE-4140-AE9F-7A1B642D8FD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E3ED080-41F4-9A4A-BE7F-D9123CC801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960E2781-5388-429E-B976-C86364C3F35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sql/sql_datatypes.as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yu-itc-210.github.io/walkthrough/SQ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3schools.com/sql/sql_quickref.asp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A7C2C4-1334-4634-AB7B-580C4AD07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219201"/>
            <a:ext cx="7772400" cy="2381250"/>
          </a:xfrm>
        </p:spPr>
        <p:txBody>
          <a:bodyPr/>
          <a:lstStyle/>
          <a:p>
            <a:r>
              <a:rPr lang="en-US" dirty="0"/>
              <a:t>Databases and</a:t>
            </a:r>
            <a:br>
              <a:rPr lang="en-US" dirty="0"/>
            </a:br>
            <a:r>
              <a:rPr lang="en-US" dirty="0"/>
              <a:t>Structured Query Language (SQL)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D426418-6CF3-4893-874E-6E0AD6B718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210A S10</a:t>
            </a:r>
          </a:p>
        </p:txBody>
      </p:sp>
    </p:spTree>
    <p:extLst>
      <p:ext uri="{BB962C8B-B14F-4D97-AF65-F5344CB8AC3E}">
        <p14:creationId xmlns:p14="http://schemas.microsoft.com/office/powerpoint/2010/main" val="3818784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745E2816-4034-479B-8CB6-1F92DEB2E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What’s a database?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166E5D36-4DBD-4240-B324-6F56AA42D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Data stored in a structured format that lends itself to easy manipulation and recall</a:t>
            </a:r>
          </a:p>
          <a:p>
            <a:pPr eaLnBrk="1" hangingPunct="1"/>
            <a:endParaRPr lang="en-US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BF68EC9-064C-417C-9EB5-A5C12FD99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081" y="3243263"/>
            <a:ext cx="4249838" cy="300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0B5EA-BBCC-44DD-8262-6DCAC1DA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en-US" dirty="0"/>
              <a:t>Types of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ACBC1-BD9E-49E9-BB6C-81468863C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724400"/>
          </a:xfrm>
        </p:spPr>
        <p:txBody>
          <a:bodyPr/>
          <a:lstStyle/>
          <a:p>
            <a:r>
              <a:rPr lang="en-US" sz="2400" dirty="0"/>
              <a:t>Hierarchical Database</a:t>
            </a:r>
          </a:p>
          <a:p>
            <a:pPr lvl="1"/>
            <a:r>
              <a:rPr lang="en-US" sz="2000" dirty="0"/>
              <a:t>Mostly Obsolete</a:t>
            </a:r>
          </a:p>
          <a:p>
            <a:r>
              <a:rPr lang="en-US" sz="2400" dirty="0"/>
              <a:t>Relational Database</a:t>
            </a:r>
          </a:p>
          <a:p>
            <a:pPr lvl="1"/>
            <a:r>
              <a:rPr lang="en-US" sz="2000" dirty="0"/>
              <a:t>RDBMS = Relational Database Management System</a:t>
            </a:r>
          </a:p>
          <a:p>
            <a:pPr lvl="1"/>
            <a:r>
              <a:rPr lang="en-US" sz="2000" dirty="0"/>
              <a:t>Examples: MySQL, MariaDB, PostgreSQL, Oracle, Microsoft SQL Server, Microsoft Access, Etc.</a:t>
            </a:r>
          </a:p>
          <a:p>
            <a:r>
              <a:rPr lang="en-US" sz="2400" dirty="0"/>
              <a:t>Specialty and Custom Databases</a:t>
            </a:r>
          </a:p>
          <a:p>
            <a:pPr lvl="1"/>
            <a:r>
              <a:rPr lang="en-US" sz="2000" b="1" dirty="0"/>
              <a:t>Directory Systems:</a:t>
            </a:r>
            <a:r>
              <a:rPr lang="en-US" sz="2000" dirty="0"/>
              <a:t> Microsoft Active Directory, LDAP Databases</a:t>
            </a:r>
          </a:p>
          <a:p>
            <a:pPr lvl="1"/>
            <a:r>
              <a:rPr lang="en-US" sz="2000" b="1" dirty="0"/>
              <a:t>Full-Text Indexes: </a:t>
            </a:r>
            <a:r>
              <a:rPr lang="en-US" sz="2000" dirty="0"/>
              <a:t>Google Search, Apache Lucene, Amazon Elastic Search, Etc.</a:t>
            </a:r>
          </a:p>
          <a:p>
            <a:r>
              <a:rPr lang="en-US" sz="2400" dirty="0"/>
              <a:t>“NoSQL” Databases</a:t>
            </a:r>
          </a:p>
          <a:p>
            <a:pPr lvl="1"/>
            <a:r>
              <a:rPr lang="en-US" sz="2000" dirty="0" err="1"/>
              <a:t>MongoDb</a:t>
            </a:r>
            <a:r>
              <a:rPr lang="en-US" sz="2000" dirty="0"/>
              <a:t>, </a:t>
            </a:r>
            <a:r>
              <a:rPr lang="en-US" sz="2000" dirty="0" err="1"/>
              <a:t>CouchBase</a:t>
            </a:r>
            <a:r>
              <a:rPr lang="en-US" sz="2000" dirty="0"/>
              <a:t>, Dynamo, Apache River, Microsoft Cosmos DB</a:t>
            </a:r>
          </a:p>
          <a:p>
            <a:pPr lvl="1"/>
            <a:r>
              <a:rPr lang="en-US" sz="2000" dirty="0"/>
              <a:t>Optimized for high performance on extremely large databases.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94726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B5DD0-A299-4D97-8A2D-486C17C3C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dirty="0"/>
              <a:t>Career Option:</a:t>
            </a:r>
            <a:br>
              <a:rPr lang="en-US" dirty="0"/>
            </a:br>
            <a:r>
              <a:rPr lang="en-US" dirty="0"/>
              <a:t>Database Administrator (DBA)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ADB45-8B2E-4404-BF99-3D598015C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r>
              <a:rPr lang="en-US" dirty="0"/>
              <a:t>Bachelor Degree in Computer Science, IT, Cybersecurity or Related</a:t>
            </a:r>
          </a:p>
          <a:p>
            <a:r>
              <a:rPr lang="en-US" dirty="0"/>
              <a:t>3-5 Professional Certificates</a:t>
            </a:r>
          </a:p>
          <a:p>
            <a:pPr lvl="1"/>
            <a:r>
              <a:rPr lang="en-US" dirty="0"/>
              <a:t>Oracle Certified</a:t>
            </a:r>
          </a:p>
          <a:p>
            <a:pPr lvl="1"/>
            <a:r>
              <a:rPr lang="en-US" dirty="0"/>
              <a:t>Microsoft Certified Database Administrator (MCDBA)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Starting salary well in excess of $75,000</a:t>
            </a:r>
          </a:p>
          <a:p>
            <a:r>
              <a:rPr lang="en-US" dirty="0"/>
              <a:t>Huge Demand</a:t>
            </a: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F81F104A-8B1E-AEF6-D0D2-F23DA86ED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7200" y="381000"/>
            <a:ext cx="914400" cy="914400"/>
          </a:xfrm>
          <a:prstGeom prst="rect">
            <a:avLst/>
          </a:prstGeom>
        </p:spPr>
      </p:pic>
      <p:pic>
        <p:nvPicPr>
          <p:cNvPr id="7" name="Graphic 6" descr="Programmer female with solid fill">
            <a:extLst>
              <a:ext uri="{FF2B5EF4-FFF2-40B4-BE49-F238E27FC236}">
                <a16:creationId xmlns:a16="http://schemas.microsoft.com/office/drawing/2014/main" id="{4C1F994A-5514-882B-494A-F5A982D46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600" y="3429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542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5B8B-E0DF-48D4-97B5-858496A12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Rows and Columns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D7EF1F65-F98A-4A3F-8E32-829FDC02E9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121" y="1981200"/>
            <a:ext cx="6413757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4997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EE59731-DB82-4E77-A09A-BB83D9DAD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Where it gets interesting…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FF22B09B-7C0E-46F5-8068-5E35313DDD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229600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In a relational database, tables can be linked:</a:t>
            </a:r>
          </a:p>
        </p:txBody>
      </p:sp>
      <p:pic>
        <p:nvPicPr>
          <p:cNvPr id="16387" name="Picture 11">
            <a:extLst>
              <a:ext uri="{FF2B5EF4-FFF2-40B4-BE49-F238E27FC236}">
                <a16:creationId xmlns:a16="http://schemas.microsoft.com/office/drawing/2014/main" id="{DE47E94E-A996-492F-B900-C24C13AB6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4475" y="2890838"/>
            <a:ext cx="732472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12">
            <a:extLst>
              <a:ext uri="{FF2B5EF4-FFF2-40B4-BE49-F238E27FC236}">
                <a16:creationId xmlns:a16="http://schemas.microsoft.com/office/drawing/2014/main" id="{F08DAE63-BD41-4538-BEB1-B5D6AB480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38" y="4459288"/>
            <a:ext cx="372427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F1E571-8021-504D-8746-3521D75E8B59}"/>
              </a:ext>
            </a:extLst>
          </p:cNvPr>
          <p:cNvCxnSpPr>
            <a:cxnSpLocks noChangeShapeType="1"/>
            <a:endCxn id="16" idx="1"/>
          </p:cNvCxnSpPr>
          <p:nvPr/>
        </p:nvCxnSpPr>
        <p:spPr bwMode="auto">
          <a:xfrm>
            <a:off x="1722438" y="3852863"/>
            <a:ext cx="1208087" cy="9429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>
            <a:outerShdw blurRad="40000" dist="23000" dir="5400000" rotWithShape="0">
              <a:srgbClr val="808080">
                <a:alpha val="34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3548ECEF-0DA4-804C-8640-AC4854031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4475" y="3657600"/>
            <a:ext cx="238125" cy="2286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50800" dist="38100" dir="8100000" algn="tr" rotWithShape="0">
              <a:srgbClr val="80808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6EBA2BD-EAA0-6A4A-B2F3-235F3BB87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4762500"/>
            <a:ext cx="238125" cy="228600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50800" dist="38100" dir="8100000" algn="tr" rotWithShape="0">
              <a:srgbClr val="808080">
                <a:alpha val="39998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6392" name="TextBox 5">
            <a:extLst>
              <a:ext uri="{FF2B5EF4-FFF2-40B4-BE49-F238E27FC236}">
                <a16:creationId xmlns:a16="http://schemas.microsoft.com/office/drawing/2014/main" id="{B6CF1F3D-9661-41B2-97CD-2ACA40AB1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8013" y="4864100"/>
            <a:ext cx="47513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Tables, columns, rows, </a:t>
            </a:r>
            <a:r>
              <a:rPr lang="ja-JP" altLang="en-US" sz="2400"/>
              <a:t>“</a:t>
            </a:r>
            <a:r>
              <a:rPr lang="en-US" altLang="ja-JP" sz="2400"/>
              <a:t>keys</a:t>
            </a:r>
            <a:r>
              <a:rPr lang="ja-JP" altLang="en-US" sz="2400"/>
              <a:t>”</a:t>
            </a:r>
            <a:r>
              <a:rPr lang="en-US" altLang="ja-JP" sz="2400"/>
              <a:t>, joins </a:t>
            </a:r>
            <a:endParaRPr lang="en-US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E7FAA559-6C6D-4B9E-9BB2-CC3FB9D19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SQL?</a:t>
            </a:r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90D7FB7B-4625-4A55-BD66-BCF21DC6D5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077200" cy="4114800"/>
          </a:xfrm>
        </p:spPr>
        <p:txBody>
          <a:bodyPr/>
          <a:lstStyle/>
          <a:p>
            <a:pPr eaLnBrk="1" hangingPunct="1"/>
            <a:r>
              <a:rPr lang="en-US" altLang="en-US" sz="2800"/>
              <a:t>A standard </a:t>
            </a:r>
            <a:r>
              <a:rPr lang="en-US" altLang="en-US" sz="2800" b="1"/>
              <a:t>language</a:t>
            </a:r>
            <a:r>
              <a:rPr lang="en-US" altLang="en-US" sz="2800"/>
              <a:t> for accessing databases</a:t>
            </a:r>
          </a:p>
          <a:p>
            <a:pPr eaLnBrk="1" hangingPunct="1">
              <a:buFontTx/>
              <a:buNone/>
            </a:pPr>
            <a:r>
              <a:rPr lang="en-US" altLang="en-US"/>
              <a:t>     </a:t>
            </a:r>
            <a:r>
              <a:rPr lang="en-US" altLang="en-US" sz="2000"/>
              <a:t>SELECT P_id, FirstName, LastName, Age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        FROM tbl_people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        WHERE Age &gt; 18</a:t>
            </a:r>
          </a:p>
          <a:p>
            <a:pPr eaLnBrk="1" hangingPunct="1">
              <a:buFontTx/>
              <a:buNone/>
            </a:pPr>
            <a:r>
              <a:rPr lang="en-US" altLang="en-US" sz="2000"/>
              <a:t>        ORDER BY LastName</a:t>
            </a:r>
          </a:p>
          <a:p>
            <a:pPr eaLnBrk="1" hangingPunct="1">
              <a:buFontTx/>
              <a:buNone/>
            </a:pPr>
            <a:endParaRPr lang="en-US" altLang="en-US" sz="2000"/>
          </a:p>
          <a:p>
            <a:pPr eaLnBrk="1" hangingPunct="1"/>
            <a:r>
              <a:rPr lang="en-US" altLang="en-US" sz="2400"/>
              <a:t>An underlying language used by Relational Database Management System</a:t>
            </a:r>
            <a:r>
              <a:rPr lang="ja-JP" altLang="en-US" sz="2400"/>
              <a:t>’</a:t>
            </a:r>
            <a:r>
              <a:rPr lang="en-US" altLang="ja-JP" sz="2400"/>
              <a:t>s (RDBMS) such as MySQL, MS SQL Server, Oracle, Microsoft Access</a:t>
            </a:r>
          </a:p>
          <a:p>
            <a:pPr eaLnBrk="1" hangingPunct="1"/>
            <a:r>
              <a:rPr lang="en-US" altLang="en-US" sz="2400"/>
              <a:t>Note: SQL is NOT case senSiTive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8E2FBC67-ECB3-3242-9E24-D1348EBB4236}"/>
              </a:ext>
            </a:extLst>
          </p:cNvPr>
          <p:cNvSpPr>
            <a:spLocks/>
          </p:cNvSpPr>
          <p:nvPr/>
        </p:nvSpPr>
        <p:spPr bwMode="auto">
          <a:xfrm>
            <a:off x="5715000" y="2743200"/>
            <a:ext cx="914400" cy="1447800"/>
          </a:xfrm>
          <a:prstGeom prst="rightBrace">
            <a:avLst>
              <a:gd name="adj1" fmla="val 8334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 hangingPunct="1"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436" name="TextBox 5">
            <a:extLst>
              <a:ext uri="{FF2B5EF4-FFF2-40B4-BE49-F238E27FC236}">
                <a16:creationId xmlns:a16="http://schemas.microsoft.com/office/drawing/2014/main" id="{519DF0FF-15C3-4B80-8A45-AC1CD1E7E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236913"/>
            <a:ext cx="2060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SQL Statement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1DBF-78FF-428F-AAE7-F1628D697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09600"/>
          </a:xfrm>
        </p:spPr>
        <p:txBody>
          <a:bodyPr>
            <a:normAutofit fontScale="90000"/>
          </a:bodyPr>
          <a:lstStyle/>
          <a:p>
            <a:r>
              <a:rPr lang="en-US" dirty="0"/>
              <a:t>SQL Language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69088BA-A93E-4DA7-990A-8136C4A8FC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0424101"/>
              </p:ext>
            </p:extLst>
          </p:nvPr>
        </p:nvGraphicFramePr>
        <p:xfrm>
          <a:off x="457200" y="838201"/>
          <a:ext cx="8229600" cy="3015221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454662689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4035272006"/>
                    </a:ext>
                  </a:extLst>
                </a:gridCol>
              </a:tblGrid>
              <a:tr h="392037">
                <a:tc>
                  <a:txBody>
                    <a:bodyPr/>
                    <a:lstStyle/>
                    <a:p>
                      <a:r>
                        <a:rPr lang="en-US" sz="1800" b="1" dirty="0"/>
                        <a:t>Language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Declarative Query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524750"/>
                  </a:ext>
                </a:extLst>
              </a:tr>
              <a:tr h="392037">
                <a:tc>
                  <a:txBody>
                    <a:bodyPr/>
                    <a:lstStyle/>
                    <a:p>
                      <a:r>
                        <a:rPr lang="en-US" sz="1800" b="1" dirty="0"/>
                        <a:t>Runtime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Interpreted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624364"/>
                  </a:ext>
                </a:extLst>
              </a:tr>
              <a:tr h="816125">
                <a:tc>
                  <a:txBody>
                    <a:bodyPr/>
                    <a:lstStyle/>
                    <a:p>
                      <a:r>
                        <a:rPr lang="en-US" sz="1800" b="1" dirty="0"/>
                        <a:t>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Must start with a letter</a:t>
                      </a:r>
                    </a:p>
                    <a:p>
                      <a:r>
                        <a:rPr lang="en-US" sz="1800" b="0" dirty="0"/>
                        <a:t>May contain letters, digits, _ and $</a:t>
                      </a:r>
                    </a:p>
                    <a:p>
                      <a:r>
                        <a:rPr lang="en-US" sz="1800" b="0" dirty="0"/>
                        <a:t>Case-insensitive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3302122"/>
                  </a:ext>
                </a:extLst>
              </a:tr>
              <a:tr h="392037">
                <a:tc>
                  <a:txBody>
                    <a:bodyPr/>
                    <a:lstStyle/>
                    <a:p>
                      <a:r>
                        <a:rPr lang="en-US" sz="1800" b="1" dirty="0"/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Clauses introduced by keywords:</a:t>
                      </a:r>
                      <a:br>
                        <a:rPr lang="en-US" sz="1800" b="0" dirty="0"/>
                      </a:br>
                      <a:r>
                        <a:rPr lang="en-US" sz="1800" b="0" dirty="0"/>
                        <a:t>SELECT, FROM, WHERE, ORDER BY,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660056"/>
                  </a:ext>
                </a:extLst>
              </a:tr>
              <a:tr h="676667">
                <a:tc>
                  <a:txBody>
                    <a:bodyPr/>
                    <a:lstStyle/>
                    <a:p>
                      <a:r>
                        <a:rPr lang="en-US" sz="1800" b="1"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/* this is a comment */</a:t>
                      </a:r>
                    </a:p>
                    <a:p>
                      <a:r>
                        <a:rPr lang="en-US" sz="1800" b="0" dirty="0"/>
                        <a:t>-- this is another 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818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244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62619FC0-5A6D-45F7-B5C7-2C6AC1DAE6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Strong Data types</a:t>
            </a:r>
          </a:p>
        </p:txBody>
      </p:sp>
      <p:sp>
        <p:nvSpPr>
          <p:cNvPr id="19458" name="Content Placeholder 1">
            <a:extLst>
              <a:ext uri="{FF2B5EF4-FFF2-40B4-BE49-F238E27FC236}">
                <a16:creationId xmlns:a16="http://schemas.microsoft.com/office/drawing/2014/main" id="{CE628E2B-83BA-4BFB-BC95-9215B8131E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Describe type of data (text, numeric, date/time, binary)</a:t>
            </a:r>
          </a:p>
          <a:p>
            <a:pPr eaLnBrk="1" hangingPunct="1"/>
            <a:r>
              <a:rPr lang="en-US" altLang="en-US" dirty="0"/>
              <a:t>Available </a:t>
            </a:r>
            <a:r>
              <a:rPr lang="en-US" altLang="en-US"/>
              <a:t>types depends </a:t>
            </a:r>
            <a:r>
              <a:rPr lang="en-US" altLang="en-US" dirty="0"/>
              <a:t>on RDBMS</a:t>
            </a:r>
          </a:p>
          <a:p>
            <a:pPr eaLnBrk="1" hangingPunct="1"/>
            <a:r>
              <a:rPr lang="en-US" altLang="en-US" dirty="0"/>
              <a:t>Size matters! (for performance)</a:t>
            </a:r>
          </a:p>
          <a:p>
            <a:pPr eaLnBrk="1" hangingPunct="1"/>
            <a:r>
              <a:rPr lang="en-US" altLang="en-US" dirty="0"/>
              <a:t>See </a:t>
            </a:r>
            <a:r>
              <a:rPr lang="en-US" altLang="en-US" sz="2800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http://www.w3schools.com/sql/sql_datatypes.asp</a:t>
            </a:r>
            <a:r>
              <a:rPr lang="en-US" altLang="en-US" sz="2800" dirty="0">
                <a:solidFill>
                  <a:schemeClr val="accent2"/>
                </a:solidFill>
              </a:rPr>
              <a:t> </a:t>
            </a:r>
            <a:endParaRPr lang="en-US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782194C7-E436-434E-9C8F-4F59063B8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Demo Database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3BBBD5-2CA0-4976-A9F5-1DEFC0BEEA0D}"/>
              </a:ext>
            </a:extLst>
          </p:cNvPr>
          <p:cNvSpPr/>
          <p:nvPr/>
        </p:nvSpPr>
        <p:spPr>
          <a:xfrm>
            <a:off x="685800" y="2362200"/>
            <a:ext cx="2667000" cy="3505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4253B8-2BAF-4C42-897A-D71BA476F978}"/>
              </a:ext>
            </a:extLst>
          </p:cNvPr>
          <p:cNvCxnSpPr>
            <a:cxnSpLocks/>
          </p:cNvCxnSpPr>
          <p:nvPr/>
        </p:nvCxnSpPr>
        <p:spPr>
          <a:xfrm>
            <a:off x="680357" y="2895600"/>
            <a:ext cx="2672443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6D3097E-0E66-4B56-852A-002DD8610C30}"/>
              </a:ext>
            </a:extLst>
          </p:cNvPr>
          <p:cNvSpPr txBox="1"/>
          <p:nvPr/>
        </p:nvSpPr>
        <p:spPr>
          <a:xfrm>
            <a:off x="680357" y="2398068"/>
            <a:ext cx="2520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E69703-9DC3-4DCB-9EBC-D6F5D3B028A9}"/>
              </a:ext>
            </a:extLst>
          </p:cNvPr>
          <p:cNvSpPr txBox="1"/>
          <p:nvPr/>
        </p:nvSpPr>
        <p:spPr>
          <a:xfrm>
            <a:off x="669471" y="2967335"/>
            <a:ext cx="25200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actorid</a:t>
            </a:r>
            <a:endParaRPr lang="en-US" dirty="0"/>
          </a:p>
          <a:p>
            <a:r>
              <a:rPr lang="en-US" dirty="0"/>
              <a:t>name</a:t>
            </a:r>
          </a:p>
          <a:p>
            <a:r>
              <a:rPr lang="en-US" dirty="0"/>
              <a:t>birthdate</a:t>
            </a:r>
            <a:br>
              <a:rPr lang="en-US" dirty="0"/>
            </a:br>
            <a:r>
              <a:rPr lang="en-US" dirty="0" err="1"/>
              <a:t>birth_city</a:t>
            </a:r>
            <a:endParaRPr lang="en-US" dirty="0"/>
          </a:p>
          <a:p>
            <a:r>
              <a:rPr lang="en-US" dirty="0" err="1"/>
              <a:t>birth_country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64D898-9929-477D-B0E6-A2E6C364D7EC}"/>
              </a:ext>
            </a:extLst>
          </p:cNvPr>
          <p:cNvSpPr/>
          <p:nvPr/>
        </p:nvSpPr>
        <p:spPr>
          <a:xfrm>
            <a:off x="5638800" y="2362200"/>
            <a:ext cx="2667000" cy="3505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170DF4-1945-420A-8AF9-C40D694D88F7}"/>
              </a:ext>
            </a:extLst>
          </p:cNvPr>
          <p:cNvCxnSpPr>
            <a:cxnSpLocks/>
          </p:cNvCxnSpPr>
          <p:nvPr/>
        </p:nvCxnSpPr>
        <p:spPr>
          <a:xfrm>
            <a:off x="5633357" y="2895600"/>
            <a:ext cx="2672443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37F4E26-8196-41BB-827F-1D8665715B01}"/>
              </a:ext>
            </a:extLst>
          </p:cNvPr>
          <p:cNvSpPr txBox="1"/>
          <p:nvPr/>
        </p:nvSpPr>
        <p:spPr>
          <a:xfrm>
            <a:off x="5633357" y="2398068"/>
            <a:ext cx="2520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Movie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D4B9C0-FDBD-471A-92E4-ABC3424352F2}"/>
              </a:ext>
            </a:extLst>
          </p:cNvPr>
          <p:cNvSpPr txBox="1"/>
          <p:nvPr/>
        </p:nvSpPr>
        <p:spPr>
          <a:xfrm>
            <a:off x="5622471" y="2967335"/>
            <a:ext cx="25200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movieid</a:t>
            </a:r>
            <a:endParaRPr lang="en-US" dirty="0"/>
          </a:p>
          <a:p>
            <a:r>
              <a:rPr lang="en-US" dirty="0"/>
              <a:t>title</a:t>
            </a:r>
          </a:p>
          <a:p>
            <a:r>
              <a:rPr lang="en-US" dirty="0"/>
              <a:t>rating</a:t>
            </a:r>
            <a:br>
              <a:rPr lang="en-US" dirty="0"/>
            </a:br>
            <a:r>
              <a:rPr lang="en-US" dirty="0" err="1"/>
              <a:t>gross_revenue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906228A-C95F-4734-8227-B6E5E011127C}"/>
              </a:ext>
            </a:extLst>
          </p:cNvPr>
          <p:cNvCxnSpPr/>
          <p:nvPr/>
        </p:nvCxnSpPr>
        <p:spPr>
          <a:xfrm>
            <a:off x="3352800" y="3429000"/>
            <a:ext cx="226967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63C09E-6100-45F9-9CE4-F351FB787BE7}"/>
              </a:ext>
            </a:extLst>
          </p:cNvPr>
          <p:cNvSpPr txBox="1"/>
          <p:nvPr/>
        </p:nvSpPr>
        <p:spPr>
          <a:xfrm>
            <a:off x="3429000" y="30480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0..*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DEE575-01D4-4EF9-BB18-AA702C109C93}"/>
              </a:ext>
            </a:extLst>
          </p:cNvPr>
          <p:cNvSpPr txBox="1"/>
          <p:nvPr/>
        </p:nvSpPr>
        <p:spPr>
          <a:xfrm>
            <a:off x="4936671" y="30480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0..*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782194C7-E436-434E-9C8F-4F59063B8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Demo Database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3BBBD5-2CA0-4976-A9F5-1DEFC0BEEA0D}"/>
              </a:ext>
            </a:extLst>
          </p:cNvPr>
          <p:cNvSpPr/>
          <p:nvPr/>
        </p:nvSpPr>
        <p:spPr>
          <a:xfrm>
            <a:off x="244929" y="2362200"/>
            <a:ext cx="2057400" cy="3505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4253B8-2BAF-4C42-897A-D71BA476F978}"/>
              </a:ext>
            </a:extLst>
          </p:cNvPr>
          <p:cNvCxnSpPr>
            <a:cxnSpLocks/>
          </p:cNvCxnSpPr>
          <p:nvPr/>
        </p:nvCxnSpPr>
        <p:spPr>
          <a:xfrm>
            <a:off x="239486" y="2895600"/>
            <a:ext cx="2062843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6D3097E-0E66-4B56-852A-002DD8610C30}"/>
              </a:ext>
            </a:extLst>
          </p:cNvPr>
          <p:cNvSpPr txBox="1"/>
          <p:nvPr/>
        </p:nvSpPr>
        <p:spPr>
          <a:xfrm>
            <a:off x="239486" y="2398068"/>
            <a:ext cx="2073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E69703-9DC3-4DCB-9EBC-D6F5D3B028A9}"/>
              </a:ext>
            </a:extLst>
          </p:cNvPr>
          <p:cNvSpPr txBox="1"/>
          <p:nvPr/>
        </p:nvSpPr>
        <p:spPr>
          <a:xfrm>
            <a:off x="228600" y="2967335"/>
            <a:ext cx="207372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actorid</a:t>
            </a:r>
            <a:endParaRPr lang="en-US" dirty="0"/>
          </a:p>
          <a:p>
            <a:r>
              <a:rPr lang="en-US" dirty="0"/>
              <a:t>name</a:t>
            </a:r>
          </a:p>
          <a:p>
            <a:r>
              <a:rPr lang="en-US" dirty="0"/>
              <a:t>birthdate</a:t>
            </a:r>
            <a:br>
              <a:rPr lang="en-US" dirty="0"/>
            </a:br>
            <a:r>
              <a:rPr lang="en-US" dirty="0" err="1"/>
              <a:t>birth_city</a:t>
            </a:r>
            <a:endParaRPr lang="en-US" dirty="0"/>
          </a:p>
          <a:p>
            <a:r>
              <a:rPr lang="en-US" dirty="0" err="1"/>
              <a:t>birth_country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64D898-9929-477D-B0E6-A2E6C364D7EC}"/>
              </a:ext>
            </a:extLst>
          </p:cNvPr>
          <p:cNvSpPr/>
          <p:nvPr/>
        </p:nvSpPr>
        <p:spPr>
          <a:xfrm>
            <a:off x="6705600" y="2362200"/>
            <a:ext cx="2133600" cy="3505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170DF4-1945-420A-8AF9-C40D694D88F7}"/>
              </a:ext>
            </a:extLst>
          </p:cNvPr>
          <p:cNvCxnSpPr>
            <a:cxnSpLocks/>
          </p:cNvCxnSpPr>
          <p:nvPr/>
        </p:nvCxnSpPr>
        <p:spPr>
          <a:xfrm>
            <a:off x="6705600" y="2895600"/>
            <a:ext cx="213360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37F4E26-8196-41BB-827F-1D8665715B01}"/>
              </a:ext>
            </a:extLst>
          </p:cNvPr>
          <p:cNvSpPr txBox="1"/>
          <p:nvPr/>
        </p:nvSpPr>
        <p:spPr>
          <a:xfrm>
            <a:off x="6716486" y="2398068"/>
            <a:ext cx="1970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Movie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D4B9C0-FDBD-471A-92E4-ABC3424352F2}"/>
              </a:ext>
            </a:extLst>
          </p:cNvPr>
          <p:cNvSpPr txBox="1"/>
          <p:nvPr/>
        </p:nvSpPr>
        <p:spPr>
          <a:xfrm>
            <a:off x="6705600" y="2967335"/>
            <a:ext cx="19703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movieid</a:t>
            </a:r>
            <a:endParaRPr lang="en-US" dirty="0"/>
          </a:p>
          <a:p>
            <a:r>
              <a:rPr lang="en-US" dirty="0"/>
              <a:t>title</a:t>
            </a:r>
          </a:p>
          <a:p>
            <a:r>
              <a:rPr lang="en-US" dirty="0"/>
              <a:t>rating</a:t>
            </a:r>
            <a:br>
              <a:rPr lang="en-US" dirty="0"/>
            </a:br>
            <a:r>
              <a:rPr lang="en-US" dirty="0" err="1"/>
              <a:t>gross_revenue</a:t>
            </a:r>
            <a:endParaRPr lang="en-US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906228A-C95F-4734-8227-B6E5E011127C}"/>
              </a:ext>
            </a:extLst>
          </p:cNvPr>
          <p:cNvCxnSpPr>
            <a:cxnSpLocks/>
          </p:cNvCxnSpPr>
          <p:nvPr/>
        </p:nvCxnSpPr>
        <p:spPr>
          <a:xfrm>
            <a:off x="2313215" y="3200400"/>
            <a:ext cx="113211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E63C09E-6100-45F9-9CE4-F351FB787BE7}"/>
              </a:ext>
            </a:extLst>
          </p:cNvPr>
          <p:cNvSpPr txBox="1"/>
          <p:nvPr/>
        </p:nvSpPr>
        <p:spPr>
          <a:xfrm>
            <a:off x="2296886" y="2819400"/>
            <a:ext cx="44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DEE575-01D4-4EF9-BB18-AA702C109C93}"/>
              </a:ext>
            </a:extLst>
          </p:cNvPr>
          <p:cNvSpPr txBox="1"/>
          <p:nvPr/>
        </p:nvSpPr>
        <p:spPr>
          <a:xfrm>
            <a:off x="2819400" y="28194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0..*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ED8315-CE83-456E-BA5A-9DA7B08D62A7}"/>
              </a:ext>
            </a:extLst>
          </p:cNvPr>
          <p:cNvSpPr/>
          <p:nvPr/>
        </p:nvSpPr>
        <p:spPr>
          <a:xfrm>
            <a:off x="3456215" y="2362200"/>
            <a:ext cx="2133600" cy="3505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6A13C3-A4C4-451A-8793-E004BF0CCE10}"/>
              </a:ext>
            </a:extLst>
          </p:cNvPr>
          <p:cNvCxnSpPr>
            <a:cxnSpLocks/>
          </p:cNvCxnSpPr>
          <p:nvPr/>
        </p:nvCxnSpPr>
        <p:spPr>
          <a:xfrm>
            <a:off x="3456215" y="2895600"/>
            <a:ext cx="2133600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469204D-DA1B-423D-BE3A-4909CC28F02E}"/>
              </a:ext>
            </a:extLst>
          </p:cNvPr>
          <p:cNvSpPr txBox="1"/>
          <p:nvPr/>
        </p:nvSpPr>
        <p:spPr>
          <a:xfrm>
            <a:off x="3467101" y="2398068"/>
            <a:ext cx="1970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FA7762-0395-485B-8B2F-9E9BC5680A61}"/>
              </a:ext>
            </a:extLst>
          </p:cNvPr>
          <p:cNvSpPr txBox="1"/>
          <p:nvPr/>
        </p:nvSpPr>
        <p:spPr>
          <a:xfrm>
            <a:off x="3456215" y="2967335"/>
            <a:ext cx="19703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actorid</a:t>
            </a:r>
            <a:endParaRPr lang="en-US" dirty="0"/>
          </a:p>
          <a:p>
            <a:r>
              <a:rPr lang="en-US" dirty="0" err="1"/>
              <a:t>movieid</a:t>
            </a:r>
            <a:endParaRPr lang="en-US" dirty="0"/>
          </a:p>
          <a:p>
            <a:r>
              <a:rPr lang="en-US" dirty="0"/>
              <a:t>character</a:t>
            </a:r>
            <a:br>
              <a:rPr lang="en-US" dirty="0"/>
            </a:br>
            <a:r>
              <a:rPr lang="en-US" dirty="0" err="1"/>
              <a:t>screen_time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632B987-8571-4837-B9EF-5CD85B6337D8}"/>
              </a:ext>
            </a:extLst>
          </p:cNvPr>
          <p:cNvCxnSpPr>
            <a:cxnSpLocks/>
          </p:cNvCxnSpPr>
          <p:nvPr/>
        </p:nvCxnSpPr>
        <p:spPr>
          <a:xfrm>
            <a:off x="5589815" y="3429000"/>
            <a:ext cx="113211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C7FA814-2952-402F-8AB6-B005149DE808}"/>
              </a:ext>
            </a:extLst>
          </p:cNvPr>
          <p:cNvSpPr txBox="1"/>
          <p:nvPr/>
        </p:nvSpPr>
        <p:spPr>
          <a:xfrm>
            <a:off x="5573486" y="3048000"/>
            <a:ext cx="446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7FC362-6822-480F-AD34-C12513BFC318}"/>
              </a:ext>
            </a:extLst>
          </p:cNvPr>
          <p:cNvSpPr txBox="1"/>
          <p:nvPr/>
        </p:nvSpPr>
        <p:spPr>
          <a:xfrm>
            <a:off x="6096000" y="3048000"/>
            <a:ext cx="68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0..*</a:t>
            </a:r>
          </a:p>
        </p:txBody>
      </p:sp>
    </p:spTree>
    <p:extLst>
      <p:ext uri="{BB962C8B-B14F-4D97-AF65-F5344CB8AC3E}">
        <p14:creationId xmlns:p14="http://schemas.microsoft.com/office/powerpoint/2010/main" val="2954962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782194C7-E436-434E-9C8F-4F59063B8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Practice and Reference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0A51FE-ED49-4C5C-B874-B5995C92F405}"/>
              </a:ext>
            </a:extLst>
          </p:cNvPr>
          <p:cNvSpPr txBox="1"/>
          <p:nvPr/>
        </p:nvSpPr>
        <p:spPr>
          <a:xfrm>
            <a:off x="190500" y="2209800"/>
            <a:ext cx="876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Walkthrough: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https://byu-itc-210.github.io/walkthrough/SQL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Quick Reference: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https://www.w3schools.com/sql/sql_quickref.asp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907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35B6F-1645-4647-BE03-C0FCAA7E1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685800"/>
          </a:xfrm>
        </p:spPr>
        <p:txBody>
          <a:bodyPr/>
          <a:lstStyle/>
          <a:p>
            <a:r>
              <a:rPr lang="en-US" dirty="0"/>
              <a:t>Study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369EF-3017-4A73-A78D-2BB7B0C7C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r>
              <a:rPr lang="en-US" sz="2800" dirty="0"/>
              <a:t>How do you distinguish between a database, a database management system (DBMS), and the SQL query language?</a:t>
            </a:r>
          </a:p>
          <a:p>
            <a:r>
              <a:rPr lang="en-US" sz="2800" dirty="0"/>
              <a:t>What are the four most common clauses in a SQL query?</a:t>
            </a:r>
          </a:p>
          <a:p>
            <a:r>
              <a:rPr lang="en-US" sz="2800" dirty="0"/>
              <a:t>What is a SQL aggregate function and how does it relate to the GROUP BY clause?</a:t>
            </a:r>
          </a:p>
          <a:p>
            <a:r>
              <a:rPr lang="en-US" sz="2800" dirty="0"/>
              <a:t>What are the four types of JOIN and what distinguishes them?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6287698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6244</TotalTime>
  <Words>571</Words>
  <Application>Microsoft Office PowerPoint</Application>
  <PresentationFormat>On-screen Show (4:3)</PresentationFormat>
  <Paragraphs>102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ＭＳ Ｐゴシック</vt:lpstr>
      <vt:lpstr>Times New Roman</vt:lpstr>
      <vt:lpstr>Default Design</vt:lpstr>
      <vt:lpstr>Databases and Structured Query Language (SQL)</vt:lpstr>
      <vt:lpstr>What’s a database?</vt:lpstr>
      <vt:lpstr>Types of Databases</vt:lpstr>
      <vt:lpstr>Career Option: Database Administrator (DBA)</vt:lpstr>
      <vt:lpstr>Rows and Columns</vt:lpstr>
      <vt:lpstr>Where it gets interesting…</vt:lpstr>
      <vt:lpstr>What is SQL?</vt:lpstr>
      <vt:lpstr>SQL Language</vt:lpstr>
      <vt:lpstr>Strong Data types</vt:lpstr>
      <vt:lpstr>Demo Database</vt:lpstr>
      <vt:lpstr>Demo Database</vt:lpstr>
      <vt:lpstr>Practice and Reference</vt:lpstr>
      <vt:lpstr>Study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data types</dc:title>
  <dc:creator>mgbailey</dc:creator>
  <cp:lastModifiedBy>Brandt Redd</cp:lastModifiedBy>
  <cp:revision>31</cp:revision>
  <dcterms:created xsi:type="dcterms:W3CDTF">2003-05-21T17:37:13Z</dcterms:created>
  <dcterms:modified xsi:type="dcterms:W3CDTF">2024-09-27T14:14:35Z</dcterms:modified>
</cp:coreProperties>
</file>