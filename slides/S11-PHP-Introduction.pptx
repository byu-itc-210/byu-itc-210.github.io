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3" r:id="rId1"/>
  </p:sldMasterIdLst>
  <p:notesMasterIdLst>
    <p:notesMasterId r:id="rId13"/>
  </p:notesMasterIdLst>
  <p:sldIdLst>
    <p:sldId id="271" r:id="rId2"/>
    <p:sldId id="308" r:id="rId3"/>
    <p:sldId id="274" r:id="rId4"/>
    <p:sldId id="273" r:id="rId5"/>
    <p:sldId id="272" r:id="rId6"/>
    <p:sldId id="260" r:id="rId7"/>
    <p:sldId id="307" r:id="rId8"/>
    <p:sldId id="275" r:id="rId9"/>
    <p:sldId id="304" r:id="rId10"/>
    <p:sldId id="306" r:id="rId11"/>
    <p:sldId id="294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7" autoAdjust="0"/>
    <p:restoredTop sz="86285"/>
  </p:normalViewPr>
  <p:slideViewPr>
    <p:cSldViewPr>
      <p:cViewPr varScale="1">
        <p:scale>
          <a:sx n="95" d="100"/>
          <a:sy n="95" d="100"/>
        </p:scale>
        <p:origin x="2259" y="2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A6EC4C17-7CFC-46B3-B452-38211942A5D9}"/>
    <pc:docChg chg="undo redo custSel addSld delSld modSld">
      <pc:chgData name="Brandt Redd" userId="be8ed540b98adac0" providerId="LiveId" clId="{A6EC4C17-7CFC-46B3-B452-38211942A5D9}" dt="2021-02-05T15:47:20.820" v="589" actId="20577"/>
      <pc:docMkLst>
        <pc:docMk/>
      </pc:docMkLst>
      <pc:sldChg chg="modSp mod">
        <pc:chgData name="Brandt Redd" userId="be8ed540b98adac0" providerId="LiveId" clId="{A6EC4C17-7CFC-46B3-B452-38211942A5D9}" dt="2021-02-05T02:38:11.134" v="461" actId="20577"/>
        <pc:sldMkLst>
          <pc:docMk/>
          <pc:sldMk cId="0" sldId="266"/>
        </pc:sldMkLst>
      </pc:sldChg>
      <pc:sldChg chg="modSp mod">
        <pc:chgData name="Brandt Redd" userId="be8ed540b98adac0" providerId="LiveId" clId="{A6EC4C17-7CFC-46B3-B452-38211942A5D9}" dt="2021-02-05T15:47:20.820" v="589" actId="20577"/>
        <pc:sldMkLst>
          <pc:docMk/>
          <pc:sldMk cId="0" sldId="269"/>
        </pc:sldMkLst>
      </pc:sldChg>
      <pc:sldChg chg="modSp mod">
        <pc:chgData name="Brandt Redd" userId="be8ed540b98adac0" providerId="LiveId" clId="{A6EC4C17-7CFC-46B3-B452-38211942A5D9}" dt="2021-02-05T02:16:08.245" v="0" actId="20577"/>
        <pc:sldMkLst>
          <pc:docMk/>
          <pc:sldMk cId="0" sldId="271"/>
        </pc:sldMkLst>
      </pc:sldChg>
      <pc:sldChg chg="modSp mod">
        <pc:chgData name="Brandt Redd" userId="be8ed540b98adac0" providerId="LiveId" clId="{A6EC4C17-7CFC-46B3-B452-38211942A5D9}" dt="2021-02-05T02:19:17.321" v="93" actId="1076"/>
        <pc:sldMkLst>
          <pc:docMk/>
          <pc:sldMk cId="0" sldId="273"/>
        </pc:sldMkLst>
      </pc:sldChg>
      <pc:sldChg chg="modSp mod">
        <pc:chgData name="Brandt Redd" userId="be8ed540b98adac0" providerId="LiveId" clId="{A6EC4C17-7CFC-46B3-B452-38211942A5D9}" dt="2021-02-05T02:18:19.513" v="41" actId="20577"/>
        <pc:sldMkLst>
          <pc:docMk/>
          <pc:sldMk cId="3027702286" sldId="292"/>
        </pc:sldMkLst>
      </pc:sldChg>
      <pc:sldChg chg="modSp mod">
        <pc:chgData name="Brandt Redd" userId="be8ed540b98adac0" providerId="LiveId" clId="{A6EC4C17-7CFC-46B3-B452-38211942A5D9}" dt="2021-02-05T14:51:57.576" v="558" actId="403"/>
        <pc:sldMkLst>
          <pc:docMk/>
          <pc:sldMk cId="3518769181" sldId="293"/>
        </pc:sldMkLst>
      </pc:sldChg>
      <pc:sldChg chg="del">
        <pc:chgData name="Brandt Redd" userId="be8ed540b98adac0" providerId="LiveId" clId="{A6EC4C17-7CFC-46B3-B452-38211942A5D9}" dt="2021-02-05T02:38:30.246" v="462" actId="2696"/>
        <pc:sldMkLst>
          <pc:docMk/>
          <pc:sldMk cId="1819094232" sldId="296"/>
        </pc:sldMkLst>
      </pc:sldChg>
      <pc:sldChg chg="modSp add mod">
        <pc:chgData name="Brandt Redd" userId="be8ed540b98adac0" providerId="LiveId" clId="{A6EC4C17-7CFC-46B3-B452-38211942A5D9}" dt="2021-02-05T02:37:43.913" v="456" actId="20577"/>
        <pc:sldMkLst>
          <pc:docMk/>
          <pc:sldMk cId="1789244987" sldId="304"/>
        </pc:sldMkLst>
      </pc:sldChg>
    </pc:docChg>
  </pc:docChgLst>
  <pc:docChgLst>
    <pc:chgData name="Brandt Redd" userId="be8ed540b98adac0" providerId="LiveId" clId="{FB20BD7C-106E-4D2D-B85A-676A69656D25}"/>
    <pc:docChg chg="undo custSel addSld delSld modSld">
      <pc:chgData name="Brandt Redd" userId="be8ed540b98adac0" providerId="LiveId" clId="{FB20BD7C-106E-4D2D-B85A-676A69656D25}" dt="2023-02-03T06:08:09.737" v="45" actId="47"/>
      <pc:docMkLst>
        <pc:docMk/>
      </pc:docMkLst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57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58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59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64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65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66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69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76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77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78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79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80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81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82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83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84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85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86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87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88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89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0" sldId="290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4000957445" sldId="291"/>
        </pc:sldMkLst>
      </pc:sldChg>
      <pc:sldChg chg="del">
        <pc:chgData name="Brandt Redd" userId="be8ed540b98adac0" providerId="LiveId" clId="{FB20BD7C-106E-4D2D-B85A-676A69656D25}" dt="2023-02-03T06:08:09.737" v="45" actId="47"/>
        <pc:sldMkLst>
          <pc:docMk/>
          <pc:sldMk cId="3971871135" sldId="295"/>
        </pc:sldMkLst>
      </pc:sldChg>
      <pc:sldChg chg="modSp mod">
        <pc:chgData name="Brandt Redd" userId="be8ed540b98adac0" providerId="LiveId" clId="{FB20BD7C-106E-4D2D-B85A-676A69656D25}" dt="2023-02-03T06:06:29.791" v="6" actId="6549"/>
        <pc:sldMkLst>
          <pc:docMk/>
          <pc:sldMk cId="1789244987" sldId="304"/>
        </pc:sldMkLst>
      </pc:sldChg>
      <pc:sldChg chg="modSp new mod">
        <pc:chgData name="Brandt Redd" userId="be8ed540b98adac0" providerId="LiveId" clId="{FB20BD7C-106E-4D2D-B85A-676A69656D25}" dt="2023-02-03T06:07:58.422" v="44" actId="14100"/>
        <pc:sldMkLst>
          <pc:docMk/>
          <pc:sldMk cId="3275265868" sldId="306"/>
        </pc:sldMkLst>
      </pc:sldChg>
    </pc:docChg>
  </pc:docChgLst>
  <pc:docChgLst>
    <pc:chgData name="Brandt Redd" userId="be8ed540b98adac0" providerId="LiveId" clId="{D2BEA6CF-00A9-41FB-A08A-8A1C7F1F87D5}"/>
    <pc:docChg chg="undo custSel addSld delSld modSld">
      <pc:chgData name="Brandt Redd" userId="be8ed540b98adac0" providerId="LiveId" clId="{D2BEA6CF-00A9-41FB-A08A-8A1C7F1F87D5}" dt="2024-09-30T13:59:29.010" v="83" actId="2696"/>
      <pc:docMkLst>
        <pc:docMk/>
      </pc:docMkLst>
      <pc:sldChg chg="modSp mod">
        <pc:chgData name="Brandt Redd" userId="be8ed540b98adac0" providerId="LiveId" clId="{D2BEA6CF-00A9-41FB-A08A-8A1C7F1F87D5}" dt="2024-09-29T15:11:21.382" v="0" actId="20577"/>
        <pc:sldMkLst>
          <pc:docMk/>
          <pc:sldMk cId="0" sldId="273"/>
        </pc:sldMkLst>
      </pc:sldChg>
      <pc:sldChg chg="del">
        <pc:chgData name="Brandt Redd" userId="be8ed540b98adac0" providerId="LiveId" clId="{D2BEA6CF-00A9-41FB-A08A-8A1C7F1F87D5}" dt="2024-09-30T13:59:29.010" v="83" actId="2696"/>
        <pc:sldMkLst>
          <pc:docMk/>
          <pc:sldMk cId="3431442015" sldId="305"/>
        </pc:sldMkLst>
      </pc:sldChg>
      <pc:sldChg chg="modNotesTx">
        <pc:chgData name="Brandt Redd" userId="be8ed540b98adac0" providerId="LiveId" clId="{D2BEA6CF-00A9-41FB-A08A-8A1C7F1F87D5}" dt="2024-09-29T15:13:02.638" v="1"/>
        <pc:sldMkLst>
          <pc:docMk/>
          <pc:sldMk cId="1793799798" sldId="307"/>
        </pc:sldMkLst>
      </pc:sldChg>
      <pc:sldChg chg="addSp delSp modSp new mod modClrScheme chgLayout">
        <pc:chgData name="Brandt Redd" userId="be8ed540b98adac0" providerId="LiveId" clId="{D2BEA6CF-00A9-41FB-A08A-8A1C7F1F87D5}" dt="2024-09-30T13:59:07.510" v="82" actId="1076"/>
        <pc:sldMkLst>
          <pc:docMk/>
          <pc:sldMk cId="1097503006" sldId="308"/>
        </pc:sldMkLst>
      </pc:sldChg>
    </pc:docChg>
  </pc:docChgLst>
  <pc:docChgLst>
    <pc:chgData name="Brandt Redd" userId="be8ed540b98adac0" providerId="LiveId" clId="{5B15E42A-E6BD-40FF-A292-25E3B05C5D2E}"/>
    <pc:docChg chg="custSel addSld modSld">
      <pc:chgData name="Brandt Redd" userId="be8ed540b98adac0" providerId="LiveId" clId="{5B15E42A-E6BD-40FF-A292-25E3B05C5D2E}" dt="2024-02-05T05:06:33.160" v="5" actId="26606"/>
      <pc:docMkLst>
        <pc:docMk/>
      </pc:docMkLst>
      <pc:sldChg chg="addSp delSp modSp new mod setBg modClrScheme chgLayout">
        <pc:chgData name="Brandt Redd" userId="be8ed540b98adac0" providerId="LiveId" clId="{5B15E42A-E6BD-40FF-A292-25E3B05C5D2E}" dt="2024-02-05T05:06:33.160" v="5" actId="26606"/>
        <pc:sldMkLst>
          <pc:docMk/>
          <pc:sldMk cId="1793799798" sldId="307"/>
        </pc:sldMkLst>
      </pc:sldChg>
    </pc:docChg>
  </pc:docChgLst>
  <pc:docChgLst>
    <pc:chgData name="Brandt Redd" userId="be8ed540b98adac0" providerId="LiveId" clId="{17289613-FE45-49C8-BF9D-7763FA48DA5B}"/>
    <pc:docChg chg="undo custSel addSld delSld modSld sldOrd">
      <pc:chgData name="Brandt Redd" userId="be8ed540b98adac0" providerId="LiveId" clId="{17289613-FE45-49C8-BF9D-7763FA48DA5B}" dt="2020-09-25T04:11:26.461" v="3240" actId="20577"/>
      <pc:docMkLst>
        <pc:docMk/>
      </pc:docMkLst>
      <pc:sldChg chg="modSp mod">
        <pc:chgData name="Brandt Redd" userId="be8ed540b98adac0" providerId="LiveId" clId="{17289613-FE45-49C8-BF9D-7763FA48DA5B}" dt="2020-09-25T04:02:17.352" v="2048" actId="20577"/>
        <pc:sldMkLst>
          <pc:docMk/>
          <pc:sldMk cId="0" sldId="265"/>
        </pc:sldMkLst>
      </pc:sldChg>
      <pc:sldChg chg="modSp mod">
        <pc:chgData name="Brandt Redd" userId="be8ed540b98adac0" providerId="LiveId" clId="{17289613-FE45-49C8-BF9D-7763FA48DA5B}" dt="2020-09-24T06:16:21.163" v="85" actId="14100"/>
        <pc:sldMkLst>
          <pc:docMk/>
          <pc:sldMk cId="0" sldId="269"/>
        </pc:sldMkLst>
      </pc:sldChg>
      <pc:sldChg chg="modSp mod">
        <pc:chgData name="Brandt Redd" userId="be8ed540b98adac0" providerId="LiveId" clId="{17289613-FE45-49C8-BF9D-7763FA48DA5B}" dt="2020-09-25T03:21:37.965" v="99" actId="20577"/>
        <pc:sldMkLst>
          <pc:docMk/>
          <pc:sldMk cId="0" sldId="271"/>
        </pc:sldMkLst>
      </pc:sldChg>
      <pc:sldChg chg="modSp new mod">
        <pc:chgData name="Brandt Redd" userId="be8ed540b98adac0" providerId="LiveId" clId="{17289613-FE45-49C8-BF9D-7763FA48DA5B}" dt="2020-09-25T03:23:20.196" v="345" actId="20577"/>
        <pc:sldMkLst>
          <pc:docMk/>
          <pc:sldMk cId="3027702286" sldId="292"/>
        </pc:sldMkLst>
      </pc:sldChg>
      <pc:sldChg chg="modSp new mod">
        <pc:chgData name="Brandt Redd" userId="be8ed540b98adac0" providerId="LiveId" clId="{17289613-FE45-49C8-BF9D-7763FA48DA5B}" dt="2020-09-25T03:30:53.420" v="940" actId="20577"/>
        <pc:sldMkLst>
          <pc:docMk/>
          <pc:sldMk cId="3518769181" sldId="293"/>
        </pc:sldMkLst>
      </pc:sldChg>
      <pc:sldChg chg="addSp delSp modSp new mod modClrScheme chgLayout">
        <pc:chgData name="Brandt Redd" userId="be8ed540b98adac0" providerId="LiveId" clId="{17289613-FE45-49C8-BF9D-7763FA48DA5B}" dt="2020-09-25T04:11:26.461" v="3240" actId="20577"/>
        <pc:sldMkLst>
          <pc:docMk/>
          <pc:sldMk cId="4041965575" sldId="294"/>
        </pc:sldMkLst>
      </pc:sldChg>
      <pc:sldChg chg="addSp modSp new mod ord modClrScheme chgLayout">
        <pc:chgData name="Brandt Redd" userId="be8ed540b98adac0" providerId="LiveId" clId="{17289613-FE45-49C8-BF9D-7763FA48DA5B}" dt="2020-09-25T04:06:10.465" v="2715" actId="20577"/>
        <pc:sldMkLst>
          <pc:docMk/>
          <pc:sldMk cId="3971871135" sldId="295"/>
        </pc:sldMkLst>
      </pc:sldChg>
      <pc:sldChg chg="modSp new mod">
        <pc:chgData name="Brandt Redd" userId="be8ed540b98adac0" providerId="LiveId" clId="{17289613-FE45-49C8-BF9D-7763FA48DA5B}" dt="2020-09-25T04:10:02.824" v="3100" actId="20577"/>
        <pc:sldMkLst>
          <pc:docMk/>
          <pc:sldMk cId="1819094232" sldId="296"/>
        </pc:sldMkLst>
      </pc:sldChg>
      <pc:sldChg chg="new del">
        <pc:chgData name="Brandt Redd" userId="be8ed540b98adac0" providerId="LiveId" clId="{17289613-FE45-49C8-BF9D-7763FA48DA5B}" dt="2020-09-25T03:59:18.739" v="1741" actId="2696"/>
        <pc:sldMkLst>
          <pc:docMk/>
          <pc:sldMk cId="4196371199" sldId="296"/>
        </pc:sldMkLst>
      </pc:sldChg>
    </pc:docChg>
  </pc:docChgLst>
  <pc:docChgLst>
    <pc:chgData name="Brandt Redd" userId="be8ed540b98adac0" providerId="LiveId" clId="{18607FE3-8E11-4BB6-9546-92FB712B48FB}"/>
    <pc:docChg chg="custSel addSld modSld sldOrd">
      <pc:chgData name="Brandt Redd" userId="be8ed540b98adac0" providerId="LiveId" clId="{18607FE3-8E11-4BB6-9546-92FB712B48FB}" dt="2021-10-09T04:06:08.757" v="248" actId="6549"/>
      <pc:docMkLst>
        <pc:docMk/>
      </pc:docMkLst>
      <pc:sldChg chg="modSp mod">
        <pc:chgData name="Brandt Redd" userId="be8ed540b98adac0" providerId="LiveId" clId="{18607FE3-8E11-4BB6-9546-92FB712B48FB}" dt="2021-09-24T13:53:13.140" v="184" actId="20577"/>
        <pc:sldMkLst>
          <pc:docMk/>
          <pc:sldMk cId="0" sldId="271"/>
        </pc:sldMkLst>
      </pc:sldChg>
      <pc:sldChg chg="modSp mod">
        <pc:chgData name="Brandt Redd" userId="be8ed540b98adac0" providerId="LiveId" clId="{18607FE3-8E11-4BB6-9546-92FB712B48FB}" dt="2021-09-24T04:28:47.243" v="92" actId="20577"/>
        <pc:sldMkLst>
          <pc:docMk/>
          <pc:sldMk cId="0" sldId="272"/>
        </pc:sldMkLst>
      </pc:sldChg>
      <pc:sldChg chg="addSp delSp modSp mod">
        <pc:chgData name="Brandt Redd" userId="be8ed540b98adac0" providerId="LiveId" clId="{18607FE3-8E11-4BB6-9546-92FB712B48FB}" dt="2021-09-24T13:59:18.422" v="185" actId="478"/>
        <pc:sldMkLst>
          <pc:docMk/>
          <pc:sldMk cId="3027702286" sldId="292"/>
        </pc:sldMkLst>
      </pc:sldChg>
      <pc:sldChg chg="modSp mod">
        <pc:chgData name="Brandt Redd" userId="be8ed540b98adac0" providerId="LiveId" clId="{18607FE3-8E11-4BB6-9546-92FB712B48FB}" dt="2021-09-24T04:27:02.716" v="54" actId="20577"/>
        <pc:sldMkLst>
          <pc:docMk/>
          <pc:sldMk cId="3518769181" sldId="293"/>
        </pc:sldMkLst>
      </pc:sldChg>
      <pc:sldChg chg="modSp mod ord">
        <pc:chgData name="Brandt Redd" userId="be8ed540b98adac0" providerId="LiveId" clId="{18607FE3-8E11-4BB6-9546-92FB712B48FB}" dt="2021-10-09T04:06:08.757" v="248" actId="6549"/>
        <pc:sldMkLst>
          <pc:docMk/>
          <pc:sldMk cId="1789244987" sldId="304"/>
        </pc:sldMkLst>
      </pc:sldChg>
      <pc:sldChg chg="addSp delSp modSp new mod modClrScheme chgLayout">
        <pc:chgData name="Brandt Redd" userId="be8ed540b98adac0" providerId="LiveId" clId="{18607FE3-8E11-4BB6-9546-92FB712B48FB}" dt="2021-09-26T02:54:52.224" v="246" actId="478"/>
        <pc:sldMkLst>
          <pc:docMk/>
          <pc:sldMk cId="3431442015" sldId="305"/>
        </pc:sldMkLst>
      </pc:sldChg>
    </pc:docChg>
  </pc:docChgLst>
  <pc:docChgLst>
    <pc:chgData name="Brandt Redd" userId="be8ed540b98adac0" providerId="LiveId" clId="{339F85A3-535E-4B4F-B638-F84BA16D8FFB}"/>
    <pc:docChg chg="delSld">
      <pc:chgData name="Brandt Redd" userId="be8ed540b98adac0" providerId="LiveId" clId="{339F85A3-535E-4B4F-B638-F84BA16D8FFB}" dt="2021-12-23T16:25:11.578" v="1" actId="47"/>
      <pc:docMkLst>
        <pc:docMk/>
      </pc:docMkLst>
      <pc:sldChg chg="del">
        <pc:chgData name="Brandt Redd" userId="be8ed540b98adac0" providerId="LiveId" clId="{339F85A3-535E-4B4F-B638-F84BA16D8FFB}" dt="2021-12-23T16:25:11.578" v="1" actId="47"/>
        <pc:sldMkLst>
          <pc:docMk/>
          <pc:sldMk cId="3027702286" sldId="292"/>
        </pc:sldMkLst>
      </pc:sldChg>
      <pc:sldChg chg="del">
        <pc:chgData name="Brandt Redd" userId="be8ed540b98adac0" providerId="LiveId" clId="{339F85A3-535E-4B4F-B638-F84BA16D8FFB}" dt="2021-12-23T16:24:57.425" v="0" actId="47"/>
        <pc:sldMkLst>
          <pc:docMk/>
          <pc:sldMk cId="3518769181" sldId="293"/>
        </pc:sldMkLst>
      </pc:sldChg>
    </pc:docChg>
  </pc:docChgLst>
  <pc:docChgLst>
    <pc:chgData name="Brandt Redd" userId="be8ed540b98adac0" providerId="LiveId" clId="{B89AB7FB-4BBD-4400-993D-947B9387CC70}"/>
    <pc:docChg chg="modSld">
      <pc:chgData name="Brandt Redd" userId="be8ed540b98adac0" providerId="LiveId" clId="{B89AB7FB-4BBD-4400-993D-947B9387CC70}" dt="2022-09-23T02:41:35.497" v="3" actId="14100"/>
      <pc:docMkLst>
        <pc:docMk/>
      </pc:docMkLst>
      <pc:sldChg chg="addSp delSp modSp mod">
        <pc:chgData name="Brandt Redd" userId="be8ed540b98adac0" providerId="LiveId" clId="{B89AB7FB-4BBD-4400-993D-947B9387CC70}" dt="2022-09-23T02:41:35.497" v="3" actId="14100"/>
        <pc:sldMkLst>
          <pc:docMk/>
          <pc:sldMk cId="0" sldId="275"/>
        </pc:sldMkLst>
      </pc:sldChg>
    </pc:docChg>
  </pc:docChgLst>
  <pc:docChgLst>
    <pc:chgData name="Brandt Redd" userId="be8ed540b98adac0" providerId="LiveId" clId="{81757975-817F-425F-948C-8AE206550353}"/>
    <pc:docChg chg="modSld">
      <pc:chgData name="Brandt Redd" userId="be8ed540b98adac0" providerId="LiveId" clId="{81757975-817F-425F-948C-8AE206550353}" dt="2023-10-02T13:45:48.436" v="1" actId="20577"/>
      <pc:docMkLst>
        <pc:docMk/>
      </pc:docMkLst>
      <pc:sldChg chg="modSp mod">
        <pc:chgData name="Brandt Redd" userId="be8ed540b98adac0" providerId="LiveId" clId="{81757975-817F-425F-948C-8AE206550353}" dt="2023-10-02T13:45:48.436" v="1" actId="20577"/>
        <pc:sldMkLst>
          <pc:docMk/>
          <pc:sldMk cId="0" sldId="271"/>
        </pc:sldMkLst>
      </pc:sldChg>
    </pc:docChg>
  </pc:docChgLst>
  <pc:docChgLst>
    <pc:chgData name="Brandt Redd" userId="be8ed540b98adac0" providerId="LiveId" clId="{B49F12FB-E20B-4AA2-BA48-A914975D14C7}"/>
    <pc:docChg chg="modSld">
      <pc:chgData name="Brandt Redd" userId="be8ed540b98adac0" providerId="LiveId" clId="{B49F12FB-E20B-4AA2-BA48-A914975D14C7}" dt="2025-02-05T08:00:43.478" v="24" actId="6549"/>
      <pc:docMkLst>
        <pc:docMk/>
      </pc:docMkLst>
      <pc:sldChg chg="modSp mod">
        <pc:chgData name="Brandt Redd" userId="be8ed540b98adac0" providerId="LiveId" clId="{B49F12FB-E20B-4AA2-BA48-A914975D14C7}" dt="2025-02-05T08:00:43.478" v="24" actId="6549"/>
        <pc:sldMkLst>
          <pc:docMk/>
          <pc:sldMk cId="0" sldId="272"/>
        </pc:sldMkLst>
        <pc:spChg chg="mod">
          <ac:chgData name="Brandt Redd" userId="be8ed540b98adac0" providerId="LiveId" clId="{B49F12FB-E20B-4AA2-BA48-A914975D14C7}" dt="2025-02-05T08:00:43.478" v="24" actId="6549"/>
          <ac:spMkLst>
            <pc:docMk/>
            <pc:sldMk cId="0" sldId="272"/>
            <ac:spMk id="20482" creationId="{4BBBA2DA-4457-444B-9EC6-07D10069A3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9B7E2D-AD54-574A-8109-5EA7010416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4BD60E-31A0-B24B-A64C-D3275AA89E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5EA5BED-04E7-E945-BF68-FC31F9456ED5}" type="datetimeFigureOut">
              <a:rPr lang="en-US" altLang="en-US"/>
              <a:pPr>
                <a:defRPr/>
              </a:pPr>
              <a:t>2025-02-05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457B66B-E1C8-384C-A592-996C115414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684A978-2BD9-DD4B-B0A0-2ECE082B1D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15DB4-0C80-B844-A0BF-63FE714793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E76D-9136-C34B-8940-4CDD89410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24FD70-EB1E-0D4F-BEA5-FCF07CDA01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>
            <a:extLst>
              <a:ext uri="{FF2B5EF4-FFF2-40B4-BE49-F238E27FC236}">
                <a16:creationId xmlns:a16="http://schemas.microsoft.com/office/drawing/2014/main" id="{5C5D250A-ECF0-7E45-9FA4-D844A0ED3C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2" name="Notes Placeholder 2">
            <a:extLst>
              <a:ext uri="{FF2B5EF4-FFF2-40B4-BE49-F238E27FC236}">
                <a16:creationId xmlns:a16="http://schemas.microsoft.com/office/drawing/2014/main" id="{5DC6506F-54A7-214C-AAF9-35B99FBFB3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5363" name="Slide Number Placeholder 3">
            <a:extLst>
              <a:ext uri="{FF2B5EF4-FFF2-40B4-BE49-F238E27FC236}">
                <a16:creationId xmlns:a16="http://schemas.microsoft.com/office/drawing/2014/main" id="{CCC5C05B-1D07-FA40-AFF7-08577CF6C0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479542-2253-9A49-8097-BF444D0AB499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>
            <a:extLst>
              <a:ext uri="{FF2B5EF4-FFF2-40B4-BE49-F238E27FC236}">
                <a16:creationId xmlns:a16="http://schemas.microsoft.com/office/drawing/2014/main" id="{68B5FE11-928F-1A47-97FF-78A4F0A409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0" name="Notes Placeholder 2">
            <a:extLst>
              <a:ext uri="{FF2B5EF4-FFF2-40B4-BE49-F238E27FC236}">
                <a16:creationId xmlns:a16="http://schemas.microsoft.com/office/drawing/2014/main" id="{1B09C860-B952-AE4A-8250-0D7D47268A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ea typeface="ＭＳ Ｐゴシック" panose="020B0600070205080204" pitchFamily="34" charset="-128"/>
              </a:rPr>
              <a:t>Reminder: When we’re working with the web (i.e., HTTP), we assume a Client (i.e., browser) - Server (i.e., HTTP server or web server) architecture. The server is where the code is stored. It “serves up” the pages that are requested.</a:t>
            </a:r>
          </a:p>
        </p:txBody>
      </p:sp>
      <p:sp>
        <p:nvSpPr>
          <p:cNvPr id="17411" name="Slide Number Placeholder 3">
            <a:extLst>
              <a:ext uri="{FF2B5EF4-FFF2-40B4-BE49-F238E27FC236}">
                <a16:creationId xmlns:a16="http://schemas.microsoft.com/office/drawing/2014/main" id="{FF9517D4-068D-0A42-9AC1-EE91625AE9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1C8B1F2-4798-6848-B489-719FA33125E9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>
            <a:extLst>
              <a:ext uri="{FF2B5EF4-FFF2-40B4-BE49-F238E27FC236}">
                <a16:creationId xmlns:a16="http://schemas.microsoft.com/office/drawing/2014/main" id="{1DCA094D-8B48-CC4B-AC3C-EFE4B52968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4752F-68E0-3A4B-A507-B8035E66B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 server can send static files with HTML, CSS, and </a:t>
            </a:r>
            <a:r>
              <a:rPr lang="en-US" dirty="0" err="1"/>
              <a:t>Javascript</a:t>
            </a:r>
            <a:r>
              <a:rPr lang="en-US" dirty="0"/>
              <a:t> to the client, which executes them. AND/OR it can execute some server-side code (e.g., PHP code) on the server BEFORE sending it to the browser.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Answer: It depends. </a:t>
            </a:r>
          </a:p>
          <a:p>
            <a:pPr marL="171450" indent="-171450">
              <a:buFontTx/>
              <a:buChar char="-"/>
              <a:defRPr/>
            </a:pPr>
            <a:r>
              <a:rPr lang="en-US" dirty="0"/>
              <a:t>Client-side “code” like HTML, CSS, and </a:t>
            </a:r>
            <a:r>
              <a:rPr lang="en-US" dirty="0" err="1"/>
              <a:t>Javascript</a:t>
            </a:r>
            <a:r>
              <a:rPr lang="en-US" dirty="0"/>
              <a:t> are executed by the browser.</a:t>
            </a:r>
          </a:p>
          <a:p>
            <a:pPr marL="171450" indent="-171450">
              <a:buFontTx/>
              <a:buChar char="-"/>
              <a:defRPr/>
            </a:pPr>
            <a:r>
              <a:rPr lang="en-US" dirty="0"/>
              <a:t>Server-side “code” like PHP, ASP.NET, Python (or </a:t>
            </a:r>
            <a:r>
              <a:rPr lang="en-US" dirty="0" err="1"/>
              <a:t>Javascript</a:t>
            </a:r>
            <a:r>
              <a:rPr lang="en-US" dirty="0"/>
              <a:t> on the server, like when we use NodeJS) is executed on the server BEFORE the file is sent to the browser.</a:t>
            </a:r>
          </a:p>
        </p:txBody>
      </p:sp>
      <p:sp>
        <p:nvSpPr>
          <p:cNvPr id="19459" name="Slide Number Placeholder 3">
            <a:extLst>
              <a:ext uri="{FF2B5EF4-FFF2-40B4-BE49-F238E27FC236}">
                <a16:creationId xmlns:a16="http://schemas.microsoft.com/office/drawing/2014/main" id="{4634169A-B2E5-0F49-9C74-1EF7CD8C33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8CBDF3F-E2D3-3A46-BA97-CF5E15CE636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>
            <a:extLst>
              <a:ext uri="{FF2B5EF4-FFF2-40B4-BE49-F238E27FC236}">
                <a16:creationId xmlns:a16="http://schemas.microsoft.com/office/drawing/2014/main" id="{A9B08FA1-E781-8141-8AD4-93C168E79C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91DCA-7E4C-0F4B-AFF2-4C6C4DE99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Some answers include:</a:t>
            </a:r>
          </a:p>
          <a:p>
            <a:pPr marL="171450" indent="-171450">
              <a:buFontTx/>
              <a:buChar char="-"/>
              <a:defRPr/>
            </a:pPr>
            <a:r>
              <a:rPr lang="en-US" dirty="0"/>
              <a:t>You can reuse code: Don’t Repeat Yourself (e.g., create one menu bar PHP page and insert it into all your other pages)</a:t>
            </a:r>
          </a:p>
          <a:p>
            <a:pPr marL="171450" indent="-171450">
              <a:buFontTx/>
              <a:buChar char="-"/>
              <a:defRPr/>
            </a:pPr>
            <a:r>
              <a:rPr lang="en-US" dirty="0"/>
              <a:t>You want to allow people to make a change that will affect what other people see (e.g., post an Instagram image)</a:t>
            </a:r>
          </a:p>
          <a:p>
            <a:pPr marL="171450" indent="-171450">
              <a:buFontTx/>
              <a:buChar char="-"/>
              <a:defRPr/>
            </a:pPr>
            <a:r>
              <a:rPr lang="en-US" dirty="0"/>
              <a:t>Store data in a database that isn’t available to everyone (for security reasons) and use a server-side language to look up info.</a:t>
            </a:r>
          </a:p>
          <a:p>
            <a:pPr marL="171450" indent="-171450">
              <a:buFontTx/>
              <a:buChar char="-"/>
              <a:defRPr/>
            </a:pPr>
            <a:r>
              <a:rPr lang="en-US" dirty="0"/>
              <a:t>You don’t want anyone to see or copy your “fancy”/proprietary code.</a:t>
            </a:r>
          </a:p>
          <a:p>
            <a:pPr marL="171450" indent="-171450">
              <a:buFontTx/>
              <a:buChar char="-"/>
              <a:defRPr/>
            </a:pPr>
            <a:r>
              <a:rPr lang="en-US" dirty="0"/>
              <a:t>Browsers aren’t capable of performing the task (e.g., you need a super powerful machine to do it).</a:t>
            </a:r>
          </a:p>
          <a:p>
            <a:pPr marL="171450" indent="-171450">
              <a:buFontTx/>
              <a:buChar char="-"/>
              <a:defRPr/>
            </a:pPr>
            <a:r>
              <a:rPr lang="en-US" dirty="0"/>
              <a:t>You want to personalize information for people using “feature phones” that don’t execute </a:t>
            </a:r>
            <a:r>
              <a:rPr lang="en-US" dirty="0" err="1"/>
              <a:t>javascript</a:t>
            </a:r>
            <a:r>
              <a:rPr lang="en-US" dirty="0"/>
              <a:t>.</a:t>
            </a:r>
          </a:p>
          <a:p>
            <a:pPr marL="171450" indent="-171450">
              <a:buFontTx/>
              <a:buChar char="-"/>
              <a:defRPr/>
            </a:pPr>
            <a:r>
              <a:rPr lang="en-US" dirty="0"/>
              <a:t>You can have the server connect to other computers and services that a client can’t connect to (e.g., for security reasons).</a:t>
            </a:r>
          </a:p>
          <a:p>
            <a:pPr marL="171450" indent="-171450">
              <a:buFontTx/>
              <a:buChar char="-"/>
              <a:defRPr/>
            </a:pPr>
            <a:endParaRPr lang="en-US" dirty="0"/>
          </a:p>
        </p:txBody>
      </p:sp>
      <p:sp>
        <p:nvSpPr>
          <p:cNvPr id="21507" name="Slide Number Placeholder 3">
            <a:extLst>
              <a:ext uri="{FF2B5EF4-FFF2-40B4-BE49-F238E27FC236}">
                <a16:creationId xmlns:a16="http://schemas.microsoft.com/office/drawing/2014/main" id="{8EAB317B-0DB0-7C4E-8B74-9D9BC6008F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95BA367-EA7F-1648-9BD8-798001B81A4F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>
            <a:extLst>
              <a:ext uri="{FF2B5EF4-FFF2-40B4-BE49-F238E27FC236}">
                <a16:creationId xmlns:a16="http://schemas.microsoft.com/office/drawing/2014/main" id="{150F39F6-4FB5-FD46-9793-6D8D9DEF7C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Notes Placeholder 2">
            <a:extLst>
              <a:ext uri="{FF2B5EF4-FFF2-40B4-BE49-F238E27FC236}">
                <a16:creationId xmlns:a16="http://schemas.microsoft.com/office/drawing/2014/main" id="{A069FA47-4469-A544-9992-5A520CE003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>
                <a:ea typeface="ＭＳ Ｐゴシック" panose="020B0600070205080204" pitchFamily="34" charset="-128"/>
              </a:rPr>
              <a:t>PHP (recursive acronym for </a:t>
            </a:r>
            <a:r>
              <a:rPr lang="en-US" altLang="en-US" i="1">
                <a:ea typeface="ＭＳ Ｐゴシック" panose="020B0600070205080204" pitchFamily="34" charset="-128"/>
              </a:rPr>
              <a:t>PHP: Hypertext Preprocessor</a:t>
            </a:r>
            <a:r>
              <a:rPr lang="en-US" altLang="en-US">
                <a:ea typeface="ＭＳ Ｐゴシック" panose="020B0600070205080204" pitchFamily="34" charset="-128"/>
              </a:rPr>
              <a:t>) is a widely-used open source general-purpose scripting language that is especially suited for web development and can be embedded into HTML.</a:t>
            </a:r>
          </a:p>
        </p:txBody>
      </p:sp>
      <p:sp>
        <p:nvSpPr>
          <p:cNvPr id="23555" name="Slide Number Placeholder 3">
            <a:extLst>
              <a:ext uri="{FF2B5EF4-FFF2-40B4-BE49-F238E27FC236}">
                <a16:creationId xmlns:a16="http://schemas.microsoft.com/office/drawing/2014/main" id="{EFEC7C9D-321B-1248-9314-0E7A2CBD0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8951409-C8CF-D54D-9AD8-87E04FBA66A6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See https://w3techs.com/technologies/overview/programming_language/all for live stats.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24FD70-EB1E-0D4F-BEA5-FCF07CDA0181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719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>
            <a:extLst>
              <a:ext uri="{FF2B5EF4-FFF2-40B4-BE49-F238E27FC236}">
                <a16:creationId xmlns:a16="http://schemas.microsoft.com/office/drawing/2014/main" id="{FA36155E-4E1F-C24A-8003-CE72F3B8DD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2" name="Notes Placeholder 2">
            <a:extLst>
              <a:ext uri="{FF2B5EF4-FFF2-40B4-BE49-F238E27FC236}">
                <a16:creationId xmlns:a16="http://schemas.microsoft.com/office/drawing/2014/main" id="{095E0ED1-17AC-7E40-AFF0-893EEC0E0C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See https://w3techs.com/technologies/overview/programming_language/all for live stats.</a:t>
            </a:r>
          </a:p>
        </p:txBody>
      </p:sp>
      <p:sp>
        <p:nvSpPr>
          <p:cNvPr id="25603" name="Slide Number Placeholder 3">
            <a:extLst>
              <a:ext uri="{FF2B5EF4-FFF2-40B4-BE49-F238E27FC236}">
                <a16:creationId xmlns:a16="http://schemas.microsoft.com/office/drawing/2014/main" id="{53E1AE85-5724-294E-ACA0-453788AB50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4857290-8141-184D-85F8-77607150F773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EF2E0-0358-2C4D-940F-F1E5CACAC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1D3809-7C33-9C4B-811A-72EC248F7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7C822-DC31-864D-BCE6-2CB31D3D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60913-99DD-EC47-8873-9C9A2FDAA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940AA-1385-AD48-89FD-6CA5E6C19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9F0092-B38E-9E46-AE35-F89D385894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6232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796B0-8391-A740-BF18-B26D486BD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9AC6F-8888-B14C-B466-87756C92F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C9825-FFFE-A346-856E-EA649BCA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81CB3-B3F9-BD48-94F4-3CAE0E646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539B2-CA9D-684E-900C-465679FB3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9AC2C6-8D6D-464A-9141-06599E3FF8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1459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AB6B3-8ACD-BF43-8CA2-CB53C6F14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90ED1-37B4-6049-899E-2B2242F5C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EC478-097E-F248-B8DB-57282567E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B1178-C818-4D4D-962C-489A6EABA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D5D2D-DE58-9E4A-9260-C6B6EFD44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17A6BE-46C4-6343-A270-FE3E267BA5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625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89E18-D773-2341-89A6-2845FB1EE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3E0D4-812E-314B-9BA5-0431E67F20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D16BE-6485-134A-98F9-DF54E4178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A284F0D-5557-9746-8BD5-75B691A1E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49271AD-B621-E341-B16E-E6114203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E6BD8F1-4F03-C541-9CB4-A98D32599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76F041-ED1C-6B41-8F66-B4E34696E8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7192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0E58C-7914-6444-9270-ED36C0CD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F07C7-7607-224E-A48B-91004C6C9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B4235-7215-5342-B42A-F7C92C83A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422CA-E90E-DD44-8FA0-93A453784C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07F318-4024-9043-BFDC-E8AC9D614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0117C5B-6DF6-9B45-BCA3-74A823EF9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F3FCED7-CAAB-D441-836E-D7195F6D2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C4619C-02C7-874A-9B5D-EFCA8201F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C596FA-8340-3947-8551-955EA21C95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4244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3033-58F4-6F4C-8DB2-3AB566ADC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1425E07-75F6-1B46-BF13-B8CB1D881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5927252-279B-1346-A770-B7871380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2E73545-0C08-8E45-A86D-73BF2017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A060A-6699-6841-8C2B-66ADF00640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8421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3BE75F4-B9A8-0648-9567-604787F79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CF9F87D-D621-604C-A756-674EDC2EB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4D39632-8259-E743-9F90-B411BC282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C0619D-B317-9844-AEAC-426D36FB8A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877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DA83D-260D-8E42-98A7-01876264D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B95C9-1900-1145-8278-6426CCDF8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9E28B-398E-C949-9ED1-BF3C1E5E9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1F691A8-8614-5D4D-B609-0BD22840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10A6AB3-11C2-8B46-8796-8C316DDAE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DBD660-F581-0F4D-A18D-3F7100F4C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152DA3-A03A-4348-943E-DACC4A91D0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201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43DB-D438-234C-8346-E20AB5D30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9DE1B6-F56B-C447-B834-E030621859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A5A42-5C54-CE43-904F-04C6952F1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77728CC-084C-CC48-9C48-7EE540E6E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C0914F-FEED-CF42-AE3E-85BF01725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2F6B472-A9B8-A647-98F1-ABC0821B8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61A518-07B5-9C4E-95C6-77299662C4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8015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115A0-DA94-AD4D-8387-63DB5495E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E033B-A152-6044-ABDE-D177B684D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259CA-178A-FD49-AEB4-F42858416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E64F1-6512-9549-93C0-CA4812042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2E16D-B23D-184F-B3C4-BF07B7619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742AA4-9973-AA48-B039-3AC728FFDB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7842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028AE3-7E59-6E43-B15E-12D6188B2A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C2B262-DD6D-9247-BDF7-C77A1912A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8484B-E8B6-BC4F-A77D-C500003A5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7C532-ED91-FB4F-9AEC-6B4410EE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B4A2A-20F9-0D48-9388-12717CC2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008D0F-169A-C548-88EA-DB7EDB0710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934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9AFEFBC-849A-694D-A49C-8B43F3A08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425DF9D-F518-084F-8ACA-87637FDB2C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FE8FF-6FC6-2D4A-8E7E-6345337B5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27781-FCA1-1D4A-ADFF-3D83A224D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8D5A7-4C57-004D-8CA0-BDA729DCD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2BFE25E-786B-384A-BE53-B88B1AB0D7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byu-itc-210.github.io/walkthrough/PHP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D0C41EB8-3111-C84B-B517-15BC3304BBB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PHP &amp; Server-Side Programming</a:t>
            </a:r>
          </a:p>
        </p:txBody>
      </p:sp>
      <p:sp>
        <p:nvSpPr>
          <p:cNvPr id="14338" name="Subtitle 2">
            <a:extLst>
              <a:ext uri="{FF2B5EF4-FFF2-40B4-BE49-F238E27FC236}">
                <a16:creationId xmlns:a16="http://schemas.microsoft.com/office/drawing/2014/main" id="{23FBACDC-B627-8244-82AE-AB8C23F640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IT210A  S11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7C6776-75EA-5BA9-38CF-EF67443E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34" y="30404"/>
            <a:ext cx="7886700" cy="854075"/>
          </a:xfrm>
        </p:spPr>
        <p:txBody>
          <a:bodyPr/>
          <a:lstStyle/>
          <a:p>
            <a:r>
              <a:rPr lang="en-US" dirty="0"/>
              <a:t>The LAMP Stack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332C246-F4AB-0B11-3CC9-4743B416B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6234" y="5181600"/>
            <a:ext cx="1221581" cy="1447800"/>
          </a:xfrm>
          <a:prstGeom prst="rect">
            <a:avLst/>
          </a:prstGeom>
        </p:spPr>
      </p:pic>
      <p:pic>
        <p:nvPicPr>
          <p:cNvPr id="9" name="Picture 8" descr="A cartoon elephant with a black text&#10;&#10;Description automatically generated">
            <a:extLst>
              <a:ext uri="{FF2B5EF4-FFF2-40B4-BE49-F238E27FC236}">
                <a16:creationId xmlns:a16="http://schemas.microsoft.com/office/drawing/2014/main" id="{F53A978A-54C1-E9C4-6D2F-2163FD9E08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18661"/>
            <a:ext cx="2076450" cy="207645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8A6374E-4237-E442-8601-BD930054A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505200"/>
            <a:ext cx="2438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ySQL ~ Monalisa Gentur T">
            <a:extLst>
              <a:ext uri="{FF2B5EF4-FFF2-40B4-BE49-F238E27FC236}">
                <a16:creationId xmlns:a16="http://schemas.microsoft.com/office/drawing/2014/main" id="{8FB9D245-0137-A3F1-5714-8A1465C37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903411"/>
            <a:ext cx="33528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453419-88B5-E467-A528-BD31A696914A}"/>
              </a:ext>
            </a:extLst>
          </p:cNvPr>
          <p:cNvSpPr txBox="1"/>
          <p:nvPr/>
        </p:nvSpPr>
        <p:spPr>
          <a:xfrm>
            <a:off x="990600" y="5549667"/>
            <a:ext cx="18389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Linux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CD5E60-6C71-8AFF-46F1-70A4F405F0B2}"/>
              </a:ext>
            </a:extLst>
          </p:cNvPr>
          <p:cNvSpPr txBox="1"/>
          <p:nvPr/>
        </p:nvSpPr>
        <p:spPr>
          <a:xfrm>
            <a:off x="984446" y="3953483"/>
            <a:ext cx="25314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Apache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530C89-26F1-A8F8-8DB7-881D6D55ACC2}"/>
              </a:ext>
            </a:extLst>
          </p:cNvPr>
          <p:cNvSpPr txBox="1"/>
          <p:nvPr/>
        </p:nvSpPr>
        <p:spPr>
          <a:xfrm>
            <a:off x="914400" y="2474037"/>
            <a:ext cx="24929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MySQL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13D75C-67BA-32FD-757A-B8E04B4C5F4E}"/>
              </a:ext>
            </a:extLst>
          </p:cNvPr>
          <p:cNvSpPr txBox="1"/>
          <p:nvPr/>
        </p:nvSpPr>
        <p:spPr>
          <a:xfrm>
            <a:off x="984446" y="903411"/>
            <a:ext cx="16081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PHP</a:t>
            </a:r>
          </a:p>
        </p:txBody>
      </p:sp>
    </p:spTree>
    <p:extLst>
      <p:ext uri="{BB962C8B-B14F-4D97-AF65-F5344CB8AC3E}">
        <p14:creationId xmlns:p14="http://schemas.microsoft.com/office/powerpoint/2010/main" val="1097503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823744DB-45AB-C14A-9BC0-600E4080CC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400"/>
              <a:t>Client and Server Architecture</a:t>
            </a:r>
          </a:p>
        </p:txBody>
      </p:sp>
      <p:pic>
        <p:nvPicPr>
          <p:cNvPr id="16386" name="Picture 3">
            <a:extLst>
              <a:ext uri="{FF2B5EF4-FFF2-40B4-BE49-F238E27FC236}">
                <a16:creationId xmlns:a16="http://schemas.microsoft.com/office/drawing/2014/main" id="{02E1CD03-EFDF-804C-90BB-1AD61420B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1982788"/>
            <a:ext cx="8753475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extBox 7">
            <a:extLst>
              <a:ext uri="{FF2B5EF4-FFF2-40B4-BE49-F238E27FC236}">
                <a16:creationId xmlns:a16="http://schemas.microsoft.com/office/drawing/2014/main" id="{ADE68B56-2EA4-B946-B2F1-035CE00C5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876925"/>
            <a:ext cx="4484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800"/>
              <a:t>Where is “code” executed?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CD30A2EC-766E-5745-A268-7F3F15E6E5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400" dirty="0"/>
              <a:t>Client and Server Architecture</a:t>
            </a:r>
          </a:p>
        </p:txBody>
      </p:sp>
      <p:pic>
        <p:nvPicPr>
          <p:cNvPr id="18434" name="Picture 3">
            <a:extLst>
              <a:ext uri="{FF2B5EF4-FFF2-40B4-BE49-F238E27FC236}">
                <a16:creationId xmlns:a16="http://schemas.microsoft.com/office/drawing/2014/main" id="{0202EBC4-9ECB-E547-A2EA-646183E10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1982788"/>
            <a:ext cx="8753475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extBox 4">
            <a:extLst>
              <a:ext uri="{FF2B5EF4-FFF2-40B4-BE49-F238E27FC236}">
                <a16:creationId xmlns:a16="http://schemas.microsoft.com/office/drawing/2014/main" id="{FED2BC78-FF44-5743-BD2B-CC9B32FD9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876925"/>
            <a:ext cx="4484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800"/>
              <a:t>Where is “code” executed?</a:t>
            </a:r>
          </a:p>
        </p:txBody>
      </p:sp>
      <p:sp>
        <p:nvSpPr>
          <p:cNvPr id="18436" name="TextBox 5">
            <a:extLst>
              <a:ext uri="{FF2B5EF4-FFF2-40B4-BE49-F238E27FC236}">
                <a16:creationId xmlns:a16="http://schemas.microsoft.com/office/drawing/2014/main" id="{46259278-1121-834B-9DB5-50C10CCE1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876800"/>
            <a:ext cx="246734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 dirty="0"/>
              <a:t>Browser</a:t>
            </a:r>
            <a:endParaRPr lang="en-US" altLang="en-US" dirty="0"/>
          </a:p>
          <a:p>
            <a:r>
              <a:rPr lang="en-US" altLang="en-US" dirty="0"/>
              <a:t>executes HTML, CSS,</a:t>
            </a:r>
          </a:p>
          <a:p>
            <a:r>
              <a:rPr lang="en-US" altLang="en-US" dirty="0"/>
              <a:t>and </a:t>
            </a:r>
            <a:r>
              <a:rPr lang="en-US" altLang="en-US" dirty="0" err="1"/>
              <a:t>Javascript</a:t>
            </a:r>
            <a:endParaRPr lang="en-US" altLang="en-US" dirty="0"/>
          </a:p>
        </p:txBody>
      </p:sp>
      <p:sp>
        <p:nvSpPr>
          <p:cNvPr id="18437" name="TextBox 6">
            <a:extLst>
              <a:ext uri="{FF2B5EF4-FFF2-40B4-BE49-F238E27FC236}">
                <a16:creationId xmlns:a16="http://schemas.microsoft.com/office/drawing/2014/main" id="{90D9999D-2BF0-8C49-8824-E2B5071B0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800600"/>
            <a:ext cx="192873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 dirty="0"/>
              <a:t>“LAMP” Server:</a:t>
            </a:r>
            <a:endParaRPr lang="en-US" altLang="en-US" dirty="0"/>
          </a:p>
          <a:p>
            <a:r>
              <a:rPr lang="en-US" altLang="en-US" dirty="0"/>
              <a:t>Linux, Apache,</a:t>
            </a:r>
            <a:br>
              <a:rPr lang="en-US" altLang="en-US" dirty="0"/>
            </a:br>
            <a:r>
              <a:rPr lang="en-US" altLang="en-US" dirty="0"/>
              <a:t>MySQL, PHP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383AD05E-BB1C-F540-8899-058B077C3F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400"/>
              <a:t>Why Use a Server-Side Language?</a:t>
            </a:r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4BBBA2DA-4457-444B-9EC6-07D10069A3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Security (no access to source code)</a:t>
            </a:r>
          </a:p>
          <a:p>
            <a:pPr eaLnBrk="1" hangingPunct="1"/>
            <a:r>
              <a:rPr lang="en-US" altLang="en-US" sz="2800" dirty="0"/>
              <a:t>Performance</a:t>
            </a:r>
          </a:p>
          <a:p>
            <a:pPr eaLnBrk="1" hangingPunct="1"/>
            <a:r>
              <a:rPr lang="en-US" altLang="en-US" sz="2800" dirty="0"/>
              <a:t>Let people update content that everyone can see</a:t>
            </a:r>
          </a:p>
          <a:p>
            <a:pPr eaLnBrk="1" hangingPunct="1"/>
            <a:r>
              <a:rPr lang="en-US" altLang="en-US" sz="2800" dirty="0"/>
              <a:t>Libraries that work well for things like email</a:t>
            </a:r>
          </a:p>
          <a:p>
            <a:pPr eaLnBrk="1" hangingPunct="1"/>
            <a:r>
              <a:rPr lang="en-US" altLang="en-US" sz="2800" dirty="0"/>
              <a:t>Keeping track of 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AutoShape 2">
            <a:extLst>
              <a:ext uri="{FF2B5EF4-FFF2-40B4-BE49-F238E27FC236}">
                <a16:creationId xmlns:a16="http://schemas.microsoft.com/office/drawing/2014/main" id="{69A77DE7-7639-5F48-BC6B-C8A32E4221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400"/>
              <a:t>PHP: Hypertext Preprocessor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91EC9574-5033-9F42-84E7-71E2B477BB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Open source language for web server-side scripting</a:t>
            </a:r>
          </a:p>
          <a:p>
            <a:pPr eaLnBrk="1" hangingPunct="1"/>
            <a:r>
              <a:rPr lang="en-US" altLang="en-US" sz="2800"/>
              <a:t>Can be embedded into HTML</a:t>
            </a:r>
          </a:p>
          <a:p>
            <a:pPr eaLnBrk="1" hangingPunct="1"/>
            <a:r>
              <a:rPr lang="en-US" altLang="en-US" sz="2800"/>
              <a:t>Works well with databases</a:t>
            </a:r>
          </a:p>
          <a:p>
            <a:pPr eaLnBrk="1" hangingPunct="1"/>
            <a:r>
              <a:rPr lang="en-US" altLang="en-US" sz="2800"/>
              <a:t>Runs on all major platforms and servers, often as part of default installation</a:t>
            </a:r>
          </a:p>
          <a:p>
            <a:pPr eaLnBrk="1" hangingPunct="1"/>
            <a:r>
              <a:rPr lang="en-US" altLang="en-US" sz="2800"/>
              <a:t>Used to develop MediaWiki, Drupal, Wordpress, Moodle, and many other content management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B7754-6ED4-42BE-6076-02B7BB0F5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24" y="643467"/>
            <a:ext cx="7764550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99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657BA3-6F60-8901-DC93-BB7808690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4431"/>
            <a:ext cx="8153400" cy="57949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1DBF-78FF-428F-AAE7-F1628D697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09600"/>
          </a:xfrm>
        </p:spPr>
        <p:txBody>
          <a:bodyPr>
            <a:normAutofit/>
          </a:bodyPr>
          <a:lstStyle/>
          <a:p>
            <a:r>
              <a:rPr lang="en-US" dirty="0"/>
              <a:t>PHP Language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69088BA-A93E-4DA7-990A-8136C4A8FC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0281666"/>
              </p:ext>
            </p:extLst>
          </p:nvPr>
        </p:nvGraphicFramePr>
        <p:xfrm>
          <a:off x="457200" y="838201"/>
          <a:ext cx="8229600" cy="580291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454662689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4035272006"/>
                    </a:ext>
                  </a:extLst>
                </a:gridCol>
              </a:tblGrid>
              <a:tr h="392037">
                <a:tc>
                  <a:txBody>
                    <a:bodyPr/>
                    <a:lstStyle/>
                    <a:p>
                      <a:r>
                        <a:rPr lang="en-US" b="1" dirty="0"/>
                        <a:t>Language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Imperative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524750"/>
                  </a:ext>
                </a:extLst>
              </a:tr>
              <a:tr h="392037">
                <a:tc>
                  <a:txBody>
                    <a:bodyPr/>
                    <a:lstStyle/>
                    <a:p>
                      <a:r>
                        <a:rPr lang="en-US" b="1" dirty="0"/>
                        <a:t>Runtime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Interpreted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624364"/>
                  </a:ext>
                </a:extLst>
              </a:tr>
              <a:tr h="966666">
                <a:tc>
                  <a:txBody>
                    <a:bodyPr/>
                    <a:lstStyle/>
                    <a:p>
                      <a:r>
                        <a:rPr lang="en-US" b="1" dirty="0"/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Start with a $ followed by a letter or underscore</a:t>
                      </a:r>
                    </a:p>
                    <a:p>
                      <a:r>
                        <a:rPr lang="en-US" b="0" dirty="0"/>
                        <a:t>Case Sensitive</a:t>
                      </a:r>
                    </a:p>
                    <a:p>
                      <a:r>
                        <a:rPr lang="en-US" b="0" dirty="0"/>
                        <a:t>Dynamically Typed</a:t>
                      </a:r>
                    </a:p>
                    <a:p>
                      <a:r>
                        <a:rPr lang="en-US" b="0" dirty="0"/>
                        <a:t>Examples: $a $text $for4 $</a:t>
                      </a:r>
                      <a:r>
                        <a:rPr lang="en-US" b="0" dirty="0" err="1"/>
                        <a:t>this_variable</a:t>
                      </a:r>
                      <a:endParaRPr lang="en-US" b="0" dirty="0"/>
                    </a:p>
                    <a:p>
                      <a:r>
                        <a:rPr lang="en-US" b="0" dirty="0"/>
                        <a:t>Constants do not have a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302122"/>
                  </a:ext>
                </a:extLst>
              </a:tr>
              <a:tr h="392037">
                <a:tc>
                  <a:txBody>
                    <a:bodyPr/>
                    <a:lstStyle/>
                    <a:p>
                      <a:r>
                        <a:rPr lang="en-US" b="1" dirty="0"/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Curly-braces (like C, C++, C#, Java,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660056"/>
                  </a:ext>
                </a:extLst>
              </a:tr>
              <a:tr h="676667">
                <a:tc>
                  <a:txBody>
                    <a:bodyPr/>
                    <a:lstStyle/>
                    <a:p>
                      <a:r>
                        <a:rPr lang="en-US" b="1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/* this is a comment */</a:t>
                      </a:r>
                    </a:p>
                    <a:p>
                      <a:r>
                        <a:rPr lang="en-US" b="0" dirty="0"/>
                        <a:t>// Another comment</a:t>
                      </a:r>
                    </a:p>
                    <a:p>
                      <a:r>
                        <a:rPr lang="en-US" b="0" dirty="0"/>
                        <a:t># One more 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818495"/>
                  </a:ext>
                </a:extLst>
              </a:tr>
              <a:tr h="621772">
                <a:tc>
                  <a:txBody>
                    <a:bodyPr/>
                    <a:lstStyle/>
                    <a:p>
                      <a:r>
                        <a:rPr lang="en-US" b="1" dirty="0"/>
                        <a:t>Object-Oriented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class {</a:t>
                      </a:r>
                    </a:p>
                    <a:p>
                      <a:r>
                        <a:rPr lang="en-US" b="0" dirty="0"/>
                        <a:t>   public $property;</a:t>
                      </a:r>
                    </a:p>
                    <a:p>
                      <a:r>
                        <a:rPr lang="en-US" b="0" dirty="0"/>
                        <a:t>}</a:t>
                      </a:r>
                    </a:p>
                    <a:p>
                      <a:r>
                        <a:rPr lang="en-US" b="0" dirty="0"/>
                        <a:t>Arrow notation (e.g. object-&gt;property)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365629"/>
                  </a:ext>
                </a:extLst>
              </a:tr>
              <a:tr h="728888">
                <a:tc>
                  <a:txBody>
                    <a:bodyPr/>
                    <a:lstStyle/>
                    <a:p>
                      <a:r>
                        <a:rPr lang="en-US" b="1" dirty="0"/>
                        <a:t>Variable Scoping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dirty="0"/>
                        <a:t>Global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dirty="0"/>
                        <a:t>Local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dirty="0"/>
                        <a:t>Static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490977"/>
                  </a:ext>
                </a:extLst>
              </a:tr>
              <a:tr h="11547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Other Features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err="1"/>
                        <a:t>Superglobal</a:t>
                      </a:r>
                      <a:r>
                        <a:rPr lang="en-US" b="0" dirty="0"/>
                        <a:t> Arrays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Session Variables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352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244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66B7-E2D7-70C2-0AFD-C819D5669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8D6C1-71D5-91FA-95E0-CA9597FCB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825625"/>
            <a:ext cx="83058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dirty="0">
                <a:hlinkClick r:id="rId2"/>
              </a:rPr>
              <a:t>https://byu-itc-210.github.io/walkthrough/PHP</a:t>
            </a: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75265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2BE9B3-02AD-4D60-A4AE-506CD420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854075"/>
          </a:xfrm>
        </p:spPr>
        <p:txBody>
          <a:bodyPr/>
          <a:lstStyle/>
          <a:p>
            <a:r>
              <a:rPr lang="en-US" dirty="0"/>
              <a:t>Study Questions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3DF644-26BB-48DD-8866-5300EAF7C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19200"/>
            <a:ext cx="7886700" cy="4957763"/>
          </a:xfrm>
        </p:spPr>
        <p:txBody>
          <a:bodyPr/>
          <a:lstStyle/>
          <a:p>
            <a:r>
              <a:rPr lang="en-US" dirty="0"/>
              <a:t>Is PHP code executed on the browser, the server, or somewhere else?</a:t>
            </a:r>
          </a:p>
          <a:p>
            <a:r>
              <a:rPr lang="en-US" dirty="0"/>
              <a:t>In contrast to PHP, where is JavaScript code typically executed?</a:t>
            </a:r>
          </a:p>
          <a:p>
            <a:r>
              <a:rPr lang="en-US" dirty="0"/>
              <a:t>What are some advantages to running code on the server side?</a:t>
            </a:r>
            <a:br>
              <a:rPr lang="en-US" dirty="0"/>
            </a:br>
            <a:r>
              <a:rPr lang="en-US" sz="1600" i="1" dirty="0"/>
              <a:t>(Yes, this kind of gives away the previous answers. But study them anyway.)</a:t>
            </a:r>
            <a:endParaRPr lang="en-US" i="1" dirty="0"/>
          </a:p>
          <a:p>
            <a:r>
              <a:rPr lang="en-US" dirty="0"/>
              <a:t>What are some limitations to what server-side code can accomplish (as compared to browser-side code)?</a:t>
            </a:r>
          </a:p>
          <a:p>
            <a:r>
              <a:rPr lang="en-US" dirty="0"/>
              <a:t>Are PHP variables strongly-typed or loosely-typed? What does that mean?</a:t>
            </a:r>
          </a:p>
          <a:p>
            <a:r>
              <a:rPr lang="en-US" dirty="0"/>
              <a:t>Must every entry in a PHP array be of the same type?</a:t>
            </a:r>
          </a:p>
          <a:p>
            <a:r>
              <a:rPr lang="en-US" dirty="0"/>
              <a:t>What does the $ (dollar sign) prefix mean with a PHP symbol?</a:t>
            </a:r>
          </a:p>
          <a:p>
            <a:r>
              <a:rPr lang="en-US" dirty="0"/>
              <a:t>How does PHP manage sessions?</a:t>
            </a:r>
          </a:p>
          <a:p>
            <a:r>
              <a:rPr lang="en-US" dirty="0"/>
              <a:t>If you “view source” on a web page, will you see the PHP code? </a:t>
            </a:r>
            <a:r>
              <a:rPr lang="en-US"/>
              <a:t>Will you see </a:t>
            </a:r>
            <a:r>
              <a:rPr lang="en-US" dirty="0"/>
              <a:t>JavaScript </a:t>
            </a:r>
            <a:r>
              <a:rPr lang="en-US"/>
              <a:t>code?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965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9143</TotalTime>
  <Words>813</Words>
  <Application>Microsoft Office PowerPoint</Application>
  <PresentationFormat>On-screen Show (4:3)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ＭＳ Ｐゴシック</vt:lpstr>
      <vt:lpstr>Arial</vt:lpstr>
      <vt:lpstr>Calibri</vt:lpstr>
      <vt:lpstr>Calibri Light</vt:lpstr>
      <vt:lpstr>Office Theme</vt:lpstr>
      <vt:lpstr>PHP &amp; Server-Side Programming</vt:lpstr>
      <vt:lpstr>The LAMP Stack</vt:lpstr>
      <vt:lpstr>Client and Server Architecture</vt:lpstr>
      <vt:lpstr>Client and Server Architecture</vt:lpstr>
      <vt:lpstr>Why Use a Server-Side Language?</vt:lpstr>
      <vt:lpstr>PHP: Hypertext Preprocessor</vt:lpstr>
      <vt:lpstr>PowerPoint Presentation</vt:lpstr>
      <vt:lpstr>PowerPoint Presentation</vt:lpstr>
      <vt:lpstr>PHP Language</vt:lpstr>
      <vt:lpstr>PHP Walkthrough</vt:lpstr>
      <vt:lpstr>Study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at last!</dc:title>
  <dc:creator>mgbailey</dc:creator>
  <cp:lastModifiedBy>Brandt Redd</cp:lastModifiedBy>
  <cp:revision>65</cp:revision>
  <dcterms:created xsi:type="dcterms:W3CDTF">2003-05-20T18:29:23Z</dcterms:created>
  <dcterms:modified xsi:type="dcterms:W3CDTF">2025-02-05T08:00:48Z</dcterms:modified>
</cp:coreProperties>
</file>