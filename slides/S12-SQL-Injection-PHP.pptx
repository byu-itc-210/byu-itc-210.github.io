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76" r:id="rId3"/>
    <p:sldId id="264" r:id="rId4"/>
    <p:sldId id="265" r:id="rId5"/>
    <p:sldId id="268" r:id="rId6"/>
    <p:sldId id="267" r:id="rId7"/>
    <p:sldId id="274" r:id="rId8"/>
    <p:sldId id="275" r:id="rId9"/>
    <p:sldId id="262" r:id="rId10"/>
    <p:sldId id="277"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88050" autoAdjust="0"/>
  </p:normalViewPr>
  <p:slideViewPr>
    <p:cSldViewPr snapToGrid="0">
      <p:cViewPr varScale="1">
        <p:scale>
          <a:sx n="90" d="100"/>
          <a:sy n="90" d="100"/>
        </p:scale>
        <p:origin x="1234"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t Redd" userId="be8ed540b98adac0" providerId="LiveId" clId="{B9F224D5-4282-46CA-96AB-1CA17D6FA393}"/>
    <pc:docChg chg="undo custSel addSld delSld modSld">
      <pc:chgData name="Brandt Redd" userId="be8ed540b98adac0" providerId="LiveId" clId="{B9F224D5-4282-46CA-96AB-1CA17D6FA393}" dt="2021-12-23T16:33:11.280" v="40" actId="1076"/>
      <pc:docMkLst>
        <pc:docMk/>
      </pc:docMkLst>
      <pc:sldChg chg="delSp mod">
        <pc:chgData name="Brandt Redd" userId="be8ed540b98adac0" providerId="LiveId" clId="{B9F224D5-4282-46CA-96AB-1CA17D6FA393}" dt="2021-12-23T16:31:34.719" v="35" actId="478"/>
        <pc:sldMkLst>
          <pc:docMk/>
          <pc:sldMk cId="1056942519" sldId="256"/>
        </pc:sldMkLst>
      </pc:sldChg>
      <pc:sldChg chg="del">
        <pc:chgData name="Brandt Redd" userId="be8ed540b98adac0" providerId="LiveId" clId="{B9F224D5-4282-46CA-96AB-1CA17D6FA393}" dt="2021-12-23T16:30:46.559" v="0" actId="47"/>
        <pc:sldMkLst>
          <pc:docMk/>
          <pc:sldMk cId="2536639281" sldId="257"/>
        </pc:sldMkLst>
      </pc:sldChg>
      <pc:sldChg chg="add del">
        <pc:chgData name="Brandt Redd" userId="be8ed540b98adac0" providerId="LiveId" clId="{B9F224D5-4282-46CA-96AB-1CA17D6FA393}" dt="2021-12-23T16:32:57.092" v="37" actId="47"/>
        <pc:sldMkLst>
          <pc:docMk/>
          <pc:sldMk cId="0" sldId="268"/>
        </pc:sldMkLst>
      </pc:sldChg>
      <pc:sldChg chg="addSp delSp modSp mod">
        <pc:chgData name="Brandt Redd" userId="be8ed540b98adac0" providerId="LiveId" clId="{B9F224D5-4282-46CA-96AB-1CA17D6FA393}" dt="2021-12-23T16:33:11.280" v="40" actId="1076"/>
        <pc:sldMkLst>
          <pc:docMk/>
          <pc:sldMk cId="2438414148" sldId="276"/>
        </pc:sldMkLst>
      </pc:sldChg>
    </pc:docChg>
  </pc:docChgLst>
  <pc:docChgLst>
    <pc:chgData name="Brandt Redd" userId="be8ed540b98adac0" providerId="LiveId" clId="{317DAC03-F0DE-4A25-9536-3A1A5FBE0FB2}"/>
    <pc:docChg chg="undo custSel delSld modSld sldOrd">
      <pc:chgData name="Brandt Redd" userId="be8ed540b98adac0" providerId="LiveId" clId="{317DAC03-F0DE-4A25-9536-3A1A5FBE0FB2}" dt="2024-02-07T16:27:37.929" v="224"/>
      <pc:docMkLst>
        <pc:docMk/>
      </pc:docMkLst>
      <pc:sldChg chg="delSp mod">
        <pc:chgData name="Brandt Redd" userId="be8ed540b98adac0" providerId="LiveId" clId="{317DAC03-F0DE-4A25-9536-3A1A5FBE0FB2}" dt="2024-02-07T01:02:11.071" v="0" actId="478"/>
        <pc:sldMkLst>
          <pc:docMk/>
          <pc:sldMk cId="4069279587" sldId="260"/>
        </pc:sldMkLst>
      </pc:sldChg>
      <pc:sldChg chg="ord">
        <pc:chgData name="Brandt Redd" userId="be8ed540b98adac0" providerId="LiveId" clId="{317DAC03-F0DE-4A25-9536-3A1A5FBE0FB2}" dt="2024-02-07T16:27:37.929" v="224"/>
        <pc:sldMkLst>
          <pc:docMk/>
          <pc:sldMk cId="1786904681" sldId="262"/>
        </pc:sldMkLst>
      </pc:sldChg>
      <pc:sldChg chg="modSp mod">
        <pc:chgData name="Brandt Redd" userId="be8ed540b98adac0" providerId="LiveId" clId="{317DAC03-F0DE-4A25-9536-3A1A5FBE0FB2}" dt="2024-02-07T16:24:59.595" v="152" actId="313"/>
        <pc:sldMkLst>
          <pc:docMk/>
          <pc:sldMk cId="0" sldId="264"/>
        </pc:sldMkLst>
      </pc:sldChg>
      <pc:sldChg chg="del">
        <pc:chgData name="Brandt Redd" userId="be8ed540b98adac0" providerId="LiveId" clId="{317DAC03-F0DE-4A25-9536-3A1A5FBE0FB2}" dt="2024-02-07T16:25:54.333" v="153" actId="47"/>
        <pc:sldMkLst>
          <pc:docMk/>
          <pc:sldMk cId="0" sldId="271"/>
        </pc:sldMkLst>
      </pc:sldChg>
      <pc:sldChg chg="modSp mod">
        <pc:chgData name="Brandt Redd" userId="be8ed540b98adac0" providerId="LiveId" clId="{317DAC03-F0DE-4A25-9536-3A1A5FBE0FB2}" dt="2024-02-07T16:27:21.381" v="222" actId="6549"/>
        <pc:sldMkLst>
          <pc:docMk/>
          <pc:sldMk cId="621536684" sldId="275"/>
        </pc:sldMkLst>
      </pc:sldChg>
      <pc:sldChg chg="addSp modSp mod modClrScheme chgLayout">
        <pc:chgData name="Brandt Redd" userId="be8ed540b98adac0" providerId="LiveId" clId="{317DAC03-F0DE-4A25-9536-3A1A5FBE0FB2}" dt="2024-02-07T04:04:51.043" v="118" actId="20577"/>
        <pc:sldMkLst>
          <pc:docMk/>
          <pc:sldMk cId="4225804783" sldId="277"/>
        </pc:sldMkLst>
      </pc:sldChg>
    </pc:docChg>
  </pc:docChgLst>
  <pc:docChgLst>
    <pc:chgData name="Brandt Redd" userId="be8ed540b98adac0" providerId="LiveId" clId="{7485A1B7-2088-42F8-807A-886C97A89C92}"/>
    <pc:docChg chg="undo custSel addSld delSld modSld sldOrd">
      <pc:chgData name="Brandt Redd" userId="be8ed540b98adac0" providerId="LiveId" clId="{7485A1B7-2088-42F8-807A-886C97A89C92}" dt="2021-02-10T15:53:07.423" v="415"/>
      <pc:docMkLst>
        <pc:docMk/>
      </pc:docMkLst>
      <pc:sldChg chg="modSp mod">
        <pc:chgData name="Brandt Redd" userId="be8ed540b98adac0" providerId="LiveId" clId="{7485A1B7-2088-42F8-807A-886C97A89C92}" dt="2021-02-10T14:54:27.125" v="414" actId="14100"/>
        <pc:sldMkLst>
          <pc:docMk/>
          <pc:sldMk cId="2536639281" sldId="257"/>
        </pc:sldMkLst>
      </pc:sldChg>
      <pc:sldChg chg="del">
        <pc:chgData name="Brandt Redd" userId="be8ed540b98adac0" providerId="LiveId" clId="{7485A1B7-2088-42F8-807A-886C97A89C92}" dt="2021-02-09T04:51:02.170" v="0" actId="47"/>
        <pc:sldMkLst>
          <pc:docMk/>
          <pc:sldMk cId="2441726859" sldId="258"/>
        </pc:sldMkLst>
      </pc:sldChg>
      <pc:sldChg chg="modSp mod">
        <pc:chgData name="Brandt Redd" userId="be8ed540b98adac0" providerId="LiveId" clId="{7485A1B7-2088-42F8-807A-886C97A89C92}" dt="2021-02-10T07:23:55.784" v="362" actId="403"/>
        <pc:sldMkLst>
          <pc:docMk/>
          <pc:sldMk cId="1715718682" sldId="259"/>
        </pc:sldMkLst>
      </pc:sldChg>
      <pc:sldChg chg="addSp delSp modSp mod">
        <pc:chgData name="Brandt Redd" userId="be8ed540b98adac0" providerId="LiveId" clId="{7485A1B7-2088-42F8-807A-886C97A89C92}" dt="2021-02-10T15:53:07.423" v="415"/>
        <pc:sldMkLst>
          <pc:docMk/>
          <pc:sldMk cId="4069279587" sldId="260"/>
        </pc:sldMkLst>
      </pc:sldChg>
      <pc:sldChg chg="modSp mod">
        <pc:chgData name="Brandt Redd" userId="be8ed540b98adac0" providerId="LiveId" clId="{7485A1B7-2088-42F8-807A-886C97A89C92}" dt="2021-02-09T04:52:09.538" v="3"/>
        <pc:sldMkLst>
          <pc:docMk/>
          <pc:sldMk cId="1957044587" sldId="261"/>
        </pc:sldMkLst>
      </pc:sldChg>
      <pc:sldChg chg="ord">
        <pc:chgData name="Brandt Redd" userId="be8ed540b98adac0" providerId="LiveId" clId="{7485A1B7-2088-42F8-807A-886C97A89C92}" dt="2021-02-10T06:32:36.890" v="347"/>
        <pc:sldMkLst>
          <pc:docMk/>
          <pc:sldMk cId="1786904681" sldId="262"/>
        </pc:sldMkLst>
      </pc:sldChg>
      <pc:sldChg chg="add">
        <pc:chgData name="Brandt Redd" userId="be8ed540b98adac0" providerId="LiveId" clId="{7485A1B7-2088-42F8-807A-886C97A89C92}" dt="2021-02-09T04:51:10.004" v="1"/>
        <pc:sldMkLst>
          <pc:docMk/>
          <pc:sldMk cId="0" sldId="264"/>
        </pc:sldMkLst>
      </pc:sldChg>
      <pc:sldChg chg="add">
        <pc:chgData name="Brandt Redd" userId="be8ed540b98adac0" providerId="LiveId" clId="{7485A1B7-2088-42F8-807A-886C97A89C92}" dt="2021-02-09T04:51:10.004" v="1"/>
        <pc:sldMkLst>
          <pc:docMk/>
          <pc:sldMk cId="0" sldId="265"/>
        </pc:sldMkLst>
      </pc:sldChg>
      <pc:sldChg chg="modSp add mod">
        <pc:chgData name="Brandt Redd" userId="be8ed540b98adac0" providerId="LiveId" clId="{7485A1B7-2088-42F8-807A-886C97A89C92}" dt="2021-02-09T04:51:10.107" v="2" actId="27636"/>
        <pc:sldMkLst>
          <pc:docMk/>
          <pc:sldMk cId="495763434" sldId="267"/>
        </pc:sldMkLst>
      </pc:sldChg>
      <pc:sldChg chg="add">
        <pc:chgData name="Brandt Redd" userId="be8ed540b98adac0" providerId="LiveId" clId="{7485A1B7-2088-42F8-807A-886C97A89C92}" dt="2021-02-09T04:51:10.004" v="1"/>
        <pc:sldMkLst>
          <pc:docMk/>
          <pc:sldMk cId="0" sldId="268"/>
        </pc:sldMkLst>
      </pc:sldChg>
      <pc:sldChg chg="add">
        <pc:chgData name="Brandt Redd" userId="be8ed540b98adac0" providerId="LiveId" clId="{7485A1B7-2088-42F8-807A-886C97A89C92}" dt="2021-02-09T04:51:10.004" v="1"/>
        <pc:sldMkLst>
          <pc:docMk/>
          <pc:sldMk cId="0" sldId="271"/>
        </pc:sldMkLst>
      </pc:sldChg>
      <pc:sldChg chg="add">
        <pc:chgData name="Brandt Redd" userId="be8ed540b98adac0" providerId="LiveId" clId="{7485A1B7-2088-42F8-807A-886C97A89C92}" dt="2021-02-09T04:51:10.004" v="1"/>
        <pc:sldMkLst>
          <pc:docMk/>
          <pc:sldMk cId="1953685649" sldId="274"/>
        </pc:sldMkLst>
      </pc:sldChg>
      <pc:sldChg chg="add">
        <pc:chgData name="Brandt Redd" userId="be8ed540b98adac0" providerId="LiveId" clId="{7485A1B7-2088-42F8-807A-886C97A89C92}" dt="2021-02-09T04:51:10.004" v="1"/>
        <pc:sldMkLst>
          <pc:docMk/>
          <pc:sldMk cId="621536684" sldId="275"/>
        </pc:sldMkLst>
      </pc:sldChg>
      <pc:sldChg chg="delSp modSp new add del mod modClrScheme chgLayout">
        <pc:chgData name="Brandt Redd" userId="be8ed540b98adac0" providerId="LiveId" clId="{7485A1B7-2088-42F8-807A-886C97A89C92}" dt="2021-02-10T06:32:41.221" v="348" actId="47"/>
        <pc:sldMkLst>
          <pc:docMk/>
          <pc:sldMk cId="2213568901" sldId="276"/>
        </pc:sldMkLst>
      </pc:sldChg>
    </pc:docChg>
  </pc:docChgLst>
  <pc:docChgLst>
    <pc:chgData name="Brandt Redd" userId="be8ed540b98adac0" providerId="LiveId" clId="{E5F38C43-ED53-459A-A9C8-E1C5F95B5E6D}"/>
    <pc:docChg chg="custSel delSld modSld">
      <pc:chgData name="Brandt Redd" userId="be8ed540b98adac0" providerId="LiveId" clId="{E5F38C43-ED53-459A-A9C8-E1C5F95B5E6D}" dt="2025-02-07T14:56:30.592" v="3" actId="27636"/>
      <pc:docMkLst>
        <pc:docMk/>
      </pc:docMkLst>
      <pc:sldChg chg="modSp mod">
        <pc:chgData name="Brandt Redd" userId="be8ed540b98adac0" providerId="LiveId" clId="{E5F38C43-ED53-459A-A9C8-E1C5F95B5E6D}" dt="2025-02-07T14:56:30.592" v="3" actId="27636"/>
        <pc:sldMkLst>
          <pc:docMk/>
          <pc:sldMk cId="1056942519" sldId="256"/>
        </pc:sldMkLst>
        <pc:spChg chg="mod">
          <ac:chgData name="Brandt Redd" userId="be8ed540b98adac0" providerId="LiveId" clId="{E5F38C43-ED53-459A-A9C8-E1C5F95B5E6D}" dt="2025-02-07T14:56:30.592" v="3" actId="27636"/>
          <ac:spMkLst>
            <pc:docMk/>
            <pc:sldMk cId="1056942519" sldId="256"/>
            <ac:spMk id="2" creationId="{BFCD6774-36CE-485E-BC3F-BC98A6CC4F40}"/>
          </ac:spMkLst>
        </pc:spChg>
      </pc:sldChg>
      <pc:sldChg chg="del">
        <pc:chgData name="Brandt Redd" userId="be8ed540b98adac0" providerId="LiveId" clId="{E5F38C43-ED53-459A-A9C8-E1C5F95B5E6D}" dt="2025-02-07T08:17:18.343" v="0" actId="47"/>
        <pc:sldMkLst>
          <pc:docMk/>
          <pc:sldMk cId="4069279587" sldId="260"/>
        </pc:sldMkLst>
      </pc:sldChg>
      <pc:sldChg chg="del">
        <pc:chgData name="Brandt Redd" userId="be8ed540b98adac0" providerId="LiveId" clId="{E5F38C43-ED53-459A-A9C8-E1C5F95B5E6D}" dt="2025-02-07T08:17:18.343" v="0" actId="47"/>
        <pc:sldMkLst>
          <pc:docMk/>
          <pc:sldMk cId="168892703" sldId="278"/>
        </pc:sldMkLst>
      </pc:sldChg>
    </pc:docChg>
  </pc:docChgLst>
  <pc:docChgLst>
    <pc:chgData name="Brandt Redd" userId="be8ed540b98adac0" providerId="LiveId" clId="{CF1605F5-84E8-4CF2-8FDD-E9E17D20B731}"/>
    <pc:docChg chg="custSel modSld">
      <pc:chgData name="Brandt Redd" userId="be8ed540b98adac0" providerId="LiveId" clId="{CF1605F5-84E8-4CF2-8FDD-E9E17D20B731}" dt="2022-09-28T14:41:37.182" v="579"/>
      <pc:docMkLst>
        <pc:docMk/>
      </pc:docMkLst>
      <pc:sldChg chg="addSp delSp mod">
        <pc:chgData name="Brandt Redd" userId="be8ed540b98adac0" providerId="LiveId" clId="{CF1605F5-84E8-4CF2-8FDD-E9E17D20B731}" dt="2022-09-28T14:41:37.182" v="579"/>
        <pc:sldMkLst>
          <pc:docMk/>
          <pc:sldMk cId="4069279587" sldId="260"/>
        </pc:sldMkLst>
      </pc:sldChg>
      <pc:sldChg chg="addSp delSp modSp mod">
        <pc:chgData name="Brandt Redd" userId="be8ed540b98adac0" providerId="LiveId" clId="{CF1605F5-84E8-4CF2-8FDD-E9E17D20B731}" dt="2022-09-28T00:05:59.472" v="483" actId="6549"/>
        <pc:sldMkLst>
          <pc:docMk/>
          <pc:sldMk cId="0" sldId="265"/>
        </pc:sldMkLst>
      </pc:sldChg>
      <pc:sldChg chg="modNotesTx">
        <pc:chgData name="Brandt Redd" userId="be8ed540b98adac0" providerId="LiveId" clId="{CF1605F5-84E8-4CF2-8FDD-E9E17D20B731}" dt="2022-09-28T00:10:19.213" v="572" actId="313"/>
        <pc:sldMkLst>
          <pc:docMk/>
          <pc:sldMk cId="1953685649" sldId="274"/>
        </pc:sldMkLst>
      </pc:sldChg>
    </pc:docChg>
  </pc:docChgLst>
  <pc:docChgLst>
    <pc:chgData name="Brandt Redd" userId="be8ed540b98adac0" providerId="LiveId" clId="{FE6DB7A3-F315-4E12-8E52-0A48691DFA07}"/>
    <pc:docChg chg="custSel modSld">
      <pc:chgData name="Brandt Redd" userId="be8ed540b98adac0" providerId="LiveId" clId="{FE6DB7A3-F315-4E12-8E52-0A48691DFA07}" dt="2023-10-04T14:54:06.443" v="3"/>
      <pc:docMkLst>
        <pc:docMk/>
      </pc:docMkLst>
      <pc:sldChg chg="modSp mod">
        <pc:chgData name="Brandt Redd" userId="be8ed540b98adac0" providerId="LiveId" clId="{FE6DB7A3-F315-4E12-8E52-0A48691DFA07}" dt="2023-10-02T15:30:49.007" v="2" actId="20577"/>
        <pc:sldMkLst>
          <pc:docMk/>
          <pc:sldMk cId="1056942519" sldId="256"/>
        </pc:sldMkLst>
      </pc:sldChg>
      <pc:sldChg chg="addSp delSp mod">
        <pc:chgData name="Brandt Redd" userId="be8ed540b98adac0" providerId="LiveId" clId="{FE6DB7A3-F315-4E12-8E52-0A48691DFA07}" dt="2023-10-04T14:54:06.443" v="3"/>
        <pc:sldMkLst>
          <pc:docMk/>
          <pc:sldMk cId="4069279587" sldId="260"/>
        </pc:sldMkLst>
      </pc:sldChg>
    </pc:docChg>
  </pc:docChgLst>
  <pc:docChgLst>
    <pc:chgData name="Brandt Redd" userId="be8ed540b98adac0" providerId="LiveId" clId="{8333648C-543A-4FD8-8CE5-FB12A4540080}"/>
    <pc:docChg chg="modSld">
      <pc:chgData name="Brandt Redd" userId="be8ed540b98adac0" providerId="LiveId" clId="{8333648C-543A-4FD8-8CE5-FB12A4540080}" dt="2020-09-30T14:41:47.665" v="227"/>
      <pc:docMkLst>
        <pc:docMk/>
      </pc:docMkLst>
      <pc:sldChg chg="addSp delSp modSp mod">
        <pc:chgData name="Brandt Redd" userId="be8ed540b98adac0" providerId="LiveId" clId="{8333648C-543A-4FD8-8CE5-FB12A4540080}" dt="2020-09-30T14:41:47.665" v="227"/>
        <pc:sldMkLst>
          <pc:docMk/>
          <pc:sldMk cId="4069279587" sldId="260"/>
        </pc:sldMkLst>
      </pc:sldChg>
    </pc:docChg>
  </pc:docChgLst>
  <pc:docChgLst>
    <pc:chgData name="Brandt Redd" userId="be8ed540b98adac0" providerId="LiveId" clId="{8CA59208-290D-4185-B1A5-5C6733DAEA19}"/>
    <pc:docChg chg="custSel addSld delSld modSld">
      <pc:chgData name="Brandt Redd" userId="be8ed540b98adac0" providerId="LiveId" clId="{8CA59208-290D-4185-B1A5-5C6733DAEA19}" dt="2021-09-29T05:15:54.834" v="155" actId="478"/>
      <pc:docMkLst>
        <pc:docMk/>
      </pc:docMkLst>
      <pc:sldChg chg="addSp modSp mod">
        <pc:chgData name="Brandt Redd" userId="be8ed540b98adac0" providerId="LiveId" clId="{8CA59208-290D-4185-B1A5-5C6733DAEA19}" dt="2021-09-29T05:10:29.963" v="105" actId="1076"/>
        <pc:sldMkLst>
          <pc:docMk/>
          <pc:sldMk cId="1056942519" sldId="256"/>
        </pc:sldMkLst>
      </pc:sldChg>
      <pc:sldChg chg="modSp mod">
        <pc:chgData name="Brandt Redd" userId="be8ed540b98adac0" providerId="LiveId" clId="{8CA59208-290D-4185-B1A5-5C6733DAEA19}" dt="2021-09-29T05:06:10.539" v="4" actId="27636"/>
        <pc:sldMkLst>
          <pc:docMk/>
          <pc:sldMk cId="2536639281" sldId="257"/>
        </pc:sldMkLst>
      </pc:sldChg>
      <pc:sldChg chg="del">
        <pc:chgData name="Brandt Redd" userId="be8ed540b98adac0" providerId="LiveId" clId="{8CA59208-290D-4185-B1A5-5C6733DAEA19}" dt="2021-09-29T05:15:17.186" v="131" actId="47"/>
        <pc:sldMkLst>
          <pc:docMk/>
          <pc:sldMk cId="1715718682" sldId="259"/>
        </pc:sldMkLst>
      </pc:sldChg>
      <pc:sldChg chg="delSp mod">
        <pc:chgData name="Brandt Redd" userId="be8ed540b98adac0" providerId="LiveId" clId="{8CA59208-290D-4185-B1A5-5C6733DAEA19}" dt="2021-09-29T05:15:24.994" v="132" actId="478"/>
        <pc:sldMkLst>
          <pc:docMk/>
          <pc:sldMk cId="4069279587" sldId="260"/>
        </pc:sldMkLst>
      </pc:sldChg>
      <pc:sldChg chg="modSp mod">
        <pc:chgData name="Brandt Redd" userId="be8ed540b98adac0" providerId="LiveId" clId="{8CA59208-290D-4185-B1A5-5C6733DAEA19}" dt="2021-09-28T00:47:20.682" v="1" actId="14100"/>
        <pc:sldMkLst>
          <pc:docMk/>
          <pc:sldMk cId="495763434" sldId="267"/>
        </pc:sldMkLst>
      </pc:sldChg>
      <pc:sldChg chg="addSp delSp modSp mod">
        <pc:chgData name="Brandt Redd" userId="be8ed540b98adac0" providerId="LiveId" clId="{8CA59208-290D-4185-B1A5-5C6733DAEA19}" dt="2021-09-29T05:11:24.657" v="111" actId="1076"/>
        <pc:sldMkLst>
          <pc:docMk/>
          <pc:sldMk cId="0" sldId="268"/>
        </pc:sldMkLst>
      </pc:sldChg>
      <pc:sldChg chg="addSp delSp modSp new mod modClrScheme chgLayout">
        <pc:chgData name="Brandt Redd" userId="be8ed540b98adac0" providerId="LiveId" clId="{8CA59208-290D-4185-B1A5-5C6733DAEA19}" dt="2021-09-29T05:06:45.463" v="28" actId="478"/>
        <pc:sldMkLst>
          <pc:docMk/>
          <pc:sldMk cId="2438414148" sldId="276"/>
        </pc:sldMkLst>
      </pc:sldChg>
      <pc:sldChg chg="addSp delSp modSp new mod modClrScheme chgLayout">
        <pc:chgData name="Brandt Redd" userId="be8ed540b98adac0" providerId="LiveId" clId="{8CA59208-290D-4185-B1A5-5C6733DAEA19}" dt="2021-09-29T05:15:02.058" v="130" actId="1076"/>
        <pc:sldMkLst>
          <pc:docMk/>
          <pc:sldMk cId="4225804783" sldId="277"/>
        </pc:sldMkLst>
      </pc:sldChg>
      <pc:sldChg chg="addSp delSp modSp new mod modClrScheme chgLayout">
        <pc:chgData name="Brandt Redd" userId="be8ed540b98adac0" providerId="LiveId" clId="{8CA59208-290D-4185-B1A5-5C6733DAEA19}" dt="2021-09-29T05:15:54.834" v="155" actId="478"/>
        <pc:sldMkLst>
          <pc:docMk/>
          <pc:sldMk cId="168892703" sldId="278"/>
        </pc:sldMkLst>
      </pc:sldChg>
    </pc:docChg>
  </pc:docChgLst>
  <pc:docChgLst>
    <pc:chgData name="Brandt Redd" userId="be8ed540b98adac0" providerId="LiveId" clId="{510AA240-F983-4498-ADC9-EEF86EA34CA8}"/>
    <pc:docChg chg="custSel modSld">
      <pc:chgData name="Brandt Redd" userId="be8ed540b98adac0" providerId="LiveId" clId="{510AA240-F983-4498-ADC9-EEF86EA34CA8}" dt="2023-02-08T15:48:16.088" v="1"/>
      <pc:docMkLst>
        <pc:docMk/>
      </pc:docMkLst>
    </pc:docChg>
  </pc:docChgLst>
  <pc:docChgLst>
    <pc:chgData name="Brandt Redd" userId="be8ed540b98adac0" providerId="LiveId" clId="{3DD7097F-93DF-4F23-9B38-5D3BFBB77CEA}"/>
    <pc:docChg chg="undo custSel modSld">
      <pc:chgData name="Brandt Redd" userId="be8ed540b98adac0" providerId="LiveId" clId="{3DD7097F-93DF-4F23-9B38-5D3BFBB77CEA}" dt="2024-10-02T14:57:12.663" v="7"/>
      <pc:docMkLst>
        <pc:docMk/>
      </pc:docMkLst>
      <pc:sldChg chg="addSp delSp modSp mod">
        <pc:chgData name="Brandt Redd" userId="be8ed540b98adac0" providerId="LiveId" clId="{3DD7097F-93DF-4F23-9B38-5D3BFBB77CEA}" dt="2024-10-02T14:57:12.663" v="7"/>
        <pc:sldMkLst>
          <pc:docMk/>
          <pc:sldMk cId="4069279587" sldId="260"/>
        </pc:sldMkLst>
      </pc:sldChg>
    </pc:docChg>
  </pc:docChgLst>
  <pc:docChgLst>
    <pc:chgData name="Brandt Redd" userId="be8ed540b98adac0" providerId="LiveId" clId="{1B9247C5-9080-42C7-A310-54647DE939CE}"/>
    <pc:docChg chg="modSld">
      <pc:chgData name="Brandt Redd" userId="be8ed540b98adac0" providerId="LiveId" clId="{1B9247C5-9080-42C7-A310-54647DE939CE}" dt="2022-02-02T15:46:23.495" v="186"/>
      <pc:docMkLst>
        <pc:docMk/>
      </pc:docMkLst>
      <pc:sldChg chg="addSp delSp modSp mod">
        <pc:chgData name="Brandt Redd" userId="be8ed540b98adac0" providerId="LiveId" clId="{1B9247C5-9080-42C7-A310-54647DE939CE}" dt="2022-02-02T15:46:23.495" v="186"/>
        <pc:sldMkLst>
          <pc:docMk/>
          <pc:sldMk cId="4069279587" sldId="2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D9B6D8-A476-4BC6-9954-E7CEA2919665}" type="datetimeFigureOut">
              <a:rPr lang="en-US" smtClean="0"/>
              <a:t>2025-02-07</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23B7EA-07A8-44ED-8E47-F9222CC4F123}" type="slidenum">
              <a:rPr lang="en-US" smtClean="0"/>
              <a:t>‹#›</a:t>
            </a:fld>
            <a:endParaRPr lang="en-US"/>
          </a:p>
        </p:txBody>
      </p:sp>
    </p:spTree>
    <p:extLst>
      <p:ext uri="{BB962C8B-B14F-4D97-AF65-F5344CB8AC3E}">
        <p14:creationId xmlns:p14="http://schemas.microsoft.com/office/powerpoint/2010/main" val="27393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BD8098E7-FF6F-4511-84D1-F63D5F0F2187}"/>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1C32A2D-F53F-41A2-B832-E21B940C44E3}" type="slidenum">
              <a:rPr lang="en-US" altLang="en-US"/>
              <a:pPr>
                <a:spcBef>
                  <a:spcPct val="0"/>
                </a:spcBef>
              </a:pPr>
              <a:t>3</a:t>
            </a:fld>
            <a:endParaRPr lang="en-US" altLang="en-US"/>
          </a:p>
        </p:txBody>
      </p:sp>
      <p:sp>
        <p:nvSpPr>
          <p:cNvPr id="23554" name="Rectangle 2">
            <a:extLst>
              <a:ext uri="{FF2B5EF4-FFF2-40B4-BE49-F238E27FC236}">
                <a16:creationId xmlns:a16="http://schemas.microsoft.com/office/drawing/2014/main" id="{20209B10-C72A-4894-9811-76F0D9FD7BBF}"/>
              </a:ext>
            </a:extLst>
          </p:cNvPr>
          <p:cNvSpPr>
            <a:spLocks noGrp="1" noRot="1" noChangeAspect="1" noChangeArrowheads="1" noTextEdit="1"/>
          </p:cNvSpPr>
          <p:nvPr>
            <p:ph type="sldImg"/>
          </p:nvPr>
        </p:nvSpPr>
        <p:spPr>
          <a:xfrm>
            <a:off x="1144588" y="685800"/>
            <a:ext cx="4572000" cy="3429000"/>
          </a:xfrm>
          <a:ln/>
        </p:spPr>
      </p:sp>
      <p:sp>
        <p:nvSpPr>
          <p:cNvPr id="20484" name="Rectangle 3">
            <a:extLst>
              <a:ext uri="{FF2B5EF4-FFF2-40B4-BE49-F238E27FC236}">
                <a16:creationId xmlns:a16="http://schemas.microsoft.com/office/drawing/2014/main" id="{A42D15FC-FE78-FB4E-95F6-178694C3F69D}"/>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latin typeface="Times New Roman" charset="0"/>
              <a:ea typeface="ＭＳ Ｐゴシック"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a:extLst>
              <a:ext uri="{FF2B5EF4-FFF2-40B4-BE49-F238E27FC236}">
                <a16:creationId xmlns:a16="http://schemas.microsoft.com/office/drawing/2014/main" id="{1A46EE7F-BCFD-4762-ADD1-BD400FDCC210}"/>
              </a:ext>
            </a:extLst>
          </p:cNvPr>
          <p:cNvSpPr>
            <a:spLocks noGrp="1" noRot="1" noChangeAspect="1" noChangeArrowheads="1" noTextEdit="1"/>
          </p:cNvSpPr>
          <p:nvPr>
            <p:ph type="sldImg"/>
          </p:nvPr>
        </p:nvSpPr>
        <p:spPr>
          <a:ln/>
        </p:spPr>
      </p:sp>
      <p:sp>
        <p:nvSpPr>
          <p:cNvPr id="25602" name="Notes Placeholder 2">
            <a:extLst>
              <a:ext uri="{FF2B5EF4-FFF2-40B4-BE49-F238E27FC236}">
                <a16:creationId xmlns:a16="http://schemas.microsoft.com/office/drawing/2014/main" id="{57715D91-348D-4423-96E4-BD560F8D4863}"/>
              </a:ext>
            </a:extLst>
          </p:cNvPr>
          <p:cNvSpPr>
            <a:spLocks noGrp="1" noChangeArrowheads="1"/>
          </p:cNvSpPr>
          <p:nvPr>
            <p:ph type="body" idx="1"/>
          </p:nvPr>
        </p:nvSpPr>
        <p:spPr>
          <a:noFill/>
        </p:spPr>
        <p:txBody>
          <a:bodyPr/>
          <a:lstStyle/>
          <a:p>
            <a:r>
              <a:rPr lang="en-US" altLang="en-US"/>
              <a:t>See https://www.owasp.org/index.php/Category:OWASP_Top_Ten_Project for descriptions. We’ll talk about some of these more in future weeks. Notice that “injection”, of which SQL injection is the canonical example, is the top problem in 2010 and still in 2013.</a:t>
            </a:r>
          </a:p>
        </p:txBody>
      </p:sp>
      <p:sp>
        <p:nvSpPr>
          <p:cNvPr id="25603" name="Slide Number Placeholder 3">
            <a:extLst>
              <a:ext uri="{FF2B5EF4-FFF2-40B4-BE49-F238E27FC236}">
                <a16:creationId xmlns:a16="http://schemas.microsoft.com/office/drawing/2014/main" id="{72084C3A-878E-4A22-851F-42F1AE5DAD25}"/>
              </a:ext>
            </a:extLst>
          </p:cNvPr>
          <p:cNvSpPr>
            <a:spLocks noGrp="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F52B735-921A-4077-AE65-EEFB6A9034F5}" type="slidenum">
              <a:rPr lang="en-US" altLang="en-US"/>
              <a:pPr>
                <a:spcBef>
                  <a:spcPct val="0"/>
                </a:spcBef>
              </a:pPr>
              <a:t>4</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tablice</a:t>
            </a:r>
            <a:r>
              <a:rPr lang="en-US" dirty="0"/>
              <a:t>” in Polish means “number plates” – and ZUO666 means “Evil666”</a:t>
            </a:r>
          </a:p>
        </p:txBody>
      </p:sp>
      <p:sp>
        <p:nvSpPr>
          <p:cNvPr id="4" name="Slide Number Placeholder 3"/>
          <p:cNvSpPr>
            <a:spLocks noGrp="1"/>
          </p:cNvSpPr>
          <p:nvPr>
            <p:ph type="sldNum" sz="quarter" idx="5"/>
          </p:nvPr>
        </p:nvSpPr>
        <p:spPr/>
        <p:txBody>
          <a:bodyPr/>
          <a:lstStyle/>
          <a:p>
            <a:fld id="{E423B7EA-07A8-44ED-8E47-F9222CC4F123}" type="slidenum">
              <a:rPr lang="en-US" smtClean="0"/>
              <a:t>7</a:t>
            </a:fld>
            <a:endParaRPr lang="en-US"/>
          </a:p>
        </p:txBody>
      </p:sp>
    </p:spTree>
    <p:extLst>
      <p:ext uri="{BB962C8B-B14F-4D97-AF65-F5344CB8AC3E}">
        <p14:creationId xmlns:p14="http://schemas.microsoft.com/office/powerpoint/2010/main" val="3512113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C758C38-9A3A-4E04-AD08-6CB8F7A036B9}" type="datetimeFigureOut">
              <a:rPr lang="en-US" smtClean="0"/>
              <a:t>2025-02-07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62FC1B-8AB4-45D3-A574-7C3B690EBD55}" type="slidenum">
              <a:rPr lang="en-US" smtClean="0"/>
              <a:t>‹#›</a:t>
            </a:fld>
            <a:endParaRPr lang="en-US"/>
          </a:p>
        </p:txBody>
      </p:sp>
    </p:spTree>
    <p:extLst>
      <p:ext uri="{BB962C8B-B14F-4D97-AF65-F5344CB8AC3E}">
        <p14:creationId xmlns:p14="http://schemas.microsoft.com/office/powerpoint/2010/main" val="629982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758C38-9A3A-4E04-AD08-6CB8F7A036B9}" type="datetimeFigureOut">
              <a:rPr lang="en-US" smtClean="0"/>
              <a:t>2025-02-07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62FC1B-8AB4-45D3-A574-7C3B690EBD55}" type="slidenum">
              <a:rPr lang="en-US" smtClean="0"/>
              <a:t>‹#›</a:t>
            </a:fld>
            <a:endParaRPr lang="en-US"/>
          </a:p>
        </p:txBody>
      </p:sp>
    </p:spTree>
    <p:extLst>
      <p:ext uri="{BB962C8B-B14F-4D97-AF65-F5344CB8AC3E}">
        <p14:creationId xmlns:p14="http://schemas.microsoft.com/office/powerpoint/2010/main" val="237287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758C38-9A3A-4E04-AD08-6CB8F7A036B9}" type="datetimeFigureOut">
              <a:rPr lang="en-US" smtClean="0"/>
              <a:t>2025-02-07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62FC1B-8AB4-45D3-A574-7C3B690EBD55}" type="slidenum">
              <a:rPr lang="en-US" smtClean="0"/>
              <a:t>‹#›</a:t>
            </a:fld>
            <a:endParaRPr lang="en-US"/>
          </a:p>
        </p:txBody>
      </p:sp>
    </p:spTree>
    <p:extLst>
      <p:ext uri="{BB962C8B-B14F-4D97-AF65-F5344CB8AC3E}">
        <p14:creationId xmlns:p14="http://schemas.microsoft.com/office/powerpoint/2010/main" val="3014934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758C38-9A3A-4E04-AD08-6CB8F7A036B9}" type="datetimeFigureOut">
              <a:rPr lang="en-US" smtClean="0"/>
              <a:t>2025-02-07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62FC1B-8AB4-45D3-A574-7C3B690EBD55}" type="slidenum">
              <a:rPr lang="en-US" smtClean="0"/>
              <a:t>‹#›</a:t>
            </a:fld>
            <a:endParaRPr lang="en-US"/>
          </a:p>
        </p:txBody>
      </p:sp>
    </p:spTree>
    <p:extLst>
      <p:ext uri="{BB962C8B-B14F-4D97-AF65-F5344CB8AC3E}">
        <p14:creationId xmlns:p14="http://schemas.microsoft.com/office/powerpoint/2010/main" val="2856376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758C38-9A3A-4E04-AD08-6CB8F7A036B9}" type="datetimeFigureOut">
              <a:rPr lang="en-US" smtClean="0"/>
              <a:t>2025-02-07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62FC1B-8AB4-45D3-A574-7C3B690EBD55}" type="slidenum">
              <a:rPr lang="en-US" smtClean="0"/>
              <a:t>‹#›</a:t>
            </a:fld>
            <a:endParaRPr lang="en-US"/>
          </a:p>
        </p:txBody>
      </p:sp>
    </p:spTree>
    <p:extLst>
      <p:ext uri="{BB962C8B-B14F-4D97-AF65-F5344CB8AC3E}">
        <p14:creationId xmlns:p14="http://schemas.microsoft.com/office/powerpoint/2010/main" val="3247705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C758C38-9A3A-4E04-AD08-6CB8F7A036B9}" type="datetimeFigureOut">
              <a:rPr lang="en-US" smtClean="0"/>
              <a:t>2025-02-07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62FC1B-8AB4-45D3-A574-7C3B690EBD55}" type="slidenum">
              <a:rPr lang="en-US" smtClean="0"/>
              <a:t>‹#›</a:t>
            </a:fld>
            <a:endParaRPr lang="en-US"/>
          </a:p>
        </p:txBody>
      </p:sp>
    </p:spTree>
    <p:extLst>
      <p:ext uri="{BB962C8B-B14F-4D97-AF65-F5344CB8AC3E}">
        <p14:creationId xmlns:p14="http://schemas.microsoft.com/office/powerpoint/2010/main" val="1227837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758C38-9A3A-4E04-AD08-6CB8F7A036B9}" type="datetimeFigureOut">
              <a:rPr lang="en-US" smtClean="0"/>
              <a:t>2025-02-07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62FC1B-8AB4-45D3-A574-7C3B690EBD55}" type="slidenum">
              <a:rPr lang="en-US" smtClean="0"/>
              <a:t>‹#›</a:t>
            </a:fld>
            <a:endParaRPr lang="en-US"/>
          </a:p>
        </p:txBody>
      </p:sp>
    </p:spTree>
    <p:extLst>
      <p:ext uri="{BB962C8B-B14F-4D97-AF65-F5344CB8AC3E}">
        <p14:creationId xmlns:p14="http://schemas.microsoft.com/office/powerpoint/2010/main" val="968659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758C38-9A3A-4E04-AD08-6CB8F7A036B9}" type="datetimeFigureOut">
              <a:rPr lang="en-US" smtClean="0"/>
              <a:t>2025-02-07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62FC1B-8AB4-45D3-A574-7C3B690EBD55}" type="slidenum">
              <a:rPr lang="en-US" smtClean="0"/>
              <a:t>‹#›</a:t>
            </a:fld>
            <a:endParaRPr lang="en-US"/>
          </a:p>
        </p:txBody>
      </p:sp>
    </p:spTree>
    <p:extLst>
      <p:ext uri="{BB962C8B-B14F-4D97-AF65-F5344CB8AC3E}">
        <p14:creationId xmlns:p14="http://schemas.microsoft.com/office/powerpoint/2010/main" val="2421627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758C38-9A3A-4E04-AD08-6CB8F7A036B9}" type="datetimeFigureOut">
              <a:rPr lang="en-US" smtClean="0"/>
              <a:t>2025-02-07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62FC1B-8AB4-45D3-A574-7C3B690EBD55}" type="slidenum">
              <a:rPr lang="en-US" smtClean="0"/>
              <a:t>‹#›</a:t>
            </a:fld>
            <a:endParaRPr lang="en-US"/>
          </a:p>
        </p:txBody>
      </p:sp>
    </p:spTree>
    <p:extLst>
      <p:ext uri="{BB962C8B-B14F-4D97-AF65-F5344CB8AC3E}">
        <p14:creationId xmlns:p14="http://schemas.microsoft.com/office/powerpoint/2010/main" val="860522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758C38-9A3A-4E04-AD08-6CB8F7A036B9}" type="datetimeFigureOut">
              <a:rPr lang="en-US" smtClean="0"/>
              <a:t>2025-02-07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62FC1B-8AB4-45D3-A574-7C3B690EBD55}" type="slidenum">
              <a:rPr lang="en-US" smtClean="0"/>
              <a:t>‹#›</a:t>
            </a:fld>
            <a:endParaRPr lang="en-US"/>
          </a:p>
        </p:txBody>
      </p:sp>
    </p:spTree>
    <p:extLst>
      <p:ext uri="{BB962C8B-B14F-4D97-AF65-F5344CB8AC3E}">
        <p14:creationId xmlns:p14="http://schemas.microsoft.com/office/powerpoint/2010/main" val="1430537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758C38-9A3A-4E04-AD08-6CB8F7A036B9}" type="datetimeFigureOut">
              <a:rPr lang="en-US" smtClean="0"/>
              <a:t>2025-02-07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62FC1B-8AB4-45D3-A574-7C3B690EBD55}" type="slidenum">
              <a:rPr lang="en-US" smtClean="0"/>
              <a:t>‹#›</a:t>
            </a:fld>
            <a:endParaRPr lang="en-US"/>
          </a:p>
        </p:txBody>
      </p:sp>
    </p:spTree>
    <p:extLst>
      <p:ext uri="{BB962C8B-B14F-4D97-AF65-F5344CB8AC3E}">
        <p14:creationId xmlns:p14="http://schemas.microsoft.com/office/powerpoint/2010/main" val="742784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758C38-9A3A-4E04-AD08-6CB8F7A036B9}" type="datetimeFigureOut">
              <a:rPr lang="en-US" smtClean="0"/>
              <a:t>2025-02-07</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62FC1B-8AB4-45D3-A574-7C3B690EBD55}" type="slidenum">
              <a:rPr lang="en-US" smtClean="0"/>
              <a:t>‹#›</a:t>
            </a:fld>
            <a:endParaRPr lang="en-US"/>
          </a:p>
        </p:txBody>
      </p:sp>
    </p:spTree>
    <p:extLst>
      <p:ext uri="{BB962C8B-B14F-4D97-AF65-F5344CB8AC3E}">
        <p14:creationId xmlns:p14="http://schemas.microsoft.com/office/powerpoint/2010/main" val="4805813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2.wmf"/><Relationship Id="rId5" Type="http://schemas.openxmlformats.org/officeDocument/2006/relationships/image" Target="../media/image1.png"/><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hyperlink" Target="https://owasp.org/Top10"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xkcd.com/327/"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hyperlink" Target="https://byu-itc-210.github.io/walkthrough/PHP-SQ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D6774-36CE-485E-BC3F-BC98A6CC4F40}"/>
              </a:ext>
            </a:extLst>
          </p:cNvPr>
          <p:cNvSpPr>
            <a:spLocks noGrp="1"/>
          </p:cNvSpPr>
          <p:nvPr>
            <p:ph type="ctrTitle"/>
          </p:nvPr>
        </p:nvSpPr>
        <p:spPr>
          <a:xfrm>
            <a:off x="685800" y="301681"/>
            <a:ext cx="7772400" cy="2682190"/>
          </a:xfrm>
        </p:spPr>
        <p:txBody>
          <a:bodyPr>
            <a:normAutofit/>
          </a:bodyPr>
          <a:lstStyle/>
          <a:p>
            <a:br>
              <a:rPr lang="en-US" dirty="0"/>
            </a:br>
            <a:r>
              <a:rPr lang="en-US" dirty="0"/>
              <a:t>SQL Injection</a:t>
            </a:r>
            <a:br>
              <a:rPr lang="en-US" dirty="0"/>
            </a:br>
            <a:r>
              <a:rPr lang="en-US" dirty="0"/>
              <a:t>MySQL in PHP</a:t>
            </a:r>
          </a:p>
        </p:txBody>
      </p:sp>
      <p:sp>
        <p:nvSpPr>
          <p:cNvPr id="3" name="Subtitle 2">
            <a:extLst>
              <a:ext uri="{FF2B5EF4-FFF2-40B4-BE49-F238E27FC236}">
                <a16:creationId xmlns:a16="http://schemas.microsoft.com/office/drawing/2014/main" id="{03195C47-760D-443E-BF9F-052900AE89D7}"/>
              </a:ext>
            </a:extLst>
          </p:cNvPr>
          <p:cNvSpPr>
            <a:spLocks noGrp="1"/>
          </p:cNvSpPr>
          <p:nvPr>
            <p:ph type="subTitle" idx="1"/>
          </p:nvPr>
        </p:nvSpPr>
        <p:spPr>
          <a:xfrm>
            <a:off x="1143000" y="3244241"/>
            <a:ext cx="6858000" cy="629890"/>
          </a:xfrm>
        </p:spPr>
        <p:txBody>
          <a:bodyPr/>
          <a:lstStyle/>
          <a:p>
            <a:r>
              <a:rPr lang="en-US" dirty="0"/>
              <a:t>IT&amp;C 210a S12</a:t>
            </a:r>
          </a:p>
        </p:txBody>
      </p:sp>
    </p:spTree>
    <p:extLst>
      <p:ext uri="{BB962C8B-B14F-4D97-AF65-F5344CB8AC3E}">
        <p14:creationId xmlns:p14="http://schemas.microsoft.com/office/powerpoint/2010/main" val="1056942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366B9D-2AFB-42B0-8DD1-67A08A964BD8}"/>
              </a:ext>
            </a:extLst>
          </p:cNvPr>
          <p:cNvSpPr>
            <a:spLocks noGrp="1"/>
          </p:cNvSpPr>
          <p:nvPr>
            <p:ph type="title"/>
          </p:nvPr>
        </p:nvSpPr>
        <p:spPr>
          <a:xfrm>
            <a:off x="842963" y="2019300"/>
            <a:ext cx="7886700" cy="1095375"/>
          </a:xfrm>
        </p:spPr>
        <p:txBody>
          <a:bodyPr/>
          <a:lstStyle/>
          <a:p>
            <a:r>
              <a:rPr lang="en-US" dirty="0"/>
              <a:t>SQL Injection Attacks</a:t>
            </a:r>
          </a:p>
        </p:txBody>
      </p:sp>
    </p:spTree>
    <p:extLst>
      <p:ext uri="{BB962C8B-B14F-4D97-AF65-F5344CB8AC3E}">
        <p14:creationId xmlns:p14="http://schemas.microsoft.com/office/powerpoint/2010/main" val="2438414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D872D522-97A1-4BC1-ADA3-00F6D36862E2}"/>
              </a:ext>
            </a:extLst>
          </p:cNvPr>
          <p:cNvSpPr>
            <a:spLocks noGrp="1" noChangeArrowheads="1"/>
          </p:cNvSpPr>
          <p:nvPr>
            <p:ph type="title"/>
          </p:nvPr>
        </p:nvSpPr>
        <p:spPr>
          <a:xfrm>
            <a:off x="0" y="304800"/>
            <a:ext cx="9144000" cy="1143000"/>
          </a:xfrm>
        </p:spPr>
        <p:txBody>
          <a:bodyPr/>
          <a:lstStyle/>
          <a:p>
            <a:pPr eaLnBrk="1" hangingPunct="1"/>
            <a:r>
              <a:rPr lang="en-US" altLang="en-US" sz="4000"/>
              <a:t>SQL Injection = Huge Security Problem</a:t>
            </a:r>
          </a:p>
        </p:txBody>
      </p:sp>
      <p:graphicFrame>
        <p:nvGraphicFramePr>
          <p:cNvPr id="22530" name="Object 3">
            <a:extLst>
              <a:ext uri="{FF2B5EF4-FFF2-40B4-BE49-F238E27FC236}">
                <a16:creationId xmlns:a16="http://schemas.microsoft.com/office/drawing/2014/main" id="{EC5234FC-172C-447F-B5E2-966D83F23C86}"/>
              </a:ext>
            </a:extLst>
          </p:cNvPr>
          <p:cNvGraphicFramePr>
            <a:graphicFrameLocks noChangeAspect="1"/>
          </p:cNvGraphicFramePr>
          <p:nvPr/>
        </p:nvGraphicFramePr>
        <p:xfrm>
          <a:off x="762000" y="1752600"/>
          <a:ext cx="3190875" cy="2257425"/>
        </p:xfrm>
        <a:graphic>
          <a:graphicData uri="http://schemas.openxmlformats.org/presentationml/2006/ole">
            <mc:AlternateContent xmlns:mc="http://schemas.openxmlformats.org/markup-compatibility/2006">
              <mc:Choice xmlns:v="urn:schemas-microsoft-com:vml" Requires="v">
                <p:oleObj name="Image" r:id="rId4" imgW="4253968" imgH="3009524" progId="Photoshop.Image.8">
                  <p:embed/>
                </p:oleObj>
              </mc:Choice>
              <mc:Fallback>
                <p:oleObj name="Image" r:id="rId4" imgW="4253968" imgH="3009524" progId="Photoshop.Image.8">
                  <p:embed/>
                  <p:pic>
                    <p:nvPicPr>
                      <p:cNvPr id="22530" name="Object 3">
                        <a:extLst>
                          <a:ext uri="{FF2B5EF4-FFF2-40B4-BE49-F238E27FC236}">
                            <a16:creationId xmlns:a16="http://schemas.microsoft.com/office/drawing/2014/main" id="{EC5234FC-172C-447F-B5E2-966D83F23C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1752600"/>
                        <a:ext cx="3190875" cy="225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244" name="AutoShape 4">
            <a:extLst>
              <a:ext uri="{FF2B5EF4-FFF2-40B4-BE49-F238E27FC236}">
                <a16:creationId xmlns:a16="http://schemas.microsoft.com/office/drawing/2014/main" id="{A107523F-3F16-43B5-B54C-06DE4BD1EA12}"/>
              </a:ext>
            </a:extLst>
          </p:cNvPr>
          <p:cNvSpPr>
            <a:spLocks noChangeArrowheads="1"/>
          </p:cNvSpPr>
          <p:nvPr/>
        </p:nvSpPr>
        <p:spPr bwMode="auto">
          <a:xfrm>
            <a:off x="4745038" y="2276475"/>
            <a:ext cx="1276350" cy="542925"/>
          </a:xfrm>
          <a:prstGeom prst="rightArrow">
            <a:avLst>
              <a:gd name="adj1" fmla="val 50000"/>
              <a:gd name="adj2" fmla="val 58772"/>
            </a:avLst>
          </a:prstGeom>
          <a:gradFill rotWithShape="1">
            <a:gsLst>
              <a:gs pos="0">
                <a:srgbClr val="006699"/>
              </a:gs>
              <a:gs pos="50000">
                <a:srgbClr val="002F47"/>
              </a:gs>
              <a:gs pos="100000">
                <a:srgbClr val="006699"/>
              </a:gs>
            </a:gsLst>
            <a:lin ang="5400000" scaled="1"/>
          </a:gradFill>
          <a:ln w="9525">
            <a:solidFill>
              <a:schemeClr val="bg1"/>
            </a:solidFill>
            <a:miter lim="800000"/>
            <a:headEnd/>
            <a:tailEnd/>
          </a:ln>
        </p:spPr>
        <p:txBody>
          <a:bodyPr wrap="none" anchor="ctr" anchorCtr="1"/>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ctr" eaLnBrk="1" hangingPunct="1"/>
            <a:r>
              <a:rPr lang="en-US" altLang="en-US" sz="1400" b="1">
                <a:solidFill>
                  <a:schemeClr val="bg1"/>
                </a:solidFill>
                <a:latin typeface="Arial" panose="020B0604020202020204" pitchFamily="34" charset="0"/>
              </a:rPr>
              <a:t>submit</a:t>
            </a:r>
          </a:p>
        </p:txBody>
      </p:sp>
      <p:sp>
        <p:nvSpPr>
          <p:cNvPr id="22532" name="Rectangle 5">
            <a:extLst>
              <a:ext uri="{FF2B5EF4-FFF2-40B4-BE49-F238E27FC236}">
                <a16:creationId xmlns:a16="http://schemas.microsoft.com/office/drawing/2014/main" id="{198C2DCD-3385-4C17-A60B-FB626AF11B13}"/>
              </a:ext>
            </a:extLst>
          </p:cNvPr>
          <p:cNvSpPr>
            <a:spLocks noChangeArrowheads="1"/>
          </p:cNvSpPr>
          <p:nvPr/>
        </p:nvSpPr>
        <p:spPr bwMode="auto">
          <a:xfrm>
            <a:off x="2224088" y="4333875"/>
            <a:ext cx="5995987" cy="1819275"/>
          </a:xfrm>
          <a:prstGeom prst="rect">
            <a:avLst/>
          </a:prstGeom>
          <a:gradFill rotWithShape="1">
            <a:gsLst>
              <a:gs pos="0">
                <a:srgbClr val="006699"/>
              </a:gs>
              <a:gs pos="100000">
                <a:srgbClr val="002F47"/>
              </a:gs>
            </a:gsLst>
            <a:lin ang="5400000" scaled="1"/>
          </a:gradFill>
          <a:ln w="9525">
            <a:solidFill>
              <a:schemeClr val="bg1"/>
            </a:solidFill>
            <a:miter lim="800000"/>
            <a:headEnd/>
            <a:tailEnd/>
          </a:ln>
        </p:spPr>
        <p:txBody>
          <a:bodyPr wrap="none" anchor="ctr"/>
          <a:lstStyle>
            <a:lvl1pPr marL="342900" indent="-342900">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800100" indent="-34290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buSzPct val="75000"/>
              <a:buFont typeface="Wingdings" panose="05000000000000000000" pitchFamily="2" charset="2"/>
              <a:buNone/>
            </a:pPr>
            <a:r>
              <a:rPr lang="en-US" altLang="en-US" sz="1800" b="1" dirty="0">
                <a:solidFill>
                  <a:schemeClr val="bg1"/>
                </a:solidFill>
                <a:latin typeface="Courier New" panose="02070309020205020404" pitchFamily="49" charset="0"/>
              </a:rPr>
              <a:t>query = "</a:t>
            </a:r>
            <a:r>
              <a:rPr lang="en-US" altLang="ja-JP" sz="1800" b="1" dirty="0">
                <a:solidFill>
                  <a:schemeClr val="bg1"/>
                </a:solidFill>
                <a:latin typeface="Courier New" panose="02070309020205020404" pitchFamily="49" charset="0"/>
              </a:rPr>
              <a:t>SELECT Username, </a:t>
            </a:r>
            <a:r>
              <a:rPr lang="en-US" altLang="ja-JP" sz="1800" b="1" dirty="0" err="1">
                <a:solidFill>
                  <a:schemeClr val="bg1"/>
                </a:solidFill>
                <a:latin typeface="Courier New" panose="02070309020205020404" pitchFamily="49" charset="0"/>
              </a:rPr>
              <a:t>UserID</a:t>
            </a:r>
            <a:r>
              <a:rPr lang="en-US" altLang="ja-JP" sz="1800" b="1" dirty="0">
                <a:solidFill>
                  <a:schemeClr val="bg1"/>
                </a:solidFill>
                <a:latin typeface="Courier New" panose="02070309020205020404" pitchFamily="49" charset="0"/>
              </a:rPr>
              <a:t>, Password </a:t>
            </a:r>
          </a:p>
          <a:p>
            <a:pPr lvl="1">
              <a:buSzPct val="75000"/>
              <a:buFont typeface="Wingdings" panose="05000000000000000000" pitchFamily="2" charset="2"/>
              <a:buNone/>
            </a:pPr>
            <a:r>
              <a:rPr lang="en-US" altLang="en-US" sz="1800" b="1" dirty="0">
                <a:solidFill>
                  <a:schemeClr val="bg1"/>
                </a:solidFill>
                <a:latin typeface="Courier New" panose="02070309020205020404" pitchFamily="49" charset="0"/>
              </a:rPr>
              <a:t>     FROM Users WHERE </a:t>
            </a:r>
          </a:p>
          <a:p>
            <a:pPr lvl="1">
              <a:buSzPct val="75000"/>
              <a:buFont typeface="Wingdings" panose="05000000000000000000" pitchFamily="2" charset="2"/>
              <a:buNone/>
            </a:pPr>
            <a:r>
              <a:rPr lang="en-US" altLang="en-US" sz="1800" b="1" dirty="0">
                <a:solidFill>
                  <a:schemeClr val="bg1"/>
                </a:solidFill>
                <a:latin typeface="Courier New" panose="02070309020205020404" pitchFamily="49" charset="0"/>
              </a:rPr>
              <a:t>     Username = '</a:t>
            </a:r>
            <a:r>
              <a:rPr lang="en-US" altLang="en-US" sz="1800" b="1" dirty="0">
                <a:solidFill>
                  <a:srgbClr val="FFFF00"/>
                </a:solidFill>
                <a:latin typeface="Courier New" panose="02070309020205020404" pitchFamily="49" charset="0"/>
              </a:rPr>
              <a:t>bob'</a:t>
            </a:r>
            <a:r>
              <a:rPr lang="en-US" altLang="ja-JP" sz="1800" b="1" dirty="0">
                <a:solidFill>
                  <a:srgbClr val="FFFF00"/>
                </a:solidFill>
                <a:latin typeface="Courier New" panose="02070309020205020404" pitchFamily="49" charset="0"/>
              </a:rPr>
              <a:t>; DROP Users</a:t>
            </a:r>
            <a:r>
              <a:rPr lang="en-US" altLang="ja-JP" sz="1800" b="1" dirty="0">
                <a:solidFill>
                  <a:schemeClr val="bg1"/>
                </a:solidFill>
                <a:latin typeface="Courier New" panose="02070309020205020404" pitchFamily="49" charset="0"/>
              </a:rPr>
              <a:t>--</a:t>
            </a:r>
          </a:p>
          <a:p>
            <a:pPr lvl="1">
              <a:buSzPct val="75000"/>
              <a:buFont typeface="Wingdings" panose="05000000000000000000" pitchFamily="2" charset="2"/>
              <a:buNone/>
            </a:pPr>
            <a:r>
              <a:rPr lang="en-US" altLang="en-US" sz="1800" b="1" dirty="0">
                <a:solidFill>
                  <a:schemeClr val="bg1"/>
                </a:solidFill>
                <a:latin typeface="Courier New" panose="02070309020205020404" pitchFamily="49" charset="0"/>
              </a:rPr>
              <a:t> 	  </a:t>
            </a:r>
            <a:r>
              <a:rPr lang="en-US" altLang="en-US" sz="1800" b="1" dirty="0">
                <a:solidFill>
                  <a:schemeClr val="bg2"/>
                </a:solidFill>
                <a:latin typeface="Courier New" panose="02070309020205020404" pitchFamily="49" charset="0"/>
              </a:rPr>
              <a:t>'</a:t>
            </a:r>
            <a:r>
              <a:rPr lang="en-US" altLang="ja-JP" sz="1800" b="1" dirty="0">
                <a:solidFill>
                  <a:schemeClr val="bg2"/>
                </a:solidFill>
                <a:latin typeface="Courier New" panose="02070309020205020404" pitchFamily="49" charset="0"/>
              </a:rPr>
              <a:t>AND Password = ''"</a:t>
            </a:r>
            <a:endParaRPr lang="en-US" altLang="en-US" sz="1800" dirty="0">
              <a:solidFill>
                <a:schemeClr val="bg1"/>
              </a:solidFill>
              <a:latin typeface="Courier New" panose="02070309020205020404" pitchFamily="49" charset="0"/>
            </a:endParaRPr>
          </a:p>
        </p:txBody>
      </p:sp>
      <p:pic>
        <p:nvPicPr>
          <p:cNvPr id="10246" name="Picture 6" descr="MCj00786230000[1]">
            <a:extLst>
              <a:ext uri="{FF2B5EF4-FFF2-40B4-BE49-F238E27FC236}">
                <a16:creationId xmlns:a16="http://schemas.microsoft.com/office/drawing/2014/main" id="{A7AC3A4B-67CB-40D1-B744-77D4F5389357}"/>
              </a:ext>
            </a:extLst>
          </p:cNvPr>
          <p:cNvPicPr>
            <a:picLocks noChangeAspect="1" noChangeArrowheads="1"/>
          </p:cNvPicPr>
          <p:nvPr/>
        </p:nvPicPr>
        <p:blipFill>
          <a:blip r:embed="rId6">
            <a:lum bright="-46000" contrast="-88000"/>
            <a:extLst>
              <a:ext uri="{28A0092B-C50C-407E-A947-70E740481C1C}">
                <a14:useLocalDpi xmlns:a14="http://schemas.microsoft.com/office/drawing/2010/main" val="0"/>
              </a:ext>
            </a:extLst>
          </a:blip>
          <a:srcRect/>
          <a:stretch>
            <a:fillRect/>
          </a:stretch>
        </p:blipFill>
        <p:spPr bwMode="auto">
          <a:xfrm>
            <a:off x="6508750" y="1604963"/>
            <a:ext cx="2492375" cy="190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8BEC742D-498A-4B32-B014-E65CE135CF6E}"/>
              </a:ext>
            </a:extLst>
          </p:cNvPr>
          <p:cNvSpPr txBox="1">
            <a:spLocks noChangeArrowheads="1"/>
          </p:cNvSpPr>
          <p:nvPr/>
        </p:nvSpPr>
        <p:spPr bwMode="auto">
          <a:xfrm>
            <a:off x="6858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spcBef>
                <a:spcPct val="0"/>
              </a:spcBef>
              <a:buFontTx/>
              <a:buNone/>
            </a:pPr>
            <a:r>
              <a:rPr lang="en-US" altLang="en-US" sz="4400">
                <a:solidFill>
                  <a:schemeClr val="tx2"/>
                </a:solidFill>
              </a:rPr>
              <a:t>Most Common Web App Vulnerabilities</a:t>
            </a:r>
          </a:p>
        </p:txBody>
      </p:sp>
      <p:graphicFrame>
        <p:nvGraphicFramePr>
          <p:cNvPr id="2" name="Table 3">
            <a:extLst>
              <a:ext uri="{FF2B5EF4-FFF2-40B4-BE49-F238E27FC236}">
                <a16:creationId xmlns:a16="http://schemas.microsoft.com/office/drawing/2014/main" id="{DFEA4992-EF33-1E44-C243-9BFACDBA026D}"/>
              </a:ext>
            </a:extLst>
          </p:cNvPr>
          <p:cNvGraphicFramePr>
            <a:graphicFrameLocks noGrp="1"/>
          </p:cNvGraphicFramePr>
          <p:nvPr>
            <p:extLst>
              <p:ext uri="{D42A27DB-BD31-4B8C-83A1-F6EECF244321}">
                <p14:modId xmlns:p14="http://schemas.microsoft.com/office/powerpoint/2010/main" val="357487299"/>
              </p:ext>
            </p:extLst>
          </p:nvPr>
        </p:nvGraphicFramePr>
        <p:xfrm>
          <a:off x="1524000" y="1892300"/>
          <a:ext cx="6096000" cy="40792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3590304669"/>
                    </a:ext>
                  </a:extLst>
                </a:gridCol>
              </a:tblGrid>
              <a:tr h="370840">
                <a:tc>
                  <a:txBody>
                    <a:bodyPr/>
                    <a:lstStyle/>
                    <a:p>
                      <a:r>
                        <a:rPr lang="en-US" dirty="0"/>
                        <a:t>OWASP Top 10 Vulnerabilities 2021</a:t>
                      </a:r>
                    </a:p>
                  </a:txBody>
                  <a:tcPr/>
                </a:tc>
                <a:extLst>
                  <a:ext uri="{0D108BD9-81ED-4DB2-BD59-A6C34878D82A}">
                    <a16:rowId xmlns:a16="http://schemas.microsoft.com/office/drawing/2014/main" val="2185242795"/>
                  </a:ext>
                </a:extLst>
              </a:tr>
              <a:tr h="370840">
                <a:tc>
                  <a:txBody>
                    <a:bodyPr/>
                    <a:lstStyle/>
                    <a:p>
                      <a:r>
                        <a:rPr lang="en-US" dirty="0"/>
                        <a:t>A01:2021-Broken Access Control</a:t>
                      </a:r>
                    </a:p>
                  </a:txBody>
                  <a:tcPr/>
                </a:tc>
                <a:extLst>
                  <a:ext uri="{0D108BD9-81ED-4DB2-BD59-A6C34878D82A}">
                    <a16:rowId xmlns:a16="http://schemas.microsoft.com/office/drawing/2014/main" val="1713296772"/>
                  </a:ext>
                </a:extLst>
              </a:tr>
              <a:tr h="370840">
                <a:tc>
                  <a:txBody>
                    <a:bodyPr/>
                    <a:lstStyle/>
                    <a:p>
                      <a:r>
                        <a:rPr lang="en-US" dirty="0"/>
                        <a:t>A02:2021-Cryptographic Failures</a:t>
                      </a:r>
                    </a:p>
                  </a:txBody>
                  <a:tcPr/>
                </a:tc>
                <a:extLst>
                  <a:ext uri="{0D108BD9-81ED-4DB2-BD59-A6C34878D82A}">
                    <a16:rowId xmlns:a16="http://schemas.microsoft.com/office/drawing/2014/main" val="800157958"/>
                  </a:ext>
                </a:extLst>
              </a:tr>
              <a:tr h="370840">
                <a:tc>
                  <a:txBody>
                    <a:bodyPr/>
                    <a:lstStyle/>
                    <a:p>
                      <a:r>
                        <a:rPr lang="en-US" dirty="0"/>
                        <a:t>A03:2021-Injection (XSS and SQL Injection)</a:t>
                      </a:r>
                    </a:p>
                  </a:txBody>
                  <a:tcPr/>
                </a:tc>
                <a:extLst>
                  <a:ext uri="{0D108BD9-81ED-4DB2-BD59-A6C34878D82A}">
                    <a16:rowId xmlns:a16="http://schemas.microsoft.com/office/drawing/2014/main" val="3455354121"/>
                  </a:ext>
                </a:extLst>
              </a:tr>
              <a:tr h="370840">
                <a:tc>
                  <a:txBody>
                    <a:bodyPr/>
                    <a:lstStyle/>
                    <a:p>
                      <a:r>
                        <a:rPr lang="en-US" dirty="0"/>
                        <a:t>A04:2021-Insecure Design</a:t>
                      </a:r>
                    </a:p>
                  </a:txBody>
                  <a:tcPr/>
                </a:tc>
                <a:extLst>
                  <a:ext uri="{0D108BD9-81ED-4DB2-BD59-A6C34878D82A}">
                    <a16:rowId xmlns:a16="http://schemas.microsoft.com/office/drawing/2014/main" val="2141547620"/>
                  </a:ext>
                </a:extLst>
              </a:tr>
              <a:tr h="370840">
                <a:tc>
                  <a:txBody>
                    <a:bodyPr/>
                    <a:lstStyle/>
                    <a:p>
                      <a:r>
                        <a:rPr lang="en-US" dirty="0"/>
                        <a:t>A05:2021-Security Misconfiguration</a:t>
                      </a:r>
                    </a:p>
                  </a:txBody>
                  <a:tcPr/>
                </a:tc>
                <a:extLst>
                  <a:ext uri="{0D108BD9-81ED-4DB2-BD59-A6C34878D82A}">
                    <a16:rowId xmlns:a16="http://schemas.microsoft.com/office/drawing/2014/main" val="2492690157"/>
                  </a:ext>
                </a:extLst>
              </a:tr>
              <a:tr h="370840">
                <a:tc>
                  <a:txBody>
                    <a:bodyPr/>
                    <a:lstStyle/>
                    <a:p>
                      <a:r>
                        <a:rPr lang="en-US" dirty="0"/>
                        <a:t>A06:2021-Vulnerable and Outdated Components</a:t>
                      </a:r>
                    </a:p>
                  </a:txBody>
                  <a:tcPr/>
                </a:tc>
                <a:extLst>
                  <a:ext uri="{0D108BD9-81ED-4DB2-BD59-A6C34878D82A}">
                    <a16:rowId xmlns:a16="http://schemas.microsoft.com/office/drawing/2014/main" val="332001795"/>
                  </a:ext>
                </a:extLst>
              </a:tr>
              <a:tr h="370840">
                <a:tc>
                  <a:txBody>
                    <a:bodyPr/>
                    <a:lstStyle/>
                    <a:p>
                      <a:r>
                        <a:rPr lang="en-US" dirty="0"/>
                        <a:t>A07:2021-Identification and Authentication Failures</a:t>
                      </a:r>
                    </a:p>
                  </a:txBody>
                  <a:tcPr/>
                </a:tc>
                <a:extLst>
                  <a:ext uri="{0D108BD9-81ED-4DB2-BD59-A6C34878D82A}">
                    <a16:rowId xmlns:a16="http://schemas.microsoft.com/office/drawing/2014/main" val="75304399"/>
                  </a:ext>
                </a:extLst>
              </a:tr>
              <a:tr h="370840">
                <a:tc>
                  <a:txBody>
                    <a:bodyPr/>
                    <a:lstStyle/>
                    <a:p>
                      <a:r>
                        <a:rPr lang="en-US" dirty="0"/>
                        <a:t>A08:2021-Software and Data Integrity Failures</a:t>
                      </a:r>
                    </a:p>
                  </a:txBody>
                  <a:tcPr/>
                </a:tc>
                <a:extLst>
                  <a:ext uri="{0D108BD9-81ED-4DB2-BD59-A6C34878D82A}">
                    <a16:rowId xmlns:a16="http://schemas.microsoft.com/office/drawing/2014/main" val="2338712068"/>
                  </a:ext>
                </a:extLst>
              </a:tr>
              <a:tr h="370840">
                <a:tc>
                  <a:txBody>
                    <a:bodyPr/>
                    <a:lstStyle/>
                    <a:p>
                      <a:r>
                        <a:rPr lang="en-US" dirty="0"/>
                        <a:t>A09:2021-Security Logging and Monitoring Failures</a:t>
                      </a:r>
                    </a:p>
                  </a:txBody>
                  <a:tcPr/>
                </a:tc>
                <a:extLst>
                  <a:ext uri="{0D108BD9-81ED-4DB2-BD59-A6C34878D82A}">
                    <a16:rowId xmlns:a16="http://schemas.microsoft.com/office/drawing/2014/main" val="3236490785"/>
                  </a:ext>
                </a:extLst>
              </a:tr>
              <a:tr h="370840">
                <a:tc>
                  <a:txBody>
                    <a:bodyPr/>
                    <a:lstStyle/>
                    <a:p>
                      <a:r>
                        <a:rPr lang="en-US" dirty="0"/>
                        <a:t>A10:2021-Server-Side Request Forgery (SSRF)</a:t>
                      </a:r>
                    </a:p>
                  </a:txBody>
                  <a:tcPr/>
                </a:tc>
                <a:extLst>
                  <a:ext uri="{0D108BD9-81ED-4DB2-BD59-A6C34878D82A}">
                    <a16:rowId xmlns:a16="http://schemas.microsoft.com/office/drawing/2014/main" val="3937568003"/>
                  </a:ext>
                </a:extLst>
              </a:tr>
            </a:tbl>
          </a:graphicData>
        </a:graphic>
      </p:graphicFrame>
      <p:sp>
        <p:nvSpPr>
          <p:cNvPr id="4" name="TextBox 3">
            <a:extLst>
              <a:ext uri="{FF2B5EF4-FFF2-40B4-BE49-F238E27FC236}">
                <a16:creationId xmlns:a16="http://schemas.microsoft.com/office/drawing/2014/main" id="{DE68FADE-6C5F-C9DC-5F25-40C89AFCF540}"/>
              </a:ext>
            </a:extLst>
          </p:cNvPr>
          <p:cNvSpPr txBox="1"/>
          <p:nvPr/>
        </p:nvSpPr>
        <p:spPr>
          <a:xfrm>
            <a:off x="323850" y="6315075"/>
            <a:ext cx="2714625" cy="369332"/>
          </a:xfrm>
          <a:prstGeom prst="rect">
            <a:avLst/>
          </a:prstGeom>
          <a:noFill/>
        </p:spPr>
        <p:txBody>
          <a:bodyPr wrap="square" rtlCol="0">
            <a:spAutoFit/>
          </a:bodyPr>
          <a:lstStyle/>
          <a:p>
            <a:r>
              <a:rPr lang="en-US" dirty="0">
                <a:hlinkClick r:id="rId3"/>
              </a:rPr>
              <a:t>https://owasp.org/Top10</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8B2E91CA-8A3B-4415-B583-8774B89C81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39154"/>
            <a:ext cx="9030471" cy="2779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9E22304-56C2-4238-9EFE-C65517B86034}"/>
              </a:ext>
            </a:extLst>
          </p:cNvPr>
          <p:cNvSpPr txBox="1"/>
          <p:nvPr/>
        </p:nvSpPr>
        <p:spPr>
          <a:xfrm>
            <a:off x="6731436" y="4910389"/>
            <a:ext cx="2412564" cy="369332"/>
          </a:xfrm>
          <a:prstGeom prst="rect">
            <a:avLst/>
          </a:prstGeom>
          <a:noFill/>
        </p:spPr>
        <p:txBody>
          <a:bodyPr wrap="square" rtlCol="0">
            <a:spAutoFit/>
          </a:bodyPr>
          <a:lstStyle/>
          <a:p>
            <a:r>
              <a:rPr lang="en-US" dirty="0">
                <a:hlinkClick r:id="rId3"/>
              </a:rPr>
              <a:t>https://xkcd.com/327/</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A1205-787A-4CD0-8EFE-7BF36A140845}"/>
              </a:ext>
            </a:extLst>
          </p:cNvPr>
          <p:cNvSpPr>
            <a:spLocks noGrp="1"/>
          </p:cNvSpPr>
          <p:nvPr>
            <p:ph type="title"/>
          </p:nvPr>
        </p:nvSpPr>
        <p:spPr>
          <a:xfrm>
            <a:off x="971550" y="1038225"/>
            <a:ext cx="7200900" cy="552450"/>
          </a:xfrm>
        </p:spPr>
        <p:txBody>
          <a:bodyPr>
            <a:normAutofit fontScale="90000"/>
          </a:bodyPr>
          <a:lstStyle/>
          <a:p>
            <a:r>
              <a:rPr lang="en-US" dirty="0"/>
              <a:t>SQL Injection Attack</a:t>
            </a:r>
          </a:p>
        </p:txBody>
      </p:sp>
      <p:sp>
        <p:nvSpPr>
          <p:cNvPr id="3" name="Rectangle 2">
            <a:extLst>
              <a:ext uri="{FF2B5EF4-FFF2-40B4-BE49-F238E27FC236}">
                <a16:creationId xmlns:a16="http://schemas.microsoft.com/office/drawing/2014/main" id="{5E04BFAD-4CD4-49F9-9D9E-D9359839D7D6}"/>
              </a:ext>
            </a:extLst>
          </p:cNvPr>
          <p:cNvSpPr/>
          <p:nvPr/>
        </p:nvSpPr>
        <p:spPr>
          <a:xfrm>
            <a:off x="895350" y="1828800"/>
            <a:ext cx="3114675" cy="160020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 name="TextBox 3">
            <a:extLst>
              <a:ext uri="{FF2B5EF4-FFF2-40B4-BE49-F238E27FC236}">
                <a16:creationId xmlns:a16="http://schemas.microsoft.com/office/drawing/2014/main" id="{12B857C8-FAA4-4736-A4E7-FFB7DFF0DB2B}"/>
              </a:ext>
            </a:extLst>
          </p:cNvPr>
          <p:cNvSpPr txBox="1"/>
          <p:nvPr/>
        </p:nvSpPr>
        <p:spPr>
          <a:xfrm>
            <a:off x="1104900" y="2047875"/>
            <a:ext cx="962025" cy="369332"/>
          </a:xfrm>
          <a:prstGeom prst="rect">
            <a:avLst/>
          </a:prstGeom>
          <a:noFill/>
        </p:spPr>
        <p:txBody>
          <a:bodyPr wrap="square" rtlCol="0">
            <a:spAutoFit/>
          </a:bodyPr>
          <a:lstStyle/>
          <a:p>
            <a:pPr algn="r"/>
            <a:r>
              <a:rPr lang="en-US" sz="1800" dirty="0"/>
              <a:t>Name:</a:t>
            </a:r>
          </a:p>
        </p:txBody>
      </p:sp>
      <p:sp>
        <p:nvSpPr>
          <p:cNvPr id="5" name="TextBox 4">
            <a:extLst>
              <a:ext uri="{FF2B5EF4-FFF2-40B4-BE49-F238E27FC236}">
                <a16:creationId xmlns:a16="http://schemas.microsoft.com/office/drawing/2014/main" id="{F3595149-C36B-40C2-99B1-4B211BF55F94}"/>
              </a:ext>
            </a:extLst>
          </p:cNvPr>
          <p:cNvSpPr txBox="1"/>
          <p:nvPr/>
        </p:nvSpPr>
        <p:spPr>
          <a:xfrm>
            <a:off x="895350" y="2378423"/>
            <a:ext cx="1171576" cy="369332"/>
          </a:xfrm>
          <a:prstGeom prst="rect">
            <a:avLst/>
          </a:prstGeom>
          <a:noFill/>
        </p:spPr>
        <p:txBody>
          <a:bodyPr wrap="square" rtlCol="0">
            <a:spAutoFit/>
          </a:bodyPr>
          <a:lstStyle/>
          <a:p>
            <a:pPr algn="r"/>
            <a:r>
              <a:rPr lang="en-US" sz="1800" dirty="0"/>
              <a:t>Birthdate:</a:t>
            </a:r>
          </a:p>
        </p:txBody>
      </p:sp>
      <p:sp>
        <p:nvSpPr>
          <p:cNvPr id="6" name="Rectangle 5">
            <a:extLst>
              <a:ext uri="{FF2B5EF4-FFF2-40B4-BE49-F238E27FC236}">
                <a16:creationId xmlns:a16="http://schemas.microsoft.com/office/drawing/2014/main" id="{A0609612-3A01-41A5-9A2A-95A9C48A557D}"/>
              </a:ext>
            </a:extLst>
          </p:cNvPr>
          <p:cNvSpPr/>
          <p:nvPr/>
        </p:nvSpPr>
        <p:spPr>
          <a:xfrm>
            <a:off x="2066925" y="2074396"/>
            <a:ext cx="1704975" cy="2504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tx1"/>
                </a:solidFill>
              </a:rPr>
              <a:t>Robert</a:t>
            </a:r>
          </a:p>
        </p:txBody>
      </p:sp>
      <p:sp>
        <p:nvSpPr>
          <p:cNvPr id="7" name="Rectangle 6">
            <a:extLst>
              <a:ext uri="{FF2B5EF4-FFF2-40B4-BE49-F238E27FC236}">
                <a16:creationId xmlns:a16="http://schemas.microsoft.com/office/drawing/2014/main" id="{0F55AA0F-FC5C-4920-880C-F11169B17590}"/>
              </a:ext>
            </a:extLst>
          </p:cNvPr>
          <p:cNvSpPr/>
          <p:nvPr/>
        </p:nvSpPr>
        <p:spPr>
          <a:xfrm>
            <a:off x="2066925" y="2378422"/>
            <a:ext cx="1704975" cy="28060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tx1"/>
                </a:solidFill>
              </a:rPr>
              <a:t>2003-11-17</a:t>
            </a:r>
          </a:p>
        </p:txBody>
      </p:sp>
      <p:sp>
        <p:nvSpPr>
          <p:cNvPr id="8" name="TextBox 7">
            <a:extLst>
              <a:ext uri="{FF2B5EF4-FFF2-40B4-BE49-F238E27FC236}">
                <a16:creationId xmlns:a16="http://schemas.microsoft.com/office/drawing/2014/main" id="{BEE6D3E7-D09B-4344-A8C5-E5C48498BB46}"/>
              </a:ext>
            </a:extLst>
          </p:cNvPr>
          <p:cNvSpPr txBox="1"/>
          <p:nvPr/>
        </p:nvSpPr>
        <p:spPr>
          <a:xfrm>
            <a:off x="971550" y="3743325"/>
            <a:ext cx="2714625" cy="1200329"/>
          </a:xfrm>
          <a:prstGeom prst="rect">
            <a:avLst/>
          </a:prstGeom>
          <a:noFill/>
        </p:spPr>
        <p:txBody>
          <a:bodyPr wrap="square" rtlCol="0">
            <a:spAutoFit/>
          </a:bodyPr>
          <a:lstStyle/>
          <a:p>
            <a:r>
              <a:rPr lang="en-US" sz="1800" dirty="0"/>
              <a:t>SELECT * FROM users</a:t>
            </a:r>
          </a:p>
          <a:p>
            <a:r>
              <a:rPr lang="en-US" sz="1800" dirty="0"/>
              <a:t>WHERE name = 'Robert'</a:t>
            </a:r>
          </a:p>
          <a:p>
            <a:r>
              <a:rPr lang="en-US" sz="1800" dirty="0"/>
              <a:t>AND birthdate = '2003-11-17'</a:t>
            </a:r>
          </a:p>
        </p:txBody>
      </p:sp>
      <p:sp>
        <p:nvSpPr>
          <p:cNvPr id="11" name="Arc 10">
            <a:extLst>
              <a:ext uri="{FF2B5EF4-FFF2-40B4-BE49-F238E27FC236}">
                <a16:creationId xmlns:a16="http://schemas.microsoft.com/office/drawing/2014/main" id="{9DF1F042-E4F2-40FA-AD4D-8D08B58915A8}"/>
              </a:ext>
            </a:extLst>
          </p:cNvPr>
          <p:cNvSpPr/>
          <p:nvPr/>
        </p:nvSpPr>
        <p:spPr>
          <a:xfrm>
            <a:off x="2200275" y="2186375"/>
            <a:ext cx="962025" cy="1914525"/>
          </a:xfrm>
          <a:prstGeom prst="arc">
            <a:avLst>
              <a:gd name="adj1" fmla="val 16200000"/>
              <a:gd name="adj2" fmla="val 4779930"/>
            </a:avLst>
          </a:prstGeom>
          <a:ln w="317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12" name="Arc 11">
            <a:extLst>
              <a:ext uri="{FF2B5EF4-FFF2-40B4-BE49-F238E27FC236}">
                <a16:creationId xmlns:a16="http://schemas.microsoft.com/office/drawing/2014/main" id="{6E87714E-8BB1-4015-A30C-D42B30433FBC}"/>
              </a:ext>
            </a:extLst>
          </p:cNvPr>
          <p:cNvSpPr/>
          <p:nvPr/>
        </p:nvSpPr>
        <p:spPr>
          <a:xfrm>
            <a:off x="2632300" y="2471737"/>
            <a:ext cx="1053875" cy="1767662"/>
          </a:xfrm>
          <a:prstGeom prst="arc">
            <a:avLst>
              <a:gd name="adj1" fmla="val 16200000"/>
              <a:gd name="adj2" fmla="val 4689458"/>
            </a:avLst>
          </a:prstGeom>
          <a:ln w="317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21" name="Rectangle 20">
            <a:extLst>
              <a:ext uri="{FF2B5EF4-FFF2-40B4-BE49-F238E27FC236}">
                <a16:creationId xmlns:a16="http://schemas.microsoft.com/office/drawing/2014/main" id="{66D39D11-BA27-45DE-9E6A-BCA45828A979}"/>
              </a:ext>
            </a:extLst>
          </p:cNvPr>
          <p:cNvSpPr/>
          <p:nvPr/>
        </p:nvSpPr>
        <p:spPr>
          <a:xfrm>
            <a:off x="5314950" y="1855322"/>
            <a:ext cx="3114675" cy="160020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2" name="TextBox 21">
            <a:extLst>
              <a:ext uri="{FF2B5EF4-FFF2-40B4-BE49-F238E27FC236}">
                <a16:creationId xmlns:a16="http://schemas.microsoft.com/office/drawing/2014/main" id="{D956F9D5-790C-47A6-B75E-DCC678F2455E}"/>
              </a:ext>
            </a:extLst>
          </p:cNvPr>
          <p:cNvSpPr txBox="1"/>
          <p:nvPr/>
        </p:nvSpPr>
        <p:spPr>
          <a:xfrm>
            <a:off x="5524500" y="2074397"/>
            <a:ext cx="962025" cy="369332"/>
          </a:xfrm>
          <a:prstGeom prst="rect">
            <a:avLst/>
          </a:prstGeom>
          <a:noFill/>
        </p:spPr>
        <p:txBody>
          <a:bodyPr wrap="square" rtlCol="0">
            <a:spAutoFit/>
          </a:bodyPr>
          <a:lstStyle/>
          <a:p>
            <a:pPr algn="r"/>
            <a:r>
              <a:rPr lang="en-US" sz="1800" dirty="0"/>
              <a:t>Name:</a:t>
            </a:r>
          </a:p>
        </p:txBody>
      </p:sp>
      <p:sp>
        <p:nvSpPr>
          <p:cNvPr id="23" name="TextBox 22">
            <a:extLst>
              <a:ext uri="{FF2B5EF4-FFF2-40B4-BE49-F238E27FC236}">
                <a16:creationId xmlns:a16="http://schemas.microsoft.com/office/drawing/2014/main" id="{DCFA551D-5FAB-4BDD-9F9F-91546FD4F4F9}"/>
              </a:ext>
            </a:extLst>
          </p:cNvPr>
          <p:cNvSpPr txBox="1"/>
          <p:nvPr/>
        </p:nvSpPr>
        <p:spPr>
          <a:xfrm>
            <a:off x="5346926" y="2404944"/>
            <a:ext cx="1139600" cy="369332"/>
          </a:xfrm>
          <a:prstGeom prst="rect">
            <a:avLst/>
          </a:prstGeom>
          <a:noFill/>
        </p:spPr>
        <p:txBody>
          <a:bodyPr wrap="square" rtlCol="0">
            <a:spAutoFit/>
          </a:bodyPr>
          <a:lstStyle/>
          <a:p>
            <a:pPr algn="r"/>
            <a:r>
              <a:rPr lang="en-US" sz="1800" dirty="0"/>
              <a:t>Birthdate:</a:t>
            </a:r>
          </a:p>
        </p:txBody>
      </p:sp>
      <p:sp>
        <p:nvSpPr>
          <p:cNvPr id="24" name="Rectangle 23">
            <a:extLst>
              <a:ext uri="{FF2B5EF4-FFF2-40B4-BE49-F238E27FC236}">
                <a16:creationId xmlns:a16="http://schemas.microsoft.com/office/drawing/2014/main" id="{10B72430-9EA6-4E9B-8CD9-FA9472223E2A}"/>
              </a:ext>
            </a:extLst>
          </p:cNvPr>
          <p:cNvSpPr/>
          <p:nvPr/>
        </p:nvSpPr>
        <p:spPr>
          <a:xfrm>
            <a:off x="6486525" y="2100918"/>
            <a:ext cx="1704975" cy="2504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r>
              <a:rPr lang="en-US" sz="1800" dirty="0">
                <a:solidFill>
                  <a:schemeClr val="tx1"/>
                </a:solidFill>
              </a:rPr>
              <a:t>Robert'); Drop Table St</a:t>
            </a:r>
          </a:p>
        </p:txBody>
      </p:sp>
      <p:sp>
        <p:nvSpPr>
          <p:cNvPr id="25" name="Rectangle 24">
            <a:extLst>
              <a:ext uri="{FF2B5EF4-FFF2-40B4-BE49-F238E27FC236}">
                <a16:creationId xmlns:a16="http://schemas.microsoft.com/office/drawing/2014/main" id="{9C2CE45C-8342-4501-8183-7C7C1FC5D924}"/>
              </a:ext>
            </a:extLst>
          </p:cNvPr>
          <p:cNvSpPr/>
          <p:nvPr/>
        </p:nvSpPr>
        <p:spPr>
          <a:xfrm>
            <a:off x="6486525" y="2404944"/>
            <a:ext cx="1704975" cy="28060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tx1"/>
                </a:solidFill>
              </a:rPr>
              <a:t>2003-11-17</a:t>
            </a:r>
          </a:p>
        </p:txBody>
      </p:sp>
      <p:sp>
        <p:nvSpPr>
          <p:cNvPr id="26" name="TextBox 25">
            <a:extLst>
              <a:ext uri="{FF2B5EF4-FFF2-40B4-BE49-F238E27FC236}">
                <a16:creationId xmlns:a16="http://schemas.microsoft.com/office/drawing/2014/main" id="{0B6D64C0-72C9-4421-A506-44B14DDCC5B7}"/>
              </a:ext>
            </a:extLst>
          </p:cNvPr>
          <p:cNvSpPr txBox="1"/>
          <p:nvPr/>
        </p:nvSpPr>
        <p:spPr>
          <a:xfrm>
            <a:off x="5391150" y="3769847"/>
            <a:ext cx="2714625" cy="1477328"/>
          </a:xfrm>
          <a:prstGeom prst="rect">
            <a:avLst/>
          </a:prstGeom>
          <a:noFill/>
        </p:spPr>
        <p:txBody>
          <a:bodyPr wrap="square" rtlCol="0">
            <a:spAutoFit/>
          </a:bodyPr>
          <a:lstStyle/>
          <a:p>
            <a:r>
              <a:rPr lang="en-US" sz="1800" dirty="0"/>
              <a:t>SELECT * FROM users</a:t>
            </a:r>
          </a:p>
          <a:p>
            <a:r>
              <a:rPr lang="en-US" sz="1800" dirty="0"/>
              <a:t>WHERE name = 'Robert');</a:t>
            </a:r>
          </a:p>
          <a:p>
            <a:r>
              <a:rPr lang="en-US" sz="1800" dirty="0">
                <a:solidFill>
                  <a:srgbClr val="CD2D2D"/>
                </a:solidFill>
              </a:rPr>
              <a:t>DROP TABLE Students;</a:t>
            </a:r>
            <a:r>
              <a:rPr lang="en-US" sz="1800" dirty="0"/>
              <a:t>--' AND birthdate = '2003-11-17</a:t>
            </a:r>
          </a:p>
        </p:txBody>
      </p:sp>
      <p:sp>
        <p:nvSpPr>
          <p:cNvPr id="27" name="Arc 26">
            <a:extLst>
              <a:ext uri="{FF2B5EF4-FFF2-40B4-BE49-F238E27FC236}">
                <a16:creationId xmlns:a16="http://schemas.microsoft.com/office/drawing/2014/main" id="{D91AE0DB-90EC-4E38-800C-EE0DC860DABF}"/>
              </a:ext>
            </a:extLst>
          </p:cNvPr>
          <p:cNvSpPr/>
          <p:nvPr/>
        </p:nvSpPr>
        <p:spPr>
          <a:xfrm>
            <a:off x="7889422" y="2257931"/>
            <a:ext cx="962025" cy="1914525"/>
          </a:xfrm>
          <a:prstGeom prst="arc">
            <a:avLst>
              <a:gd name="adj1" fmla="val 16200000"/>
              <a:gd name="adj2" fmla="val 4779930"/>
            </a:avLst>
          </a:prstGeom>
          <a:ln w="317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Tree>
    <p:extLst>
      <p:ext uri="{BB962C8B-B14F-4D97-AF65-F5344CB8AC3E}">
        <p14:creationId xmlns:p14="http://schemas.microsoft.com/office/powerpoint/2010/main" val="495763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ar parked in a parking lot&#10;&#10;Description automatically generated">
            <a:extLst>
              <a:ext uri="{FF2B5EF4-FFF2-40B4-BE49-F238E27FC236}">
                <a16:creationId xmlns:a16="http://schemas.microsoft.com/office/drawing/2014/main" id="{6D9158FD-3FF3-43E8-86ED-68596807A87D}"/>
              </a:ext>
            </a:extLst>
          </p:cNvPr>
          <p:cNvPicPr>
            <a:picLocks noChangeAspect="1"/>
          </p:cNvPicPr>
          <p:nvPr/>
        </p:nvPicPr>
        <p:blipFill>
          <a:blip r:embed="rId3"/>
          <a:stretch>
            <a:fillRect/>
          </a:stretch>
        </p:blipFill>
        <p:spPr>
          <a:xfrm>
            <a:off x="836840" y="1059551"/>
            <a:ext cx="5686676" cy="2369449"/>
          </a:xfrm>
          <a:prstGeom prst="rect">
            <a:avLst/>
          </a:prstGeom>
        </p:spPr>
      </p:pic>
      <p:pic>
        <p:nvPicPr>
          <p:cNvPr id="6" name="Picture 5" descr="A close up of a toy car&#10;&#10;Description automatically generated">
            <a:extLst>
              <a:ext uri="{FF2B5EF4-FFF2-40B4-BE49-F238E27FC236}">
                <a16:creationId xmlns:a16="http://schemas.microsoft.com/office/drawing/2014/main" id="{80A5F466-608F-4870-B70D-8542B2FB0E1F}"/>
              </a:ext>
            </a:extLst>
          </p:cNvPr>
          <p:cNvPicPr>
            <a:picLocks noChangeAspect="1"/>
          </p:cNvPicPr>
          <p:nvPr/>
        </p:nvPicPr>
        <p:blipFill>
          <a:blip r:embed="rId4"/>
          <a:stretch>
            <a:fillRect/>
          </a:stretch>
        </p:blipFill>
        <p:spPr>
          <a:xfrm>
            <a:off x="2258524" y="3619344"/>
            <a:ext cx="6164507" cy="2219222"/>
          </a:xfrm>
          <a:prstGeom prst="rect">
            <a:avLst/>
          </a:prstGeom>
        </p:spPr>
      </p:pic>
    </p:spTree>
    <p:extLst>
      <p:ext uri="{BB962C8B-B14F-4D97-AF65-F5344CB8AC3E}">
        <p14:creationId xmlns:p14="http://schemas.microsoft.com/office/powerpoint/2010/main" val="1953685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4328C-58EB-4CA5-A3A0-4EE0BE2996D2}"/>
              </a:ext>
            </a:extLst>
          </p:cNvPr>
          <p:cNvSpPr>
            <a:spLocks noGrp="1"/>
          </p:cNvSpPr>
          <p:nvPr>
            <p:ph type="title"/>
          </p:nvPr>
        </p:nvSpPr>
        <p:spPr/>
        <p:txBody>
          <a:bodyPr/>
          <a:lstStyle/>
          <a:p>
            <a:r>
              <a:rPr lang="en-US" dirty="0"/>
              <a:t>Protecting Against SQL</a:t>
            </a:r>
            <a:br>
              <a:rPr lang="en-US" dirty="0"/>
            </a:br>
            <a:r>
              <a:rPr lang="en-US" dirty="0"/>
              <a:t>Injection Attacks</a:t>
            </a:r>
          </a:p>
        </p:txBody>
      </p:sp>
      <p:sp>
        <p:nvSpPr>
          <p:cNvPr id="3" name="Content Placeholder 2">
            <a:extLst>
              <a:ext uri="{FF2B5EF4-FFF2-40B4-BE49-F238E27FC236}">
                <a16:creationId xmlns:a16="http://schemas.microsoft.com/office/drawing/2014/main" id="{246E9A83-5726-4E19-9E43-707F3171C124}"/>
              </a:ext>
            </a:extLst>
          </p:cNvPr>
          <p:cNvSpPr>
            <a:spLocks noGrp="1"/>
          </p:cNvSpPr>
          <p:nvPr>
            <p:ph idx="1"/>
          </p:nvPr>
        </p:nvSpPr>
        <p:spPr>
          <a:xfrm>
            <a:off x="685800" y="1981200"/>
            <a:ext cx="8458200" cy="4495800"/>
          </a:xfrm>
        </p:spPr>
        <p:txBody>
          <a:bodyPr/>
          <a:lstStyle/>
          <a:p>
            <a:r>
              <a:rPr lang="en-US" sz="2400" dirty="0"/>
              <a:t>Good: Escape the string before inserting it into a SQL Query</a:t>
            </a:r>
          </a:p>
          <a:p>
            <a:pPr lvl="1"/>
            <a:r>
              <a:rPr lang="en-US" sz="1600" dirty="0">
                <a:latin typeface="Consolas" panose="020B0609020204030204" pitchFamily="49" charset="0"/>
              </a:rPr>
              <a:t>$</a:t>
            </a:r>
            <a:r>
              <a:rPr lang="en-US" sz="1600" dirty="0" err="1">
                <a:latin typeface="Consolas" panose="020B0609020204030204" pitchFamily="49" charset="0"/>
              </a:rPr>
              <a:t>mysqli</a:t>
            </a:r>
            <a:r>
              <a:rPr lang="en-US" sz="1600" dirty="0">
                <a:latin typeface="Consolas" panose="020B0609020204030204" pitchFamily="49" charset="0"/>
              </a:rPr>
              <a:t> -&gt; </a:t>
            </a:r>
            <a:r>
              <a:rPr lang="en-US" sz="1600" dirty="0" err="1">
                <a:latin typeface="Consolas" panose="020B0609020204030204" pitchFamily="49" charset="0"/>
              </a:rPr>
              <a:t>real_escape_string</a:t>
            </a:r>
            <a:r>
              <a:rPr lang="en-US" sz="1600" dirty="0">
                <a:latin typeface="Consolas" panose="020B0609020204030204" pitchFamily="49" charset="0"/>
              </a:rPr>
              <a:t>($</a:t>
            </a:r>
            <a:r>
              <a:rPr lang="en-US" sz="1600" dirty="0" err="1">
                <a:latin typeface="Consolas" panose="020B0609020204030204" pitchFamily="49" charset="0"/>
              </a:rPr>
              <a:t>myvar</a:t>
            </a:r>
            <a:r>
              <a:rPr lang="en-US" sz="1600" dirty="0">
                <a:latin typeface="Consolas" panose="020B0609020204030204" pitchFamily="49" charset="0"/>
              </a:rPr>
              <a:t>)</a:t>
            </a:r>
          </a:p>
          <a:p>
            <a:r>
              <a:rPr lang="en-US" sz="2400" dirty="0"/>
              <a:t>Better: Use Prepared Statements and pass parameters separately</a:t>
            </a:r>
          </a:p>
          <a:p>
            <a:pPr lvl="1"/>
            <a:r>
              <a:rPr lang="en-US" sz="1600" dirty="0">
                <a:latin typeface="Consolas" panose="020B0609020204030204" pitchFamily="49" charset="0"/>
              </a:rPr>
              <a:t>$</a:t>
            </a:r>
            <a:r>
              <a:rPr lang="en-US" sz="1600" dirty="0" err="1">
                <a:latin typeface="Consolas" panose="020B0609020204030204" pitchFamily="49" charset="0"/>
              </a:rPr>
              <a:t>stmt</a:t>
            </a:r>
            <a:r>
              <a:rPr lang="en-US" sz="1600" dirty="0">
                <a:latin typeface="Consolas" panose="020B0609020204030204" pitchFamily="49" charset="0"/>
              </a:rPr>
              <a:t> = $conn -&gt; prepare("INSERT INTO</a:t>
            </a:r>
            <a:br>
              <a:rPr lang="en-US" sz="1600" dirty="0">
                <a:latin typeface="Consolas" panose="020B0609020204030204" pitchFamily="49" charset="0"/>
              </a:rPr>
            </a:br>
            <a:r>
              <a:rPr lang="en-US" sz="1600" dirty="0">
                <a:latin typeface="Consolas" panose="020B0609020204030204" pitchFamily="49" charset="0"/>
              </a:rPr>
              <a:t>    </a:t>
            </a:r>
            <a:r>
              <a:rPr lang="en-US" sz="1600" dirty="0" err="1">
                <a:latin typeface="Consolas" panose="020B0609020204030204" pitchFamily="49" charset="0"/>
              </a:rPr>
              <a:t>MyGuests</a:t>
            </a:r>
            <a:r>
              <a:rPr lang="en-US" sz="1600" dirty="0">
                <a:latin typeface="Consolas" panose="020B0609020204030204" pitchFamily="49" charset="0"/>
              </a:rPr>
              <a:t>(</a:t>
            </a:r>
            <a:r>
              <a:rPr lang="en-US" sz="1600" dirty="0" err="1">
                <a:latin typeface="Consolas" panose="020B0609020204030204" pitchFamily="49" charset="0"/>
              </a:rPr>
              <a:t>firstname,lastname,email</a:t>
            </a:r>
            <a:r>
              <a:rPr lang="en-US" sz="1600" dirty="0">
                <a:latin typeface="Consolas" panose="020B0609020204030204" pitchFamily="49" charset="0"/>
              </a:rPr>
              <a:t>)VALUES(?,?,?)");</a:t>
            </a:r>
            <a:br>
              <a:rPr lang="en-US" sz="1600" dirty="0">
                <a:latin typeface="Consolas" panose="020B0609020204030204" pitchFamily="49" charset="0"/>
              </a:rPr>
            </a:br>
            <a:r>
              <a:rPr lang="en-US" sz="1600" dirty="0">
                <a:latin typeface="Consolas" panose="020B0609020204030204" pitchFamily="49" charset="0"/>
              </a:rPr>
              <a:t>$</a:t>
            </a:r>
            <a:r>
              <a:rPr lang="en-US" sz="1600" dirty="0" err="1">
                <a:latin typeface="Consolas" panose="020B0609020204030204" pitchFamily="49" charset="0"/>
              </a:rPr>
              <a:t>stmt</a:t>
            </a:r>
            <a:r>
              <a:rPr lang="en-US" sz="1600" dirty="0">
                <a:latin typeface="Consolas" panose="020B0609020204030204" pitchFamily="49" charset="0"/>
              </a:rPr>
              <a:t>-&gt;</a:t>
            </a:r>
            <a:r>
              <a:rPr lang="en-US" sz="1600" dirty="0" err="1">
                <a:latin typeface="Consolas" panose="020B0609020204030204" pitchFamily="49" charset="0"/>
              </a:rPr>
              <a:t>bind_param</a:t>
            </a:r>
            <a:r>
              <a:rPr lang="en-US" sz="1600" dirty="0">
                <a:latin typeface="Consolas" panose="020B0609020204030204" pitchFamily="49" charset="0"/>
              </a:rPr>
              <a:t>("</a:t>
            </a:r>
            <a:r>
              <a:rPr lang="en-US" sz="1600" dirty="0" err="1">
                <a:latin typeface="Consolas" panose="020B0609020204030204" pitchFamily="49" charset="0"/>
              </a:rPr>
              <a:t>sss</a:t>
            </a:r>
            <a:r>
              <a:rPr lang="en-US" sz="1600" dirty="0">
                <a:latin typeface="Consolas" panose="020B0609020204030204" pitchFamily="49" charset="0"/>
              </a:rPr>
              <a:t>",$</a:t>
            </a:r>
            <a:r>
              <a:rPr lang="en-US" sz="1600" dirty="0" err="1">
                <a:latin typeface="Consolas" panose="020B0609020204030204" pitchFamily="49" charset="0"/>
              </a:rPr>
              <a:t>firstname</a:t>
            </a:r>
            <a:r>
              <a:rPr lang="en-US" sz="1600" dirty="0">
                <a:latin typeface="Consolas" panose="020B0609020204030204" pitchFamily="49" charset="0"/>
              </a:rPr>
              <a:t>, $</a:t>
            </a:r>
            <a:r>
              <a:rPr lang="en-US" sz="1600" dirty="0" err="1">
                <a:latin typeface="Consolas" panose="020B0609020204030204" pitchFamily="49" charset="0"/>
              </a:rPr>
              <a:t>lastname</a:t>
            </a:r>
            <a:r>
              <a:rPr lang="en-US" sz="1600" dirty="0">
                <a:latin typeface="Consolas" panose="020B0609020204030204" pitchFamily="49" charset="0"/>
              </a:rPr>
              <a:t>, $email);</a:t>
            </a:r>
            <a:br>
              <a:rPr lang="en-US" sz="1600" dirty="0">
                <a:latin typeface="Consolas" panose="020B0609020204030204" pitchFamily="49" charset="0"/>
              </a:rPr>
            </a:br>
            <a:r>
              <a:rPr lang="en-US" sz="1600" dirty="0">
                <a:latin typeface="Consolas" panose="020B0609020204030204" pitchFamily="49" charset="0"/>
              </a:rPr>
              <a:t>$</a:t>
            </a:r>
            <a:r>
              <a:rPr lang="en-US" sz="1600" dirty="0" err="1">
                <a:latin typeface="Consolas" panose="020B0609020204030204" pitchFamily="49" charset="0"/>
              </a:rPr>
              <a:t>firstname</a:t>
            </a:r>
            <a:r>
              <a:rPr lang="en-US" sz="1600" dirty="0">
                <a:latin typeface="Consolas" panose="020B0609020204030204" pitchFamily="49" charset="0"/>
              </a:rPr>
              <a:t> = "Bill"</a:t>
            </a:r>
            <a:br>
              <a:rPr lang="en-US" sz="1600" dirty="0">
                <a:latin typeface="Consolas" panose="020B0609020204030204" pitchFamily="49" charset="0"/>
              </a:rPr>
            </a:br>
            <a:r>
              <a:rPr lang="en-US" sz="1600" dirty="0">
                <a:latin typeface="Consolas" panose="020B0609020204030204" pitchFamily="49" charset="0"/>
              </a:rPr>
              <a:t>$</a:t>
            </a:r>
            <a:r>
              <a:rPr lang="en-US" sz="1600" dirty="0" err="1">
                <a:latin typeface="Consolas" panose="020B0609020204030204" pitchFamily="49" charset="0"/>
              </a:rPr>
              <a:t>lastname</a:t>
            </a:r>
            <a:r>
              <a:rPr lang="en-US" sz="1600" dirty="0">
                <a:latin typeface="Consolas" panose="020B0609020204030204" pitchFamily="49" charset="0"/>
              </a:rPr>
              <a:t> = "Preston"</a:t>
            </a:r>
            <a:br>
              <a:rPr lang="en-US" sz="1600" dirty="0">
                <a:latin typeface="Consolas" panose="020B0609020204030204" pitchFamily="49" charset="0"/>
              </a:rPr>
            </a:br>
            <a:r>
              <a:rPr lang="en-US" sz="1600" dirty="0">
                <a:latin typeface="Consolas" panose="020B0609020204030204" pitchFamily="49" charset="0"/>
              </a:rPr>
              <a:t>$email = "</a:t>
            </a:r>
            <a:r>
              <a:rPr lang="en-US" sz="1600" dirty="0" err="1">
                <a:latin typeface="Consolas" panose="020B0609020204030204" pitchFamily="49" charset="0"/>
              </a:rPr>
              <a:t>bill@wyldstallyns.music</a:t>
            </a:r>
            <a:r>
              <a:rPr lang="en-US" sz="1600" dirty="0">
                <a:latin typeface="Consolas" panose="020B0609020204030204" pitchFamily="49" charset="0"/>
              </a:rPr>
              <a:t>"</a:t>
            </a:r>
            <a:endParaRPr lang="en-US" sz="2000" dirty="0">
              <a:latin typeface="Consolas" panose="020B0609020204030204" pitchFamily="49" charset="0"/>
            </a:endParaRPr>
          </a:p>
          <a:p>
            <a:r>
              <a:rPr lang="en-US" sz="2400" dirty="0"/>
              <a:t>See the excellent resources in the Articles column of </a:t>
            </a:r>
            <a:r>
              <a:rPr lang="en-US" sz="2400" dirty="0" err="1"/>
              <a:t>LearningSuite</a:t>
            </a:r>
            <a:endParaRPr lang="en-US" sz="2400" dirty="0"/>
          </a:p>
          <a:p>
            <a:endParaRPr lang="en-US" sz="2000" dirty="0">
              <a:latin typeface="Consolas" panose="020B0609020204030204" pitchFamily="49" charset="0"/>
            </a:endParaRPr>
          </a:p>
        </p:txBody>
      </p:sp>
    </p:spTree>
    <p:extLst>
      <p:ext uri="{BB962C8B-B14F-4D97-AF65-F5344CB8AC3E}">
        <p14:creationId xmlns:p14="http://schemas.microsoft.com/office/powerpoint/2010/main" val="621536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72C48-246B-4FC6-A865-168F8D6F9860}"/>
              </a:ext>
            </a:extLst>
          </p:cNvPr>
          <p:cNvSpPr>
            <a:spLocks noGrp="1"/>
          </p:cNvSpPr>
          <p:nvPr>
            <p:ph type="title"/>
          </p:nvPr>
        </p:nvSpPr>
        <p:spPr/>
        <p:txBody>
          <a:bodyPr/>
          <a:lstStyle/>
          <a:p>
            <a:r>
              <a:rPr lang="en-US" dirty="0"/>
              <a:t>Near-Synonyms</a:t>
            </a:r>
          </a:p>
        </p:txBody>
      </p:sp>
      <p:graphicFrame>
        <p:nvGraphicFramePr>
          <p:cNvPr id="4" name="Table 4">
            <a:extLst>
              <a:ext uri="{FF2B5EF4-FFF2-40B4-BE49-F238E27FC236}">
                <a16:creationId xmlns:a16="http://schemas.microsoft.com/office/drawing/2014/main" id="{164D1AE9-CBD0-4AD7-A242-E0BCB3399D8E}"/>
              </a:ext>
            </a:extLst>
          </p:cNvPr>
          <p:cNvGraphicFramePr>
            <a:graphicFrameLocks noGrp="1"/>
          </p:cNvGraphicFramePr>
          <p:nvPr>
            <p:ph idx="1"/>
            <p:extLst>
              <p:ext uri="{D42A27DB-BD31-4B8C-83A1-F6EECF244321}">
                <p14:modId xmlns:p14="http://schemas.microsoft.com/office/powerpoint/2010/main" val="3290688014"/>
              </p:ext>
            </p:extLst>
          </p:nvPr>
        </p:nvGraphicFramePr>
        <p:xfrm>
          <a:off x="327258" y="1825625"/>
          <a:ext cx="8422105" cy="1483360"/>
        </p:xfrm>
        <a:graphic>
          <a:graphicData uri="http://schemas.openxmlformats.org/drawingml/2006/table">
            <a:tbl>
              <a:tblPr firstRow="1" bandRow="1">
                <a:tableStyleId>{5C22544A-7EE6-4342-B048-85BDC9FD1C3A}</a:tableStyleId>
              </a:tblPr>
              <a:tblGrid>
                <a:gridCol w="1684421">
                  <a:extLst>
                    <a:ext uri="{9D8B030D-6E8A-4147-A177-3AD203B41FA5}">
                      <a16:colId xmlns:a16="http://schemas.microsoft.com/office/drawing/2014/main" val="1899685873"/>
                    </a:ext>
                  </a:extLst>
                </a:gridCol>
                <a:gridCol w="1684421">
                  <a:extLst>
                    <a:ext uri="{9D8B030D-6E8A-4147-A177-3AD203B41FA5}">
                      <a16:colId xmlns:a16="http://schemas.microsoft.com/office/drawing/2014/main" val="3560479773"/>
                    </a:ext>
                  </a:extLst>
                </a:gridCol>
                <a:gridCol w="1684421">
                  <a:extLst>
                    <a:ext uri="{9D8B030D-6E8A-4147-A177-3AD203B41FA5}">
                      <a16:colId xmlns:a16="http://schemas.microsoft.com/office/drawing/2014/main" val="1019907564"/>
                    </a:ext>
                  </a:extLst>
                </a:gridCol>
                <a:gridCol w="1684421">
                  <a:extLst>
                    <a:ext uri="{9D8B030D-6E8A-4147-A177-3AD203B41FA5}">
                      <a16:colId xmlns:a16="http://schemas.microsoft.com/office/drawing/2014/main" val="2228763480"/>
                    </a:ext>
                  </a:extLst>
                </a:gridCol>
                <a:gridCol w="1684421">
                  <a:extLst>
                    <a:ext uri="{9D8B030D-6E8A-4147-A177-3AD203B41FA5}">
                      <a16:colId xmlns:a16="http://schemas.microsoft.com/office/drawing/2014/main" val="3833105576"/>
                    </a:ext>
                  </a:extLst>
                </a:gridCol>
              </a:tblGrid>
              <a:tr h="370840">
                <a:tc>
                  <a:txBody>
                    <a:bodyPr/>
                    <a:lstStyle/>
                    <a:p>
                      <a:r>
                        <a:rPr lang="en-US" dirty="0"/>
                        <a:t>Database</a:t>
                      </a:r>
                    </a:p>
                  </a:txBody>
                  <a:tcPr/>
                </a:tc>
                <a:tc>
                  <a:txBody>
                    <a:bodyPr/>
                    <a:lstStyle/>
                    <a:p>
                      <a:r>
                        <a:rPr lang="en-US" dirty="0"/>
                        <a:t>Spreadsheet</a:t>
                      </a:r>
                    </a:p>
                  </a:txBody>
                  <a:tcPr/>
                </a:tc>
                <a:tc>
                  <a:txBody>
                    <a:bodyPr/>
                    <a:lstStyle/>
                    <a:p>
                      <a:r>
                        <a:rPr lang="en-US" dirty="0"/>
                        <a:t>Object</a:t>
                      </a:r>
                    </a:p>
                  </a:txBody>
                  <a:tcPr/>
                </a:tc>
                <a:tc>
                  <a:txBody>
                    <a:bodyPr/>
                    <a:lstStyle/>
                    <a:p>
                      <a:r>
                        <a:rPr lang="en-US" dirty="0"/>
                        <a:t>HTML DOM</a:t>
                      </a:r>
                    </a:p>
                  </a:txBody>
                  <a:tcPr/>
                </a:tc>
                <a:tc>
                  <a:txBody>
                    <a:bodyPr/>
                    <a:lstStyle/>
                    <a:p>
                      <a:r>
                        <a:rPr lang="en-US" dirty="0"/>
                        <a:t>E-R Diagram</a:t>
                      </a:r>
                    </a:p>
                  </a:txBody>
                  <a:tcPr/>
                </a:tc>
                <a:extLst>
                  <a:ext uri="{0D108BD9-81ED-4DB2-BD59-A6C34878D82A}">
                    <a16:rowId xmlns:a16="http://schemas.microsoft.com/office/drawing/2014/main" val="142984115"/>
                  </a:ext>
                </a:extLst>
              </a:tr>
              <a:tr h="370840">
                <a:tc>
                  <a:txBody>
                    <a:bodyPr/>
                    <a:lstStyle/>
                    <a:p>
                      <a:r>
                        <a:rPr lang="en-US" dirty="0"/>
                        <a:t>Database</a:t>
                      </a:r>
                    </a:p>
                  </a:txBody>
                  <a:tcPr/>
                </a:tc>
                <a:tc>
                  <a:txBody>
                    <a:bodyPr/>
                    <a:lstStyle/>
                    <a:p>
                      <a:r>
                        <a:rPr lang="en-US" dirty="0"/>
                        <a:t>Table</a:t>
                      </a:r>
                    </a:p>
                  </a:txBody>
                  <a:tcPr/>
                </a:tc>
                <a:tc>
                  <a:txBody>
                    <a:bodyPr/>
                    <a:lstStyle/>
                    <a:p>
                      <a:r>
                        <a:rPr lang="en-US" dirty="0"/>
                        <a:t>Namespace</a:t>
                      </a:r>
                    </a:p>
                  </a:txBody>
                  <a:tcPr/>
                </a:tc>
                <a:tc>
                  <a:txBody>
                    <a:bodyPr/>
                    <a:lstStyle/>
                    <a:p>
                      <a:r>
                        <a:rPr lang="en-US" dirty="0"/>
                        <a:t>Document</a:t>
                      </a:r>
                    </a:p>
                  </a:txBody>
                  <a:tcPr/>
                </a:tc>
                <a:tc>
                  <a:txBody>
                    <a:bodyPr/>
                    <a:lstStyle/>
                    <a:p>
                      <a:r>
                        <a:rPr lang="en-US" dirty="0"/>
                        <a:t>Model</a:t>
                      </a:r>
                    </a:p>
                  </a:txBody>
                  <a:tcPr/>
                </a:tc>
                <a:extLst>
                  <a:ext uri="{0D108BD9-81ED-4DB2-BD59-A6C34878D82A}">
                    <a16:rowId xmlns:a16="http://schemas.microsoft.com/office/drawing/2014/main" val="224852152"/>
                  </a:ext>
                </a:extLst>
              </a:tr>
              <a:tr h="370840">
                <a:tc>
                  <a:txBody>
                    <a:bodyPr/>
                    <a:lstStyle/>
                    <a:p>
                      <a:r>
                        <a:rPr lang="en-US" dirty="0"/>
                        <a:t>Record</a:t>
                      </a:r>
                    </a:p>
                  </a:txBody>
                  <a:tcPr/>
                </a:tc>
                <a:tc>
                  <a:txBody>
                    <a:bodyPr/>
                    <a:lstStyle/>
                    <a:p>
                      <a:r>
                        <a:rPr lang="en-US" dirty="0"/>
                        <a:t>Row</a:t>
                      </a:r>
                    </a:p>
                  </a:txBody>
                  <a:tcPr/>
                </a:tc>
                <a:tc>
                  <a:txBody>
                    <a:bodyPr/>
                    <a:lstStyle/>
                    <a:p>
                      <a:r>
                        <a:rPr lang="en-US" dirty="0"/>
                        <a:t>Object</a:t>
                      </a:r>
                    </a:p>
                  </a:txBody>
                  <a:tcPr/>
                </a:tc>
                <a:tc>
                  <a:txBody>
                    <a:bodyPr/>
                    <a:lstStyle/>
                    <a:p>
                      <a:r>
                        <a:rPr lang="en-US" dirty="0"/>
                        <a:t>Element</a:t>
                      </a:r>
                    </a:p>
                  </a:txBody>
                  <a:tcPr/>
                </a:tc>
                <a:tc>
                  <a:txBody>
                    <a:bodyPr/>
                    <a:lstStyle/>
                    <a:p>
                      <a:r>
                        <a:rPr lang="en-US" dirty="0"/>
                        <a:t>Entity</a:t>
                      </a:r>
                    </a:p>
                  </a:txBody>
                  <a:tcPr/>
                </a:tc>
                <a:extLst>
                  <a:ext uri="{0D108BD9-81ED-4DB2-BD59-A6C34878D82A}">
                    <a16:rowId xmlns:a16="http://schemas.microsoft.com/office/drawing/2014/main" val="2883469562"/>
                  </a:ext>
                </a:extLst>
              </a:tr>
              <a:tr h="370840">
                <a:tc>
                  <a:txBody>
                    <a:bodyPr/>
                    <a:lstStyle/>
                    <a:p>
                      <a:r>
                        <a:rPr lang="en-US" dirty="0"/>
                        <a:t>Field</a:t>
                      </a:r>
                    </a:p>
                  </a:txBody>
                  <a:tcPr/>
                </a:tc>
                <a:tc>
                  <a:txBody>
                    <a:bodyPr/>
                    <a:lstStyle/>
                    <a:p>
                      <a:r>
                        <a:rPr lang="en-US" dirty="0"/>
                        <a:t>Column</a:t>
                      </a:r>
                    </a:p>
                  </a:txBody>
                  <a:tcPr/>
                </a:tc>
                <a:tc>
                  <a:txBody>
                    <a:bodyPr/>
                    <a:lstStyle/>
                    <a:p>
                      <a:r>
                        <a:rPr lang="en-US" dirty="0"/>
                        <a:t>Property</a:t>
                      </a:r>
                    </a:p>
                  </a:txBody>
                  <a:tcPr/>
                </a:tc>
                <a:tc>
                  <a:txBody>
                    <a:bodyPr/>
                    <a:lstStyle/>
                    <a:p>
                      <a:r>
                        <a:rPr lang="en-US" dirty="0"/>
                        <a:t>Property</a:t>
                      </a:r>
                    </a:p>
                  </a:txBody>
                  <a:tcPr/>
                </a:tc>
                <a:tc>
                  <a:txBody>
                    <a:bodyPr/>
                    <a:lstStyle/>
                    <a:p>
                      <a:r>
                        <a:rPr lang="en-US" dirty="0"/>
                        <a:t>Attribute</a:t>
                      </a:r>
                    </a:p>
                  </a:txBody>
                  <a:tcPr/>
                </a:tc>
                <a:extLst>
                  <a:ext uri="{0D108BD9-81ED-4DB2-BD59-A6C34878D82A}">
                    <a16:rowId xmlns:a16="http://schemas.microsoft.com/office/drawing/2014/main" val="1750628925"/>
                  </a:ext>
                </a:extLst>
              </a:tr>
            </a:tbl>
          </a:graphicData>
        </a:graphic>
      </p:graphicFrame>
    </p:spTree>
    <p:extLst>
      <p:ext uri="{BB962C8B-B14F-4D97-AF65-F5344CB8AC3E}">
        <p14:creationId xmlns:p14="http://schemas.microsoft.com/office/powerpoint/2010/main" val="1786904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1138C7-54C8-4C7A-B977-39DD3EE7BD1D}"/>
              </a:ext>
            </a:extLst>
          </p:cNvPr>
          <p:cNvSpPr>
            <a:spLocks noGrp="1"/>
          </p:cNvSpPr>
          <p:nvPr>
            <p:ph type="title"/>
          </p:nvPr>
        </p:nvSpPr>
        <p:spPr/>
        <p:txBody>
          <a:bodyPr/>
          <a:lstStyle/>
          <a:p>
            <a:r>
              <a:rPr lang="en-US" dirty="0"/>
              <a:t>SQL and PHP Walkthrough</a:t>
            </a:r>
          </a:p>
        </p:txBody>
      </p:sp>
      <p:sp>
        <p:nvSpPr>
          <p:cNvPr id="2" name="Content Placeholder 1">
            <a:extLst>
              <a:ext uri="{FF2B5EF4-FFF2-40B4-BE49-F238E27FC236}">
                <a16:creationId xmlns:a16="http://schemas.microsoft.com/office/drawing/2014/main" id="{75C593D4-2358-EA4F-9D7B-4F63C3F5EEEB}"/>
              </a:ext>
            </a:extLst>
          </p:cNvPr>
          <p:cNvSpPr>
            <a:spLocks noGrp="1"/>
          </p:cNvSpPr>
          <p:nvPr>
            <p:ph idx="1"/>
          </p:nvPr>
        </p:nvSpPr>
        <p:spPr>
          <a:xfrm>
            <a:off x="628650" y="2196661"/>
            <a:ext cx="7886700" cy="3980301"/>
          </a:xfrm>
        </p:spPr>
        <p:txBody>
          <a:bodyPr>
            <a:normAutofit/>
          </a:bodyPr>
          <a:lstStyle/>
          <a:p>
            <a:r>
              <a:rPr lang="en-US" sz="2400" dirty="0">
                <a:hlinkClick r:id="rId2"/>
              </a:rPr>
              <a:t>https://byu-itc-210.github.io/walkthrough/PHP-SQL</a:t>
            </a:r>
            <a:endParaRPr lang="en-US" sz="2400" dirty="0"/>
          </a:p>
          <a:p>
            <a:r>
              <a:rPr lang="en-US" sz="2400" dirty="0"/>
              <a:t>Includes SQL Injection and Cross-Site Scripting (XSS</a:t>
            </a:r>
            <a:r>
              <a:rPr lang="en-US" sz="2400"/>
              <a:t>) vulnerabilities.</a:t>
            </a:r>
            <a:endParaRPr lang="en-US" sz="2400" dirty="0"/>
          </a:p>
        </p:txBody>
      </p:sp>
      <p:pic>
        <p:nvPicPr>
          <p:cNvPr id="7" name="Picture 6" descr="Icon&#10;&#10;Description automatically generated">
            <a:extLst>
              <a:ext uri="{FF2B5EF4-FFF2-40B4-BE49-F238E27FC236}">
                <a16:creationId xmlns:a16="http://schemas.microsoft.com/office/drawing/2014/main" id="{C957C39A-B97B-45EC-87FE-C05BC36F6A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1359" y="4985359"/>
            <a:ext cx="1872641" cy="1872641"/>
          </a:xfrm>
          <a:prstGeom prst="rect">
            <a:avLst/>
          </a:prstGeom>
        </p:spPr>
      </p:pic>
    </p:spTree>
    <p:extLst>
      <p:ext uri="{BB962C8B-B14F-4D97-AF65-F5344CB8AC3E}">
        <p14:creationId xmlns:p14="http://schemas.microsoft.com/office/powerpoint/2010/main" val="4225804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091C6-F60A-4452-9225-2DCA5A8294B7}"/>
              </a:ext>
            </a:extLst>
          </p:cNvPr>
          <p:cNvSpPr>
            <a:spLocks noGrp="1"/>
          </p:cNvSpPr>
          <p:nvPr>
            <p:ph type="title"/>
          </p:nvPr>
        </p:nvSpPr>
        <p:spPr>
          <a:xfrm>
            <a:off x="628650" y="365127"/>
            <a:ext cx="7886700" cy="866908"/>
          </a:xfrm>
        </p:spPr>
        <p:txBody>
          <a:bodyPr/>
          <a:lstStyle/>
          <a:p>
            <a:r>
              <a:rPr lang="en-US" dirty="0"/>
              <a:t>Study Questions</a:t>
            </a:r>
          </a:p>
        </p:txBody>
      </p:sp>
      <p:sp>
        <p:nvSpPr>
          <p:cNvPr id="3" name="Content Placeholder 2">
            <a:extLst>
              <a:ext uri="{FF2B5EF4-FFF2-40B4-BE49-F238E27FC236}">
                <a16:creationId xmlns:a16="http://schemas.microsoft.com/office/drawing/2014/main" id="{80D0F350-8A75-4285-B0D9-8372F235DF2B}"/>
              </a:ext>
            </a:extLst>
          </p:cNvPr>
          <p:cNvSpPr>
            <a:spLocks noGrp="1"/>
          </p:cNvSpPr>
          <p:nvPr>
            <p:ph idx="1"/>
          </p:nvPr>
        </p:nvSpPr>
        <p:spPr>
          <a:xfrm>
            <a:off x="628650" y="1232035"/>
            <a:ext cx="7886700" cy="4944928"/>
          </a:xfrm>
        </p:spPr>
        <p:txBody>
          <a:bodyPr/>
          <a:lstStyle/>
          <a:p>
            <a:r>
              <a:rPr lang="en-US"/>
              <a:t>What is a SQL Injection Attack and how to you protect against it?</a:t>
            </a:r>
          </a:p>
          <a:p>
            <a:r>
              <a:rPr lang="en-US"/>
              <a:t>How </a:t>
            </a:r>
            <a:r>
              <a:rPr lang="en-US" dirty="0"/>
              <a:t>does PHP make use of SQL?</a:t>
            </a:r>
          </a:p>
          <a:p>
            <a:r>
              <a:rPr lang="en-US" dirty="0"/>
              <a:t>How do you specify the port number in a URL and why does that make a difference when accessing PHP-</a:t>
            </a:r>
            <a:r>
              <a:rPr lang="en-US" dirty="0" err="1"/>
              <a:t>MyAdmin</a:t>
            </a:r>
            <a:r>
              <a:rPr lang="en-US" dirty="0"/>
              <a:t> for </a:t>
            </a:r>
            <a:r>
              <a:rPr lang="en-US" dirty="0" err="1"/>
              <a:t>MySql</a:t>
            </a:r>
            <a:r>
              <a:rPr lang="en-US" dirty="0"/>
              <a:t>?</a:t>
            </a:r>
          </a:p>
          <a:p>
            <a:r>
              <a:rPr lang="en-US" dirty="0"/>
              <a:t>Why is it useful to store configuration information in the environment (.env) file?</a:t>
            </a:r>
          </a:p>
          <a:p>
            <a:r>
              <a:rPr lang="en-US" dirty="0"/>
              <a:t>Which kind of UML diagram will be used in this week’s homework?</a:t>
            </a:r>
          </a:p>
        </p:txBody>
      </p:sp>
    </p:spTree>
    <p:extLst>
      <p:ext uri="{BB962C8B-B14F-4D97-AF65-F5344CB8AC3E}">
        <p14:creationId xmlns:p14="http://schemas.microsoft.com/office/powerpoint/2010/main" val="19570445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9.6"/>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1037</TotalTime>
  <Words>484</Words>
  <Application>Microsoft Office PowerPoint</Application>
  <PresentationFormat>On-screen Show (4:3)</PresentationFormat>
  <Paragraphs>79</Paragraphs>
  <Slides>11</Slides>
  <Notes>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20" baseType="lpstr">
      <vt:lpstr>Arial</vt:lpstr>
      <vt:lpstr>Calibri</vt:lpstr>
      <vt:lpstr>Calibri Light</vt:lpstr>
      <vt:lpstr>Consolas</vt:lpstr>
      <vt:lpstr>Courier New</vt:lpstr>
      <vt:lpstr>Times New Roman</vt:lpstr>
      <vt:lpstr>Wingdings</vt:lpstr>
      <vt:lpstr>Office Theme</vt:lpstr>
      <vt:lpstr>Image</vt:lpstr>
      <vt:lpstr> SQL Injection MySQL in PHP</vt:lpstr>
      <vt:lpstr>SQL Injection Attacks</vt:lpstr>
      <vt:lpstr>SQL Injection = Huge Security Problem</vt:lpstr>
      <vt:lpstr>PowerPoint Presentation</vt:lpstr>
      <vt:lpstr>PowerPoint Presentation</vt:lpstr>
      <vt:lpstr>SQL Injection Attack</vt:lpstr>
      <vt:lpstr>PowerPoint Presentation</vt:lpstr>
      <vt:lpstr>Protecting Against SQL Injection Attacks</vt:lpstr>
      <vt:lpstr>Near-Synonyms</vt:lpstr>
      <vt:lpstr>SQL and PHP Walkthrough</vt:lpstr>
      <vt:lpstr>Study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MySQL in PHP and UML</dc:title>
  <dc:creator>Brandt Redd</dc:creator>
  <cp:lastModifiedBy>Brandt Redd</cp:lastModifiedBy>
  <cp:revision>5</cp:revision>
  <dcterms:created xsi:type="dcterms:W3CDTF">2020-09-30T05:51:32Z</dcterms:created>
  <dcterms:modified xsi:type="dcterms:W3CDTF">2025-02-07T14:56:40Z</dcterms:modified>
</cp:coreProperties>
</file>