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notesMasterIdLst>
    <p:notesMasterId r:id="rId37"/>
  </p:notesMasterIdLst>
  <p:sldIdLst>
    <p:sldId id="260" r:id="rId2"/>
    <p:sldId id="256" r:id="rId3"/>
    <p:sldId id="344" r:id="rId4"/>
    <p:sldId id="282" r:id="rId5"/>
    <p:sldId id="259" r:id="rId6"/>
    <p:sldId id="343" r:id="rId7"/>
    <p:sldId id="328" r:id="rId8"/>
    <p:sldId id="283" r:id="rId9"/>
    <p:sldId id="285" r:id="rId10"/>
    <p:sldId id="284" r:id="rId11"/>
    <p:sldId id="286" r:id="rId12"/>
    <p:sldId id="335" r:id="rId13"/>
    <p:sldId id="281" r:id="rId14"/>
    <p:sldId id="329" r:id="rId15"/>
    <p:sldId id="338" r:id="rId16"/>
    <p:sldId id="339" r:id="rId17"/>
    <p:sldId id="330" r:id="rId18"/>
    <p:sldId id="289" r:id="rId19"/>
    <p:sldId id="331" r:id="rId20"/>
    <p:sldId id="290" r:id="rId21"/>
    <p:sldId id="276" r:id="rId22"/>
    <p:sldId id="332" r:id="rId23"/>
    <p:sldId id="319" r:id="rId24"/>
    <p:sldId id="320" r:id="rId25"/>
    <p:sldId id="341" r:id="rId26"/>
    <p:sldId id="322" r:id="rId27"/>
    <p:sldId id="333" r:id="rId28"/>
    <p:sldId id="321" r:id="rId29"/>
    <p:sldId id="327" r:id="rId30"/>
    <p:sldId id="323" r:id="rId31"/>
    <p:sldId id="334" r:id="rId32"/>
    <p:sldId id="324" r:id="rId33"/>
    <p:sldId id="325" r:id="rId34"/>
    <p:sldId id="326" r:id="rId35"/>
    <p:sldId id="280"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8" autoAdjust="0"/>
    <p:restoredTop sz="82893" autoAdjust="0"/>
  </p:normalViewPr>
  <p:slideViewPr>
    <p:cSldViewPr>
      <p:cViewPr varScale="1">
        <p:scale>
          <a:sx n="90" d="100"/>
          <a:sy n="90" d="100"/>
        </p:scale>
        <p:origin x="1488" y="270"/>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A3125173-7414-4AAF-8622-627DFBF047B2}"/>
    <pc:docChg chg="undo custSel addSld delSld modSld modMainMaster modNotesMaster">
      <pc:chgData name="Brandt Redd" userId="be8ed540b98adac0" providerId="LiveId" clId="{A3125173-7414-4AAF-8622-627DFBF047B2}" dt="2023-10-10T15:48:40.686" v="434" actId="20577"/>
      <pc:docMkLst>
        <pc:docMk/>
      </pc:docMkLst>
      <pc:sldChg chg="modSp add mod">
        <pc:chgData name="Brandt Redd" userId="be8ed540b98adac0" providerId="LiveId" clId="{A3125173-7414-4AAF-8622-627DFBF047B2}" dt="2023-10-07T23:19:35.399" v="428" actId="113"/>
        <pc:sldMkLst>
          <pc:docMk/>
          <pc:sldMk cId="4081554441" sldId="256"/>
        </pc:sldMkLst>
      </pc:sldChg>
      <pc:sldChg chg="modSp add del mod modNotes">
        <pc:chgData name="Brandt Redd" userId="be8ed540b98adac0" providerId="LiveId" clId="{A3125173-7414-4AAF-8622-627DFBF047B2}" dt="2023-10-07T23:08:19.335" v="41" actId="27636"/>
        <pc:sldMkLst>
          <pc:docMk/>
          <pc:sldMk cId="646716343" sldId="259"/>
        </pc:sldMkLst>
      </pc:sldChg>
      <pc:sldChg chg="modSp mod modNotes">
        <pc:chgData name="Brandt Redd" userId="be8ed540b98adac0" providerId="LiveId" clId="{A3125173-7414-4AAF-8622-627DFBF047B2}" dt="2023-10-07T23:20:23.369" v="430" actId="20577"/>
        <pc:sldMkLst>
          <pc:docMk/>
          <pc:sldMk cId="0" sldId="260"/>
        </pc:sldMkLst>
      </pc:sldChg>
      <pc:sldChg chg="modNotes">
        <pc:chgData name="Brandt Redd" userId="be8ed540b98adac0" providerId="LiveId" clId="{A3125173-7414-4AAF-8622-627DFBF047B2}" dt="2023-10-07T23:08:07.937" v="37"/>
        <pc:sldMkLst>
          <pc:docMk/>
          <pc:sldMk cId="4179970860" sldId="276"/>
        </pc:sldMkLst>
      </pc:sldChg>
      <pc:sldChg chg="addSp delSp modSp mod">
        <pc:chgData name="Brandt Redd" userId="be8ed540b98adac0" providerId="LiveId" clId="{A3125173-7414-4AAF-8622-627DFBF047B2}" dt="2023-10-07T23:14:37.292" v="403" actId="478"/>
        <pc:sldMkLst>
          <pc:docMk/>
          <pc:sldMk cId="232151698" sldId="279"/>
        </pc:sldMkLst>
      </pc:sldChg>
      <pc:sldChg chg="modSp modNotes">
        <pc:chgData name="Brandt Redd" userId="be8ed540b98adac0" providerId="LiveId" clId="{A3125173-7414-4AAF-8622-627DFBF047B2}" dt="2023-10-07T23:08:07.937" v="37"/>
        <pc:sldMkLst>
          <pc:docMk/>
          <pc:sldMk cId="1611185326" sldId="280"/>
        </pc:sldMkLst>
      </pc:sldChg>
      <pc:sldChg chg="modSp mod modNotes">
        <pc:chgData name="Brandt Redd" userId="be8ed540b98adac0" providerId="LiveId" clId="{A3125173-7414-4AAF-8622-627DFBF047B2}" dt="2023-10-07T23:12:47.363" v="396" actId="1076"/>
        <pc:sldMkLst>
          <pc:docMk/>
          <pc:sldMk cId="769090564" sldId="281"/>
        </pc:sldMkLst>
      </pc:sldChg>
      <pc:sldChg chg="modSp mod">
        <pc:chgData name="Brandt Redd" userId="be8ed540b98adac0" providerId="LiveId" clId="{A3125173-7414-4AAF-8622-627DFBF047B2}" dt="2023-10-10T15:48:40.686" v="434" actId="20577"/>
        <pc:sldMkLst>
          <pc:docMk/>
          <pc:sldMk cId="1129601966" sldId="282"/>
        </pc:sldMkLst>
      </pc:sldChg>
      <pc:sldChg chg="modSp modNotes">
        <pc:chgData name="Brandt Redd" userId="be8ed540b98adac0" providerId="LiveId" clId="{A3125173-7414-4AAF-8622-627DFBF047B2}" dt="2023-10-07T23:08:07.937" v="37"/>
        <pc:sldMkLst>
          <pc:docMk/>
          <pc:sldMk cId="3235951094" sldId="283"/>
        </pc:sldMkLst>
      </pc:sldChg>
      <pc:sldChg chg="modSp modNotes">
        <pc:chgData name="Brandt Redd" userId="be8ed540b98adac0" providerId="LiveId" clId="{A3125173-7414-4AAF-8622-627DFBF047B2}" dt="2023-10-07T23:08:07.937" v="37"/>
        <pc:sldMkLst>
          <pc:docMk/>
          <pc:sldMk cId="2059019831" sldId="284"/>
        </pc:sldMkLst>
      </pc:sldChg>
      <pc:sldChg chg="modSp modNotes">
        <pc:chgData name="Brandt Redd" userId="be8ed540b98adac0" providerId="LiveId" clId="{A3125173-7414-4AAF-8622-627DFBF047B2}" dt="2023-10-07T23:08:07.937" v="37"/>
        <pc:sldMkLst>
          <pc:docMk/>
          <pc:sldMk cId="862846512" sldId="285"/>
        </pc:sldMkLst>
      </pc:sldChg>
      <pc:sldChg chg="modSp">
        <pc:chgData name="Brandt Redd" userId="be8ed540b98adac0" providerId="LiveId" clId="{A3125173-7414-4AAF-8622-627DFBF047B2}" dt="2023-10-07T23:08:07.937" v="37"/>
        <pc:sldMkLst>
          <pc:docMk/>
          <pc:sldMk cId="183692147" sldId="286"/>
        </pc:sldMkLst>
      </pc:sldChg>
      <pc:sldChg chg="addSp delSp modSp mod">
        <pc:chgData name="Brandt Redd" userId="be8ed540b98adac0" providerId="LiveId" clId="{A3125173-7414-4AAF-8622-627DFBF047B2}" dt="2023-10-07T23:13:31.062" v="401" actId="478"/>
        <pc:sldMkLst>
          <pc:docMk/>
          <pc:sldMk cId="3204606083" sldId="289"/>
        </pc:sldMkLst>
      </pc:sldChg>
      <pc:sldChg chg="modSp">
        <pc:chgData name="Brandt Redd" userId="be8ed540b98adac0" providerId="LiveId" clId="{A3125173-7414-4AAF-8622-627DFBF047B2}" dt="2023-10-07T23:08:07.937" v="37"/>
        <pc:sldMkLst>
          <pc:docMk/>
          <pc:sldMk cId="1469924374" sldId="290"/>
        </pc:sldMkLst>
      </pc:sldChg>
      <pc:sldChg chg="modSp mod modNotes">
        <pc:chgData name="Brandt Redd" userId="be8ed540b98adac0" providerId="LiveId" clId="{A3125173-7414-4AAF-8622-627DFBF047B2}" dt="2023-10-07T23:14:56.233" v="406" actId="1076"/>
        <pc:sldMkLst>
          <pc:docMk/>
          <pc:sldMk cId="3012937897" sldId="319"/>
        </pc:sldMkLst>
      </pc:sldChg>
      <pc:sldChg chg="modSp mod modNotes">
        <pc:chgData name="Brandt Redd" userId="be8ed540b98adac0" providerId="LiveId" clId="{A3125173-7414-4AAF-8622-627DFBF047B2}" dt="2023-10-07T23:15:29.120" v="411" actId="14100"/>
        <pc:sldMkLst>
          <pc:docMk/>
          <pc:sldMk cId="2011136471" sldId="320"/>
        </pc:sldMkLst>
      </pc:sldChg>
      <pc:sldChg chg="addSp modSp mod setBg">
        <pc:chgData name="Brandt Redd" userId="be8ed540b98adac0" providerId="LiveId" clId="{A3125173-7414-4AAF-8622-627DFBF047B2}" dt="2023-10-07T23:17:03.574" v="418" actId="14100"/>
        <pc:sldMkLst>
          <pc:docMk/>
          <pc:sldMk cId="3982749776" sldId="321"/>
        </pc:sldMkLst>
      </pc:sldChg>
      <pc:sldChg chg="addSp delSp modSp del mod modNotes">
        <pc:chgData name="Brandt Redd" userId="be8ed540b98adac0" providerId="LiveId" clId="{A3125173-7414-4AAF-8622-627DFBF047B2}" dt="2023-10-07T23:16:06.809" v="414" actId="2696"/>
        <pc:sldMkLst>
          <pc:docMk/>
          <pc:sldMk cId="608333093" sldId="322"/>
        </pc:sldMkLst>
      </pc:sldChg>
      <pc:sldChg chg="add">
        <pc:chgData name="Brandt Redd" userId="be8ed540b98adac0" providerId="LiveId" clId="{A3125173-7414-4AAF-8622-627DFBF047B2}" dt="2023-10-07T23:16:10.556" v="415"/>
        <pc:sldMkLst>
          <pc:docMk/>
          <pc:sldMk cId="1969047879" sldId="322"/>
        </pc:sldMkLst>
      </pc:sldChg>
      <pc:sldChg chg="modSp mod modNotes">
        <pc:chgData name="Brandt Redd" userId="be8ed540b98adac0" providerId="LiveId" clId="{A3125173-7414-4AAF-8622-627DFBF047B2}" dt="2023-10-07T23:17:25.272" v="421" actId="1076"/>
        <pc:sldMkLst>
          <pc:docMk/>
          <pc:sldMk cId="1728344138" sldId="323"/>
        </pc:sldMkLst>
      </pc:sldChg>
      <pc:sldChg chg="modSp">
        <pc:chgData name="Brandt Redd" userId="be8ed540b98adac0" providerId="LiveId" clId="{A3125173-7414-4AAF-8622-627DFBF047B2}" dt="2023-10-07T23:08:07.937" v="37"/>
        <pc:sldMkLst>
          <pc:docMk/>
          <pc:sldMk cId="3763776769" sldId="324"/>
        </pc:sldMkLst>
      </pc:sldChg>
      <pc:sldChg chg="modSp">
        <pc:chgData name="Brandt Redd" userId="be8ed540b98adac0" providerId="LiveId" clId="{A3125173-7414-4AAF-8622-627DFBF047B2}" dt="2023-10-07T23:08:07.937" v="37"/>
        <pc:sldMkLst>
          <pc:docMk/>
          <pc:sldMk cId="3446790989" sldId="325"/>
        </pc:sldMkLst>
      </pc:sldChg>
      <pc:sldChg chg="modSp mod">
        <pc:chgData name="Brandt Redd" userId="be8ed540b98adac0" providerId="LiveId" clId="{A3125173-7414-4AAF-8622-627DFBF047B2}" dt="2023-10-07T23:18:04.581" v="422" actId="1076"/>
        <pc:sldMkLst>
          <pc:docMk/>
          <pc:sldMk cId="2059177754" sldId="326"/>
        </pc:sldMkLst>
      </pc:sldChg>
      <pc:sldChg chg="modSp">
        <pc:chgData name="Brandt Redd" userId="be8ed540b98adac0" providerId="LiveId" clId="{A3125173-7414-4AAF-8622-627DFBF047B2}" dt="2023-10-07T23:08:07.937" v="37"/>
        <pc:sldMkLst>
          <pc:docMk/>
          <pc:sldMk cId="3582268776" sldId="327"/>
        </pc:sldMkLst>
      </pc:sldChg>
      <pc:sldChg chg="modSp mod">
        <pc:chgData name="Brandt Redd" userId="be8ed540b98adac0" providerId="LiveId" clId="{A3125173-7414-4AAF-8622-627DFBF047B2}" dt="2023-10-07T23:08:07.937" v="37"/>
        <pc:sldMkLst>
          <pc:docMk/>
          <pc:sldMk cId="1056826297" sldId="328"/>
        </pc:sldMkLst>
      </pc:sldChg>
      <pc:sldChg chg="modSp">
        <pc:chgData name="Brandt Redd" userId="be8ed540b98adac0" providerId="LiveId" clId="{A3125173-7414-4AAF-8622-627DFBF047B2}" dt="2023-10-07T23:08:07.937" v="37"/>
        <pc:sldMkLst>
          <pc:docMk/>
          <pc:sldMk cId="1046412449" sldId="329"/>
        </pc:sldMkLst>
      </pc:sldChg>
      <pc:sldChg chg="modSp">
        <pc:chgData name="Brandt Redd" userId="be8ed540b98adac0" providerId="LiveId" clId="{A3125173-7414-4AAF-8622-627DFBF047B2}" dt="2023-10-07T23:08:07.937" v="37"/>
        <pc:sldMkLst>
          <pc:docMk/>
          <pc:sldMk cId="1303683020" sldId="330"/>
        </pc:sldMkLst>
      </pc:sldChg>
      <pc:sldChg chg="modSp">
        <pc:chgData name="Brandt Redd" userId="be8ed540b98adac0" providerId="LiveId" clId="{A3125173-7414-4AAF-8622-627DFBF047B2}" dt="2023-10-07T23:08:07.937" v="37"/>
        <pc:sldMkLst>
          <pc:docMk/>
          <pc:sldMk cId="2468281072" sldId="331"/>
        </pc:sldMkLst>
      </pc:sldChg>
      <pc:sldChg chg="modSp">
        <pc:chgData name="Brandt Redd" userId="be8ed540b98adac0" providerId="LiveId" clId="{A3125173-7414-4AAF-8622-627DFBF047B2}" dt="2023-10-07T23:08:07.937" v="37"/>
        <pc:sldMkLst>
          <pc:docMk/>
          <pc:sldMk cId="757519050" sldId="332"/>
        </pc:sldMkLst>
      </pc:sldChg>
      <pc:sldChg chg="modSp">
        <pc:chgData name="Brandt Redd" userId="be8ed540b98adac0" providerId="LiveId" clId="{A3125173-7414-4AAF-8622-627DFBF047B2}" dt="2023-10-07T23:08:07.937" v="37"/>
        <pc:sldMkLst>
          <pc:docMk/>
          <pc:sldMk cId="808396465" sldId="333"/>
        </pc:sldMkLst>
      </pc:sldChg>
      <pc:sldChg chg="modSp">
        <pc:chgData name="Brandt Redd" userId="be8ed540b98adac0" providerId="LiveId" clId="{A3125173-7414-4AAF-8622-627DFBF047B2}" dt="2023-10-07T23:08:07.937" v="37"/>
        <pc:sldMkLst>
          <pc:docMk/>
          <pc:sldMk cId="3832048578" sldId="334"/>
        </pc:sldMkLst>
      </pc:sldChg>
      <pc:sldChg chg="modSp">
        <pc:chgData name="Brandt Redd" userId="be8ed540b98adac0" providerId="LiveId" clId="{A3125173-7414-4AAF-8622-627DFBF047B2}" dt="2023-10-07T23:08:07.937" v="37"/>
        <pc:sldMkLst>
          <pc:docMk/>
          <pc:sldMk cId="1306899805" sldId="338"/>
        </pc:sldMkLst>
      </pc:sldChg>
      <pc:sldChg chg="addSp delSp modSp mod modNotes">
        <pc:chgData name="Brandt Redd" userId="be8ed540b98adac0" providerId="LiveId" clId="{A3125173-7414-4AAF-8622-627DFBF047B2}" dt="2023-10-07T23:13:17.185" v="399" actId="478"/>
        <pc:sldMkLst>
          <pc:docMk/>
          <pc:sldMk cId="2676555768" sldId="339"/>
        </pc:sldMkLst>
      </pc:sldChg>
      <pc:sldChg chg="modSp modNotes">
        <pc:chgData name="Brandt Redd" userId="be8ed540b98adac0" providerId="LiveId" clId="{A3125173-7414-4AAF-8622-627DFBF047B2}" dt="2023-10-07T23:08:07.937" v="37"/>
        <pc:sldMkLst>
          <pc:docMk/>
          <pc:sldMk cId="3852141243" sldId="342"/>
        </pc:sldMkLst>
      </pc:sldChg>
      <pc:sldChg chg="addSp delSp modSp new mod setBg">
        <pc:chgData name="Brandt Redd" userId="be8ed540b98adac0" providerId="LiveId" clId="{A3125173-7414-4AAF-8622-627DFBF047B2}" dt="2023-10-07T23:12:51.920" v="397"/>
        <pc:sldMkLst>
          <pc:docMk/>
          <pc:sldMk cId="3163120353" sldId="343"/>
        </pc:sldMkLst>
      </pc:sldChg>
      <pc:sldChg chg="add del">
        <pc:chgData name="Brandt Redd" userId="be8ed540b98adac0" providerId="LiveId" clId="{A3125173-7414-4AAF-8622-627DFBF047B2}" dt="2023-10-07T23:17:18.425" v="420"/>
        <pc:sldMkLst>
          <pc:docMk/>
          <pc:sldMk cId="1906044211" sldId="344"/>
        </pc:sldMkLst>
      </pc:sldChg>
      <pc:sldMasterChg chg="modSp modSldLayout">
        <pc:chgData name="Brandt Redd" userId="be8ed540b98adac0" providerId="LiveId" clId="{A3125173-7414-4AAF-8622-627DFBF047B2}" dt="2023-10-07T23:08:07.937" v="37"/>
        <pc:sldMasterMkLst>
          <pc:docMk/>
          <pc:sldMasterMk cId="0" sldId="2147483697"/>
        </pc:sldMasterMkLst>
        <pc:sldLayoutChg chg="modSp">
          <pc:chgData name="Brandt Redd" userId="be8ed540b98adac0" providerId="LiveId" clId="{A3125173-7414-4AAF-8622-627DFBF047B2}" dt="2023-10-07T23:08:07.937" v="37"/>
          <pc:sldLayoutMkLst>
            <pc:docMk/>
            <pc:sldMasterMk cId="0" sldId="2147483697"/>
            <pc:sldLayoutMk cId="2643811648" sldId="2147483698"/>
          </pc:sldLayoutMkLst>
        </pc:sldLayoutChg>
        <pc:sldLayoutChg chg="modSp">
          <pc:chgData name="Brandt Redd" userId="be8ed540b98adac0" providerId="LiveId" clId="{A3125173-7414-4AAF-8622-627DFBF047B2}" dt="2023-10-07T23:08:07.937" v="37"/>
          <pc:sldLayoutMkLst>
            <pc:docMk/>
            <pc:sldMasterMk cId="0" sldId="2147483697"/>
            <pc:sldLayoutMk cId="2881148023" sldId="2147483700"/>
          </pc:sldLayoutMkLst>
        </pc:sldLayoutChg>
        <pc:sldLayoutChg chg="modSp">
          <pc:chgData name="Brandt Redd" userId="be8ed540b98adac0" providerId="LiveId" clId="{A3125173-7414-4AAF-8622-627DFBF047B2}" dt="2023-10-07T23:08:07.937" v="37"/>
          <pc:sldLayoutMkLst>
            <pc:docMk/>
            <pc:sldMasterMk cId="0" sldId="2147483697"/>
            <pc:sldLayoutMk cId="3125583686" sldId="2147483701"/>
          </pc:sldLayoutMkLst>
        </pc:sldLayoutChg>
        <pc:sldLayoutChg chg="modSp">
          <pc:chgData name="Brandt Redd" userId="be8ed540b98adac0" providerId="LiveId" clId="{A3125173-7414-4AAF-8622-627DFBF047B2}" dt="2023-10-07T23:08:07.937" v="37"/>
          <pc:sldLayoutMkLst>
            <pc:docMk/>
            <pc:sldMasterMk cId="0" sldId="2147483697"/>
            <pc:sldLayoutMk cId="2724762935" sldId="2147483702"/>
          </pc:sldLayoutMkLst>
        </pc:sldLayoutChg>
        <pc:sldLayoutChg chg="modSp">
          <pc:chgData name="Brandt Redd" userId="be8ed540b98adac0" providerId="LiveId" clId="{A3125173-7414-4AAF-8622-627DFBF047B2}" dt="2023-10-07T23:08:07.937" v="37"/>
          <pc:sldLayoutMkLst>
            <pc:docMk/>
            <pc:sldMasterMk cId="0" sldId="2147483697"/>
            <pc:sldLayoutMk cId="1466954494" sldId="2147483705"/>
          </pc:sldLayoutMkLst>
        </pc:sldLayoutChg>
        <pc:sldLayoutChg chg="modSp">
          <pc:chgData name="Brandt Redd" userId="be8ed540b98adac0" providerId="LiveId" clId="{A3125173-7414-4AAF-8622-627DFBF047B2}" dt="2023-10-07T23:08:07.937" v="37"/>
          <pc:sldLayoutMkLst>
            <pc:docMk/>
            <pc:sldMasterMk cId="0" sldId="2147483697"/>
            <pc:sldLayoutMk cId="3188909753" sldId="2147483706"/>
          </pc:sldLayoutMkLst>
        </pc:sldLayoutChg>
        <pc:sldLayoutChg chg="modSp">
          <pc:chgData name="Brandt Redd" userId="be8ed540b98adac0" providerId="LiveId" clId="{A3125173-7414-4AAF-8622-627DFBF047B2}" dt="2023-10-07T23:08:07.937" v="37"/>
          <pc:sldLayoutMkLst>
            <pc:docMk/>
            <pc:sldMasterMk cId="0" sldId="2147483697"/>
            <pc:sldLayoutMk cId="280527481" sldId="2147483708"/>
          </pc:sldLayoutMkLst>
        </pc:sldLayoutChg>
        <pc:sldLayoutChg chg="modSp">
          <pc:chgData name="Brandt Redd" userId="be8ed540b98adac0" providerId="LiveId" clId="{A3125173-7414-4AAF-8622-627DFBF047B2}" dt="2023-10-07T23:08:07.937" v="37"/>
          <pc:sldLayoutMkLst>
            <pc:docMk/>
            <pc:sldMasterMk cId="0" sldId="2147483697"/>
            <pc:sldLayoutMk cId="2918193" sldId="2147483709"/>
          </pc:sldLayoutMkLst>
        </pc:sldLayoutChg>
      </pc:sldMasterChg>
    </pc:docChg>
  </pc:docChgLst>
  <pc:docChgLst>
    <pc:chgData name="Brandt Redd" userId="be8ed540b98adac0" providerId="LiveId" clId="{0ADE0CE4-E3D7-493D-8FF9-3054E84FD251}"/>
    <pc:docChg chg="delSld">
      <pc:chgData name="Brandt Redd" userId="be8ed540b98adac0" providerId="LiveId" clId="{0ADE0CE4-E3D7-493D-8FF9-3054E84FD251}" dt="2021-12-23T16:42:10.776" v="0" actId="47"/>
      <pc:docMkLst>
        <pc:docMk/>
      </pc:docMkLst>
      <pc:sldChg chg="del">
        <pc:chgData name="Brandt Redd" userId="be8ed540b98adac0" providerId="LiveId" clId="{0ADE0CE4-E3D7-493D-8FF9-3054E84FD251}" dt="2021-12-23T16:42:10.776" v="0" actId="47"/>
        <pc:sldMkLst>
          <pc:docMk/>
          <pc:sldMk cId="2165265974" sldId="336"/>
        </pc:sldMkLst>
      </pc:sldChg>
    </pc:docChg>
  </pc:docChgLst>
  <pc:docChgLst>
    <pc:chgData name="Brandt Redd" userId="be8ed540b98adac0" providerId="LiveId" clId="{62813DF9-24B6-4E6E-B77D-3E6A059B37EE}"/>
    <pc:docChg chg="delSld">
      <pc:chgData name="Brandt Redd" userId="be8ed540b98adac0" providerId="LiveId" clId="{62813DF9-24B6-4E6E-B77D-3E6A059B37EE}" dt="2022-10-03T13:59:23.383" v="0" actId="47"/>
      <pc:docMkLst>
        <pc:docMk/>
      </pc:docMkLst>
      <pc:sldChg chg="del">
        <pc:chgData name="Brandt Redd" userId="be8ed540b98adac0" providerId="LiveId" clId="{62813DF9-24B6-4E6E-B77D-3E6A059B37EE}" dt="2022-10-03T13:59:23.383" v="0" actId="47"/>
        <pc:sldMkLst>
          <pc:docMk/>
          <pc:sldMk cId="4215967466" sldId="277"/>
        </pc:sldMkLst>
      </pc:sldChg>
    </pc:docChg>
  </pc:docChgLst>
  <pc:docChgLst>
    <pc:chgData name="Brandt Redd" userId="be8ed540b98adac0" providerId="LiveId" clId="{4B18E7F8-CC45-4865-8120-13FBB0A3CAD4}"/>
    <pc:docChg chg="undo custSel addSld delSld modSld">
      <pc:chgData name="Brandt Redd" userId="be8ed540b98adac0" providerId="LiveId" clId="{4B18E7F8-CC45-4865-8120-13FBB0A3CAD4}" dt="2022-02-07T14:49:58.336" v="661" actId="20577"/>
      <pc:docMkLst>
        <pc:docMk/>
      </pc:docMkLst>
      <pc:sldChg chg="modSp mod">
        <pc:chgData name="Brandt Redd" userId="be8ed540b98adac0" providerId="LiveId" clId="{4B18E7F8-CC45-4865-8120-13FBB0A3CAD4}" dt="2022-02-07T03:33:22.307" v="36" actId="20577"/>
        <pc:sldMkLst>
          <pc:docMk/>
          <pc:sldMk cId="4179970860" sldId="276"/>
        </pc:sldMkLst>
      </pc:sldChg>
      <pc:sldChg chg="modSp mod">
        <pc:chgData name="Brandt Redd" userId="be8ed540b98adac0" providerId="LiveId" clId="{4B18E7F8-CC45-4865-8120-13FBB0A3CAD4}" dt="2022-02-07T14:47:57.378" v="450" actId="20577"/>
        <pc:sldMkLst>
          <pc:docMk/>
          <pc:sldMk cId="4215967466" sldId="277"/>
        </pc:sldMkLst>
      </pc:sldChg>
      <pc:sldChg chg="del">
        <pc:chgData name="Brandt Redd" userId="be8ed540b98adac0" providerId="LiveId" clId="{4B18E7F8-CC45-4865-8120-13FBB0A3CAD4}" dt="2022-02-07T14:48:18.052" v="495" actId="47"/>
        <pc:sldMkLst>
          <pc:docMk/>
          <pc:sldMk cId="1852288629" sldId="278"/>
        </pc:sldMkLst>
      </pc:sldChg>
      <pc:sldChg chg="modSp mod">
        <pc:chgData name="Brandt Redd" userId="be8ed540b98adac0" providerId="LiveId" clId="{4B18E7F8-CC45-4865-8120-13FBB0A3CAD4}" dt="2022-02-07T03:33:10.245" v="30" actId="20577"/>
        <pc:sldMkLst>
          <pc:docMk/>
          <pc:sldMk cId="1469924374" sldId="290"/>
        </pc:sldMkLst>
      </pc:sldChg>
      <pc:sldChg chg="modSp mod">
        <pc:chgData name="Brandt Redd" userId="be8ed540b98adac0" providerId="LiveId" clId="{4B18E7F8-CC45-4865-8120-13FBB0A3CAD4}" dt="2022-02-07T03:34:20.553" v="66" actId="20577"/>
        <pc:sldMkLst>
          <pc:docMk/>
          <pc:sldMk cId="3012937897" sldId="319"/>
        </pc:sldMkLst>
      </pc:sldChg>
      <pc:sldChg chg="addSp delSp modSp">
        <pc:chgData name="Brandt Redd" userId="be8ed540b98adac0" providerId="LiveId" clId="{4B18E7F8-CC45-4865-8120-13FBB0A3CAD4}" dt="2022-02-07T03:34:43.424" v="68" actId="478"/>
        <pc:sldMkLst>
          <pc:docMk/>
          <pc:sldMk cId="608333093" sldId="322"/>
        </pc:sldMkLst>
      </pc:sldChg>
      <pc:sldChg chg="modSp mod">
        <pc:chgData name="Brandt Redd" userId="be8ed540b98adac0" providerId="LiveId" clId="{4B18E7F8-CC45-4865-8120-13FBB0A3CAD4}" dt="2022-02-07T03:52:29.728" v="444" actId="20577"/>
        <pc:sldMkLst>
          <pc:docMk/>
          <pc:sldMk cId="2059177754" sldId="326"/>
        </pc:sldMkLst>
      </pc:sldChg>
      <pc:sldChg chg="modSp mod">
        <pc:chgData name="Brandt Redd" userId="be8ed540b98adac0" providerId="LiveId" clId="{4B18E7F8-CC45-4865-8120-13FBB0A3CAD4}" dt="2022-02-07T03:30:01.745" v="1" actId="14100"/>
        <pc:sldMkLst>
          <pc:docMk/>
          <pc:sldMk cId="1306899805" sldId="338"/>
        </pc:sldMkLst>
      </pc:sldChg>
      <pc:sldChg chg="del">
        <pc:chgData name="Brandt Redd" userId="be8ed540b98adac0" providerId="LiveId" clId="{4B18E7F8-CC45-4865-8120-13FBB0A3CAD4}" dt="2022-02-07T14:47:18.052" v="445" actId="47"/>
        <pc:sldMkLst>
          <pc:docMk/>
          <pc:sldMk cId="62148650" sldId="340"/>
        </pc:sldMkLst>
      </pc:sldChg>
      <pc:sldChg chg="modSp new mod">
        <pc:chgData name="Brandt Redd" userId="be8ed540b98adac0" providerId="LiveId" clId="{4B18E7F8-CC45-4865-8120-13FBB0A3CAD4}" dt="2022-02-07T03:46:05.615" v="372" actId="20577"/>
        <pc:sldMkLst>
          <pc:docMk/>
          <pc:sldMk cId="4172455291" sldId="341"/>
        </pc:sldMkLst>
      </pc:sldChg>
      <pc:sldChg chg="modSp add mod modNotesTx">
        <pc:chgData name="Brandt Redd" userId="be8ed540b98adac0" providerId="LiveId" clId="{4B18E7F8-CC45-4865-8120-13FBB0A3CAD4}" dt="2022-02-07T14:49:58.336" v="661" actId="20577"/>
        <pc:sldMkLst>
          <pc:docMk/>
          <pc:sldMk cId="3852141243" sldId="342"/>
        </pc:sldMkLst>
      </pc:sldChg>
    </pc:docChg>
  </pc:docChgLst>
  <pc:docChgLst>
    <pc:chgData name="Brandt Redd" userId="be8ed540b98adac0" providerId="LiveId" clId="{6382CAB2-3069-4111-9FE6-1F1FF39440B0}"/>
    <pc:docChg chg="undo custSel modSld">
      <pc:chgData name="Brandt Redd" userId="be8ed540b98adac0" providerId="LiveId" clId="{6382CAB2-3069-4111-9FE6-1F1FF39440B0}" dt="2023-07-06T22:07:26.430" v="10" actId="14100"/>
      <pc:docMkLst>
        <pc:docMk/>
      </pc:docMkLst>
      <pc:sldChg chg="addSp delSp modSp mod">
        <pc:chgData name="Brandt Redd" userId="be8ed540b98adac0" providerId="LiveId" clId="{6382CAB2-3069-4111-9FE6-1F1FF39440B0}" dt="2023-07-06T22:07:26.430" v="10" actId="14100"/>
        <pc:sldMkLst>
          <pc:docMk/>
          <pc:sldMk cId="2059019831" sldId="284"/>
        </pc:sldMkLst>
      </pc:sldChg>
    </pc:docChg>
  </pc:docChgLst>
  <pc:docChgLst>
    <pc:chgData name="Brandt Redd" userId="be8ed540b98adac0" providerId="LiveId" clId="{27E5CC40-EE09-4E97-9BA8-306CBBEAC0CB}"/>
    <pc:docChg chg="delSld">
      <pc:chgData name="Brandt Redd" userId="be8ed540b98adac0" providerId="LiveId" clId="{27E5CC40-EE09-4E97-9BA8-306CBBEAC0CB}" dt="2025-02-12T02:14:43.217" v="0" actId="47"/>
      <pc:docMkLst>
        <pc:docMk/>
      </pc:docMkLst>
      <pc:sldChg chg="del">
        <pc:chgData name="Brandt Redd" userId="be8ed540b98adac0" providerId="LiveId" clId="{27E5CC40-EE09-4E97-9BA8-306CBBEAC0CB}" dt="2025-02-12T02:14:43.217" v="0" actId="47"/>
        <pc:sldMkLst>
          <pc:docMk/>
          <pc:sldMk cId="232151698" sldId="279"/>
        </pc:sldMkLst>
      </pc:sldChg>
    </pc:docChg>
  </pc:docChgLst>
  <pc:docChgLst>
    <pc:chgData name="Brandt Redd" userId="be8ed540b98adac0" providerId="LiveId" clId="{65F54518-1760-4C30-848C-3BD8BDC2B556}"/>
    <pc:docChg chg="custSel addSld modSld">
      <pc:chgData name="Brandt Redd" userId="be8ed540b98adac0" providerId="LiveId" clId="{65F54518-1760-4C30-848C-3BD8BDC2B556}" dt="2024-10-07T15:24:48.864" v="132" actId="20577"/>
      <pc:docMkLst>
        <pc:docMk/>
      </pc:docMkLst>
      <pc:sldChg chg="addSp modSp mod">
        <pc:chgData name="Brandt Redd" userId="be8ed540b98adac0" providerId="LiveId" clId="{65F54518-1760-4C30-848C-3BD8BDC2B556}" dt="2024-10-07T13:56:46.615" v="113" actId="1076"/>
        <pc:sldMkLst>
          <pc:docMk/>
          <pc:sldMk cId="4081554441" sldId="256"/>
        </pc:sldMkLst>
      </pc:sldChg>
      <pc:sldChg chg="modSp mod">
        <pc:chgData name="Brandt Redd" userId="be8ed540b98adac0" providerId="LiveId" clId="{65F54518-1760-4C30-848C-3BD8BDC2B556}" dt="2024-10-07T01:28:07.196" v="14" actId="20577"/>
        <pc:sldMkLst>
          <pc:docMk/>
          <pc:sldMk cId="0" sldId="260"/>
        </pc:sldMkLst>
      </pc:sldChg>
      <pc:sldChg chg="modSp mod">
        <pc:chgData name="Brandt Redd" userId="be8ed540b98adac0" providerId="LiveId" clId="{65F54518-1760-4C30-848C-3BD8BDC2B556}" dt="2024-10-07T01:26:05.906" v="10" actId="20577"/>
        <pc:sldMkLst>
          <pc:docMk/>
          <pc:sldMk cId="769090564" sldId="281"/>
        </pc:sldMkLst>
      </pc:sldChg>
      <pc:sldChg chg="modSp mod">
        <pc:chgData name="Brandt Redd" userId="be8ed540b98adac0" providerId="LiveId" clId="{65F54518-1760-4C30-848C-3BD8BDC2B556}" dt="2024-10-07T15:24:22.426" v="120" actId="20577"/>
        <pc:sldMkLst>
          <pc:docMk/>
          <pc:sldMk cId="1046412449" sldId="329"/>
        </pc:sldMkLst>
      </pc:sldChg>
      <pc:sldChg chg="modSp mod">
        <pc:chgData name="Brandt Redd" userId="be8ed540b98adac0" providerId="LiveId" clId="{65F54518-1760-4C30-848C-3BD8BDC2B556}" dt="2024-10-07T15:24:28.498" v="124" actId="20577"/>
        <pc:sldMkLst>
          <pc:docMk/>
          <pc:sldMk cId="1303683020" sldId="330"/>
        </pc:sldMkLst>
      </pc:sldChg>
      <pc:sldChg chg="modSp mod">
        <pc:chgData name="Brandt Redd" userId="be8ed540b98adac0" providerId="LiveId" clId="{65F54518-1760-4C30-848C-3BD8BDC2B556}" dt="2024-10-07T15:24:33.113" v="126" actId="20577"/>
        <pc:sldMkLst>
          <pc:docMk/>
          <pc:sldMk cId="2468281072" sldId="331"/>
        </pc:sldMkLst>
      </pc:sldChg>
      <pc:sldChg chg="modSp mod">
        <pc:chgData name="Brandt Redd" userId="be8ed540b98adac0" providerId="LiveId" clId="{65F54518-1760-4C30-848C-3BD8BDC2B556}" dt="2024-10-07T15:24:37.987" v="128" actId="20577"/>
        <pc:sldMkLst>
          <pc:docMk/>
          <pc:sldMk cId="757519050" sldId="332"/>
        </pc:sldMkLst>
      </pc:sldChg>
      <pc:sldChg chg="modSp mod">
        <pc:chgData name="Brandt Redd" userId="be8ed540b98adac0" providerId="LiveId" clId="{65F54518-1760-4C30-848C-3BD8BDC2B556}" dt="2024-10-07T15:24:42.709" v="130" actId="20577"/>
        <pc:sldMkLst>
          <pc:docMk/>
          <pc:sldMk cId="808396465" sldId="333"/>
        </pc:sldMkLst>
      </pc:sldChg>
      <pc:sldChg chg="modSp mod">
        <pc:chgData name="Brandt Redd" userId="be8ed540b98adac0" providerId="LiveId" clId="{65F54518-1760-4C30-848C-3BD8BDC2B556}" dt="2024-10-07T15:24:48.864" v="132" actId="20577"/>
        <pc:sldMkLst>
          <pc:docMk/>
          <pc:sldMk cId="3832048578" sldId="334"/>
        </pc:sldMkLst>
      </pc:sldChg>
      <pc:sldChg chg="addSp delSp modSp new mod modClrScheme chgLayout">
        <pc:chgData name="Brandt Redd" userId="be8ed540b98adac0" providerId="LiveId" clId="{65F54518-1760-4C30-848C-3BD8BDC2B556}" dt="2024-10-07T13:59:30.656" v="118" actId="700"/>
        <pc:sldMkLst>
          <pc:docMk/>
          <pc:sldMk cId="1949910356" sldId="344"/>
        </pc:sldMkLst>
      </pc:sldChg>
    </pc:docChg>
  </pc:docChgLst>
  <pc:docChgLst>
    <pc:chgData name="Brandt Redd" userId="be8ed540b98adac0" providerId="LiveId" clId="{0DCD083D-2156-4E9F-8E8E-B2CA79A021B8}"/>
    <pc:docChg chg="undo redo custSel mod addSld delSld modSld sldOrd">
      <pc:chgData name="Brandt Redd" userId="be8ed540b98adac0" providerId="LiveId" clId="{0DCD083D-2156-4E9F-8E8E-B2CA79A021B8}" dt="2020-10-05T13:54:24.006" v="7504" actId="20577"/>
      <pc:docMkLst>
        <pc:docMk/>
      </pc:docMkLst>
      <pc:sldChg chg="addSp modSp mod setBg chgLayout">
        <pc:chgData name="Brandt Redd" userId="be8ed540b98adac0" providerId="LiveId" clId="{0DCD083D-2156-4E9F-8E8E-B2CA79A021B8}" dt="2020-10-05T13:54:24.006" v="7504" actId="20577"/>
        <pc:sldMkLst>
          <pc:docMk/>
          <pc:sldMk cId="0" sldId="260"/>
        </pc:sldMkLst>
      </pc:sldChg>
      <pc:sldChg chg="modSp mod modNotesTx">
        <pc:chgData name="Brandt Redd" userId="be8ed540b98adac0" providerId="LiveId" clId="{0DCD083D-2156-4E9F-8E8E-B2CA79A021B8}" dt="2020-10-05T05:05:31.218" v="3151" actId="20577"/>
        <pc:sldMkLst>
          <pc:docMk/>
          <pc:sldMk cId="4179970860" sldId="276"/>
        </pc:sldMkLst>
      </pc:sldChg>
      <pc:sldChg chg="modSp mod ord">
        <pc:chgData name="Brandt Redd" userId="be8ed540b98adac0" providerId="LiveId" clId="{0DCD083D-2156-4E9F-8E8E-B2CA79A021B8}" dt="2020-10-05T05:02:32.304" v="3139" actId="14100"/>
        <pc:sldMkLst>
          <pc:docMk/>
          <pc:sldMk cId="232151698" sldId="279"/>
        </pc:sldMkLst>
      </pc:sldChg>
      <pc:sldChg chg="modSp mod">
        <pc:chgData name="Brandt Redd" userId="be8ed540b98adac0" providerId="LiveId" clId="{0DCD083D-2156-4E9F-8E8E-B2CA79A021B8}" dt="2020-10-05T05:50:02.440" v="6579" actId="20577"/>
        <pc:sldMkLst>
          <pc:docMk/>
          <pc:sldMk cId="1611185326" sldId="280"/>
        </pc:sldMkLst>
      </pc:sldChg>
      <pc:sldChg chg="addSp delSp modSp mod ord">
        <pc:chgData name="Brandt Redd" userId="be8ed540b98adac0" providerId="LiveId" clId="{0DCD083D-2156-4E9F-8E8E-B2CA79A021B8}" dt="2020-10-05T05:39:24.427" v="5365"/>
        <pc:sldMkLst>
          <pc:docMk/>
          <pc:sldMk cId="769090564" sldId="281"/>
        </pc:sldMkLst>
      </pc:sldChg>
      <pc:sldChg chg="modSp new mod">
        <pc:chgData name="Brandt Redd" userId="be8ed540b98adac0" providerId="LiveId" clId="{0DCD083D-2156-4E9F-8E8E-B2CA79A021B8}" dt="2020-10-05T06:06:20.660" v="6675" actId="20577"/>
        <pc:sldMkLst>
          <pc:docMk/>
          <pc:sldMk cId="1129601966" sldId="282"/>
        </pc:sldMkLst>
      </pc:sldChg>
      <pc:sldChg chg="addSp delSp modSp new mod modNotesTx">
        <pc:chgData name="Brandt Redd" userId="be8ed540b98adac0" providerId="LiveId" clId="{0DCD083D-2156-4E9F-8E8E-B2CA79A021B8}" dt="2020-10-05T04:31:44.108" v="385"/>
        <pc:sldMkLst>
          <pc:docMk/>
          <pc:sldMk cId="3235951094" sldId="283"/>
        </pc:sldMkLst>
      </pc:sldChg>
      <pc:sldChg chg="addSp delSp modSp add mod modNotesTx">
        <pc:chgData name="Brandt Redd" userId="be8ed540b98adac0" providerId="LiveId" clId="{0DCD083D-2156-4E9F-8E8E-B2CA79A021B8}" dt="2020-10-05T04:34:19.909" v="639" actId="115"/>
        <pc:sldMkLst>
          <pc:docMk/>
          <pc:sldMk cId="2059019831" sldId="284"/>
        </pc:sldMkLst>
      </pc:sldChg>
      <pc:sldChg chg="addSp delSp modSp new mod modNotesTx">
        <pc:chgData name="Brandt Redd" userId="be8ed540b98adac0" providerId="LiveId" clId="{0DCD083D-2156-4E9F-8E8E-B2CA79A021B8}" dt="2020-10-05T04:34:04.952" v="638"/>
        <pc:sldMkLst>
          <pc:docMk/>
          <pc:sldMk cId="862846512" sldId="285"/>
        </pc:sldMkLst>
      </pc:sldChg>
      <pc:sldChg chg="addSp delSp modSp new mod setBg modClrScheme chgLayout">
        <pc:chgData name="Brandt Redd" userId="be8ed540b98adac0" providerId="LiveId" clId="{0DCD083D-2156-4E9F-8E8E-B2CA79A021B8}" dt="2020-10-05T06:08:22.008" v="6746" actId="26606"/>
        <pc:sldMkLst>
          <pc:docMk/>
          <pc:sldMk cId="183692147" sldId="286"/>
        </pc:sldMkLst>
      </pc:sldChg>
      <pc:sldChg chg="modSp new mod">
        <pc:chgData name="Brandt Redd" userId="be8ed540b98adac0" providerId="LiveId" clId="{0DCD083D-2156-4E9F-8E8E-B2CA79A021B8}" dt="2020-10-05T04:43:28.642" v="1745" actId="20577"/>
        <pc:sldMkLst>
          <pc:docMk/>
          <pc:sldMk cId="2360764896" sldId="287"/>
        </pc:sldMkLst>
      </pc:sldChg>
      <pc:sldChg chg="modSp new mod modNotesTx">
        <pc:chgData name="Brandt Redd" userId="be8ed540b98adac0" providerId="LiveId" clId="{0DCD083D-2156-4E9F-8E8E-B2CA79A021B8}" dt="2020-10-05T06:09:40.317" v="6758" actId="20577"/>
        <pc:sldMkLst>
          <pc:docMk/>
          <pc:sldMk cId="2554877036" sldId="288"/>
        </pc:sldMkLst>
      </pc:sldChg>
      <pc:sldChg chg="modSp new mod">
        <pc:chgData name="Brandt Redd" userId="be8ed540b98adac0" providerId="LiveId" clId="{0DCD083D-2156-4E9F-8E8E-B2CA79A021B8}" dt="2020-10-05T04:49:00.919" v="2265" actId="20577"/>
        <pc:sldMkLst>
          <pc:docMk/>
          <pc:sldMk cId="3204606083" sldId="289"/>
        </pc:sldMkLst>
      </pc:sldChg>
      <pc:sldChg chg="addSp delSp modSp new mod">
        <pc:chgData name="Brandt Redd" userId="be8ed540b98adac0" providerId="LiveId" clId="{0DCD083D-2156-4E9F-8E8E-B2CA79A021B8}" dt="2020-10-05T04:57:32.668" v="2963" actId="20577"/>
        <pc:sldMkLst>
          <pc:docMk/>
          <pc:sldMk cId="1469924374" sldId="290"/>
        </pc:sldMkLst>
      </pc:sldChg>
      <pc:sldChg chg="modSp add mod">
        <pc:chgData name="Brandt Redd" userId="be8ed540b98adac0" providerId="LiveId" clId="{0DCD083D-2156-4E9F-8E8E-B2CA79A021B8}" dt="2020-10-05T05:10:38.489" v="3229" actId="1076"/>
        <pc:sldMkLst>
          <pc:docMk/>
          <pc:sldMk cId="3012937897" sldId="319"/>
        </pc:sldMkLst>
      </pc:sldChg>
      <pc:sldChg chg="modSp add mod">
        <pc:chgData name="Brandt Redd" userId="be8ed540b98adac0" providerId="LiveId" clId="{0DCD083D-2156-4E9F-8E8E-B2CA79A021B8}" dt="2020-10-05T05:11:34.826" v="3232" actId="1076"/>
        <pc:sldMkLst>
          <pc:docMk/>
          <pc:sldMk cId="2011136471" sldId="320"/>
        </pc:sldMkLst>
      </pc:sldChg>
      <pc:sldChg chg="modSp new mod">
        <pc:chgData name="Brandt Redd" userId="be8ed540b98adac0" providerId="LiveId" clId="{0DCD083D-2156-4E9F-8E8E-B2CA79A021B8}" dt="2020-10-05T06:10:57.702" v="6768" actId="20577"/>
        <pc:sldMkLst>
          <pc:docMk/>
          <pc:sldMk cId="3982749776" sldId="321"/>
        </pc:sldMkLst>
      </pc:sldChg>
      <pc:sldChg chg="modSp add mod">
        <pc:chgData name="Brandt Redd" userId="be8ed540b98adac0" providerId="LiveId" clId="{0DCD083D-2156-4E9F-8E8E-B2CA79A021B8}" dt="2020-10-05T05:15:42.085" v="3380" actId="1076"/>
        <pc:sldMkLst>
          <pc:docMk/>
          <pc:sldMk cId="608333093" sldId="322"/>
        </pc:sldMkLst>
      </pc:sldChg>
      <pc:sldChg chg="modSp new mod">
        <pc:chgData name="Brandt Redd" userId="be8ed540b98adac0" providerId="LiveId" clId="{0DCD083D-2156-4E9F-8E8E-B2CA79A021B8}" dt="2020-10-05T05:23:44.986" v="4185" actId="14100"/>
        <pc:sldMkLst>
          <pc:docMk/>
          <pc:sldMk cId="1728344138" sldId="323"/>
        </pc:sldMkLst>
      </pc:sldChg>
      <pc:sldChg chg="addSp delSp modSp new mod">
        <pc:chgData name="Brandt Redd" userId="be8ed540b98adac0" providerId="LiveId" clId="{0DCD083D-2156-4E9F-8E8E-B2CA79A021B8}" dt="2020-10-05T05:50:37.591" v="6583" actId="20577"/>
        <pc:sldMkLst>
          <pc:docMk/>
          <pc:sldMk cId="3763776769" sldId="324"/>
        </pc:sldMkLst>
      </pc:sldChg>
      <pc:sldChg chg="addSp modSp new mod">
        <pc:chgData name="Brandt Redd" userId="be8ed540b98adac0" providerId="LiveId" clId="{0DCD083D-2156-4E9F-8E8E-B2CA79A021B8}" dt="2020-10-05T05:37:00.841" v="5232" actId="13926"/>
        <pc:sldMkLst>
          <pc:docMk/>
          <pc:sldMk cId="3446790989" sldId="325"/>
        </pc:sldMkLst>
      </pc:sldChg>
      <pc:sldChg chg="addSp delSp modSp new mod">
        <pc:chgData name="Brandt Redd" userId="be8ed540b98adac0" providerId="LiveId" clId="{0DCD083D-2156-4E9F-8E8E-B2CA79A021B8}" dt="2020-10-05T05:49:29.696" v="6552" actId="20577"/>
        <pc:sldMkLst>
          <pc:docMk/>
          <pc:sldMk cId="2059177754" sldId="326"/>
        </pc:sldMkLst>
      </pc:sldChg>
      <pc:sldChg chg="addSp delSp new mod modClrScheme chgLayout">
        <pc:chgData name="Brandt Redd" userId="be8ed540b98adac0" providerId="LiveId" clId="{0DCD083D-2156-4E9F-8E8E-B2CA79A021B8}" dt="2020-10-05T06:05:16.102" v="6653" actId="22"/>
        <pc:sldMkLst>
          <pc:docMk/>
          <pc:sldMk cId="3582268776" sldId="327"/>
        </pc:sldMkLst>
      </pc:sldChg>
      <pc:sldChg chg="addSp delSp modSp new mod setBg modClrScheme chgLayout">
        <pc:chgData name="Brandt Redd" userId="be8ed540b98adac0" providerId="LiveId" clId="{0DCD083D-2156-4E9F-8E8E-B2CA79A021B8}" dt="2020-10-05T06:12:13.331" v="6799" actId="26606"/>
        <pc:sldMkLst>
          <pc:docMk/>
          <pc:sldMk cId="1056826297" sldId="328"/>
        </pc:sldMkLst>
      </pc:sldChg>
      <pc:sldChg chg="addSp delSp modSp add mod setBg delDesignElem">
        <pc:chgData name="Brandt Redd" userId="be8ed540b98adac0" providerId="LiveId" clId="{0DCD083D-2156-4E9F-8E8E-B2CA79A021B8}" dt="2020-10-05T06:12:50.695" v="6831" actId="27636"/>
        <pc:sldMkLst>
          <pc:docMk/>
          <pc:sldMk cId="1046412449" sldId="329"/>
        </pc:sldMkLst>
      </pc:sldChg>
      <pc:sldChg chg="modSp add mod">
        <pc:chgData name="Brandt Redd" userId="be8ed540b98adac0" providerId="LiveId" clId="{0DCD083D-2156-4E9F-8E8E-B2CA79A021B8}" dt="2020-10-05T06:13:22.617" v="6852" actId="6549"/>
        <pc:sldMkLst>
          <pc:docMk/>
          <pc:sldMk cId="1303683020" sldId="330"/>
        </pc:sldMkLst>
      </pc:sldChg>
      <pc:sldChg chg="addSp delSp add del setBg delDesignElem">
        <pc:chgData name="Brandt Redd" userId="be8ed540b98adac0" providerId="LiveId" clId="{0DCD083D-2156-4E9F-8E8E-B2CA79A021B8}" dt="2020-10-05T06:13:12.395" v="6834"/>
        <pc:sldMkLst>
          <pc:docMk/>
          <pc:sldMk cId="3167217668" sldId="330"/>
        </pc:sldMkLst>
      </pc:sldChg>
      <pc:sldChg chg="addSp delSp add del setBg delDesignElem">
        <pc:chgData name="Brandt Redd" userId="be8ed540b98adac0" providerId="LiveId" clId="{0DCD083D-2156-4E9F-8E8E-B2CA79A021B8}" dt="2020-10-05T06:13:34.652" v="6855"/>
        <pc:sldMkLst>
          <pc:docMk/>
          <pc:sldMk cId="1316719018" sldId="331"/>
        </pc:sldMkLst>
      </pc:sldChg>
      <pc:sldChg chg="modSp add mod">
        <pc:chgData name="Brandt Redd" userId="be8ed540b98adac0" providerId="LiveId" clId="{0DCD083D-2156-4E9F-8E8E-B2CA79A021B8}" dt="2020-10-05T06:13:41.328" v="6864" actId="6549"/>
        <pc:sldMkLst>
          <pc:docMk/>
          <pc:sldMk cId="2468281072" sldId="331"/>
        </pc:sldMkLst>
      </pc:sldChg>
      <pc:sldChg chg="modSp add mod">
        <pc:chgData name="Brandt Redd" userId="be8ed540b98adac0" providerId="LiveId" clId="{0DCD083D-2156-4E9F-8E8E-B2CA79A021B8}" dt="2020-10-05T06:14:12.719" v="6884" actId="20577"/>
        <pc:sldMkLst>
          <pc:docMk/>
          <pc:sldMk cId="757519050" sldId="332"/>
        </pc:sldMkLst>
      </pc:sldChg>
      <pc:sldChg chg="addSp delSp add del setBg delDesignElem">
        <pc:chgData name="Brandt Redd" userId="be8ed540b98adac0" providerId="LiveId" clId="{0DCD083D-2156-4E9F-8E8E-B2CA79A021B8}" dt="2020-10-05T06:14:06.692" v="6867"/>
        <pc:sldMkLst>
          <pc:docMk/>
          <pc:sldMk cId="3828415301" sldId="332"/>
        </pc:sldMkLst>
      </pc:sldChg>
      <pc:sldChg chg="modSp add mod">
        <pc:chgData name="Brandt Redd" userId="be8ed540b98adac0" providerId="LiveId" clId="{0DCD083D-2156-4E9F-8E8E-B2CA79A021B8}" dt="2020-10-05T06:14:46.888" v="6909" actId="27636"/>
        <pc:sldMkLst>
          <pc:docMk/>
          <pc:sldMk cId="808396465" sldId="333"/>
        </pc:sldMkLst>
      </pc:sldChg>
      <pc:sldChg chg="addSp delSp add del setBg delDesignElem">
        <pc:chgData name="Brandt Redd" userId="be8ed540b98adac0" providerId="LiveId" clId="{0DCD083D-2156-4E9F-8E8E-B2CA79A021B8}" dt="2020-10-05T06:14:35.700" v="6887"/>
        <pc:sldMkLst>
          <pc:docMk/>
          <pc:sldMk cId="3206493327" sldId="333"/>
        </pc:sldMkLst>
      </pc:sldChg>
      <pc:sldChg chg="addSp delSp add del setBg delDesignElem">
        <pc:chgData name="Brandt Redd" userId="be8ed540b98adac0" providerId="LiveId" clId="{0DCD083D-2156-4E9F-8E8E-B2CA79A021B8}" dt="2020-10-05T06:15:03.566" v="6912"/>
        <pc:sldMkLst>
          <pc:docMk/>
          <pc:sldMk cId="668450452" sldId="334"/>
        </pc:sldMkLst>
      </pc:sldChg>
      <pc:sldChg chg="modSp add mod">
        <pc:chgData name="Brandt Redd" userId="be8ed540b98adac0" providerId="LiveId" clId="{0DCD083D-2156-4E9F-8E8E-B2CA79A021B8}" dt="2020-10-05T06:15:47.614" v="6972" actId="14100"/>
        <pc:sldMkLst>
          <pc:docMk/>
          <pc:sldMk cId="3832048578" sldId="334"/>
        </pc:sldMkLst>
      </pc:sldChg>
      <pc:sldChg chg="modSp new mod">
        <pc:chgData name="Brandt Redd" userId="be8ed540b98adac0" providerId="LiveId" clId="{0DCD083D-2156-4E9F-8E8E-B2CA79A021B8}" dt="2020-10-05T06:40:28.737" v="7034" actId="403"/>
        <pc:sldMkLst>
          <pc:docMk/>
          <pc:sldMk cId="1919172019" sldId="335"/>
        </pc:sldMkLst>
      </pc:sldChg>
      <pc:sldChg chg="modSp new mod">
        <pc:chgData name="Brandt Redd" userId="be8ed540b98adac0" providerId="LiveId" clId="{0DCD083D-2156-4E9F-8E8E-B2CA79A021B8}" dt="2020-10-05T06:44:42.179" v="7326" actId="20577"/>
        <pc:sldMkLst>
          <pc:docMk/>
          <pc:sldMk cId="2165265974" sldId="336"/>
        </pc:sldMkLst>
      </pc:sldChg>
      <pc:sldChg chg="modSp new mod">
        <pc:chgData name="Brandt Redd" userId="be8ed540b98adac0" providerId="LiveId" clId="{0DCD083D-2156-4E9F-8E8E-B2CA79A021B8}" dt="2020-10-05T06:46:04.806" v="7448" actId="20577"/>
        <pc:sldMkLst>
          <pc:docMk/>
          <pc:sldMk cId="2107859046" sldId="337"/>
        </pc:sldMkLst>
      </pc:sldChg>
    </pc:docChg>
  </pc:docChgLst>
  <pc:docChgLst>
    <pc:chgData name="Brandt Redd" userId="be8ed540b98adac0" providerId="LiveId" clId="{67F90B93-CB39-45AC-A472-3A9BAEF6F3D4}"/>
    <pc:docChg chg="addSld delSld modSld">
      <pc:chgData name="Brandt Redd" userId="be8ed540b98adac0" providerId="LiveId" clId="{67F90B93-CB39-45AC-A472-3A9BAEF6F3D4}" dt="2021-08-16T16:41:03.700" v="4" actId="20577"/>
      <pc:docMkLst>
        <pc:docMk/>
      </pc:docMkLst>
      <pc:sldChg chg="del">
        <pc:chgData name="Brandt Redd" userId="be8ed540b98adac0" providerId="LiveId" clId="{67F90B93-CB39-45AC-A472-3A9BAEF6F3D4}" dt="2021-08-16T16:27:22.550" v="1" actId="47"/>
        <pc:sldMkLst>
          <pc:docMk/>
          <pc:sldMk cId="2360764896" sldId="287"/>
        </pc:sldMkLst>
      </pc:sldChg>
      <pc:sldChg chg="del">
        <pc:chgData name="Brandt Redd" userId="be8ed540b98adac0" providerId="LiveId" clId="{67F90B93-CB39-45AC-A472-3A9BAEF6F3D4}" dt="2021-08-16T16:36:18.754" v="3" actId="47"/>
        <pc:sldMkLst>
          <pc:docMk/>
          <pc:sldMk cId="2554877036" sldId="288"/>
        </pc:sldMkLst>
      </pc:sldChg>
      <pc:sldChg chg="modSp mod">
        <pc:chgData name="Brandt Redd" userId="be8ed540b98adac0" providerId="LiveId" clId="{67F90B93-CB39-45AC-A472-3A9BAEF6F3D4}" dt="2021-08-16T16:41:03.700" v="4" actId="20577"/>
        <pc:sldMkLst>
          <pc:docMk/>
          <pc:sldMk cId="1469924374" sldId="290"/>
        </pc:sldMkLst>
      </pc:sldChg>
      <pc:sldChg chg="add">
        <pc:chgData name="Brandt Redd" userId="be8ed540b98adac0" providerId="LiveId" clId="{67F90B93-CB39-45AC-A472-3A9BAEF6F3D4}" dt="2021-08-16T16:27:18.620" v="0"/>
        <pc:sldMkLst>
          <pc:docMk/>
          <pc:sldMk cId="1306899805" sldId="338"/>
        </pc:sldMkLst>
      </pc:sldChg>
      <pc:sldChg chg="add">
        <pc:chgData name="Brandt Redd" userId="be8ed540b98adac0" providerId="LiveId" clId="{67F90B93-CB39-45AC-A472-3A9BAEF6F3D4}" dt="2021-08-16T16:36:16.200" v="2"/>
        <pc:sldMkLst>
          <pc:docMk/>
          <pc:sldMk cId="2676555768" sldId="339"/>
        </pc:sldMkLst>
      </pc:sldChg>
    </pc:docChg>
  </pc:docChgLst>
  <pc:docChgLst>
    <pc:chgData name="Brandt Redd" userId="be8ed540b98adac0" providerId="LiveId" clId="{2541103D-81D8-428B-8454-1D541FD821AD}"/>
    <pc:docChg chg="undo custSel modSld sldOrd">
      <pc:chgData name="Brandt Redd" userId="be8ed540b98adac0" providerId="LiveId" clId="{2541103D-81D8-428B-8454-1D541FD821AD}" dt="2021-02-16T14:56:59.931" v="180" actId="20577"/>
      <pc:docMkLst>
        <pc:docMk/>
      </pc:docMkLst>
      <pc:sldChg chg="modSp mod modNotesTx">
        <pc:chgData name="Brandt Redd" userId="be8ed540b98adac0" providerId="LiveId" clId="{2541103D-81D8-428B-8454-1D541FD821AD}" dt="2021-02-16T08:40:52.261" v="120" actId="20577"/>
        <pc:sldMkLst>
          <pc:docMk/>
          <pc:sldMk cId="1611185326" sldId="280"/>
        </pc:sldMkLst>
      </pc:sldChg>
      <pc:sldChg chg="modSp mod ord">
        <pc:chgData name="Brandt Redd" userId="be8ed540b98adac0" providerId="LiveId" clId="{2541103D-81D8-428B-8454-1D541FD821AD}" dt="2021-02-16T08:36:43.222" v="103" actId="1076"/>
        <pc:sldMkLst>
          <pc:docMk/>
          <pc:sldMk cId="2059019831" sldId="284"/>
        </pc:sldMkLst>
      </pc:sldChg>
      <pc:sldChg chg="modSp mod">
        <pc:chgData name="Brandt Redd" userId="be8ed540b98adac0" providerId="LiveId" clId="{2541103D-81D8-428B-8454-1D541FD821AD}" dt="2021-02-16T08:38:13.176" v="111" actId="20577"/>
        <pc:sldMkLst>
          <pc:docMk/>
          <pc:sldMk cId="2360764896" sldId="287"/>
        </pc:sldMkLst>
      </pc:sldChg>
      <pc:sldChg chg="modSp mod">
        <pc:chgData name="Brandt Redd" userId="be8ed540b98adac0" providerId="LiveId" clId="{2541103D-81D8-428B-8454-1D541FD821AD}" dt="2021-02-16T14:56:59.931" v="180" actId="20577"/>
        <pc:sldMkLst>
          <pc:docMk/>
          <pc:sldMk cId="2165265974" sldId="336"/>
        </pc:sldMkLst>
      </pc:sldChg>
      <pc:sldChg chg="modSp mod">
        <pc:chgData name="Brandt Redd" userId="be8ed540b98adac0" providerId="LiveId" clId="{2541103D-81D8-428B-8454-1D541FD821AD}" dt="2021-02-16T08:35:11.282" v="99" actId="20577"/>
        <pc:sldMkLst>
          <pc:docMk/>
          <pc:sldMk cId="2107859046" sldId="337"/>
        </pc:sldMkLst>
      </pc:sldChg>
    </pc:docChg>
  </pc:docChgLst>
  <pc:docChgLst>
    <pc:chgData name="Brandt Redd" userId="be8ed540b98adac0" providerId="LiveId" clId="{A83BFE19-ACF6-4579-8D4A-8EFF9686B7B5}"/>
    <pc:docChg chg="custSel delSld modSld">
      <pc:chgData name="Brandt Redd" userId="be8ed540b98adac0" providerId="LiveId" clId="{A83BFE19-ACF6-4579-8D4A-8EFF9686B7B5}" dt="2024-02-12T02:35:42.742" v="47" actId="20577"/>
      <pc:docMkLst>
        <pc:docMk/>
      </pc:docMkLst>
      <pc:sldChg chg="modSp mod">
        <pc:chgData name="Brandt Redd" userId="be8ed540b98adac0" providerId="LiveId" clId="{A83BFE19-ACF6-4579-8D4A-8EFF9686B7B5}" dt="2024-02-12T02:22:35.239" v="18" actId="20577"/>
        <pc:sldMkLst>
          <pc:docMk/>
          <pc:sldMk cId="0" sldId="260"/>
        </pc:sldMkLst>
      </pc:sldChg>
      <pc:sldChg chg="modSp mod">
        <pc:chgData name="Brandt Redd" userId="be8ed540b98adac0" providerId="LiveId" clId="{A83BFE19-ACF6-4579-8D4A-8EFF9686B7B5}" dt="2024-02-12T02:35:42.742" v="47" actId="20577"/>
        <pc:sldMkLst>
          <pc:docMk/>
          <pc:sldMk cId="3204606083" sldId="289"/>
        </pc:sldMkLst>
      </pc:sldChg>
      <pc:sldChg chg="del">
        <pc:chgData name="Brandt Redd" userId="be8ed540b98adac0" providerId="LiveId" clId="{A83BFE19-ACF6-4579-8D4A-8EFF9686B7B5}" dt="2024-02-12T02:22:41.770" v="19" actId="47"/>
        <pc:sldMkLst>
          <pc:docMk/>
          <pc:sldMk cId="3852141243" sldId="342"/>
        </pc:sldMkLst>
      </pc:sldChg>
    </pc:docChg>
  </pc:docChgLst>
  <pc:docChgLst>
    <pc:chgData name="Brandt Redd" userId="be8ed540b98adac0" providerId="LiveId" clId="{96850F2B-B5E0-486A-8DBF-6AE68DDA95F5}"/>
    <pc:docChg chg="custSel addSld delSld modSld">
      <pc:chgData name="Brandt Redd" userId="be8ed540b98adac0" providerId="LiveId" clId="{96850F2B-B5E0-486A-8DBF-6AE68DDA95F5}" dt="2021-10-06T02:49:37.701" v="261"/>
      <pc:docMkLst>
        <pc:docMk/>
      </pc:docMkLst>
      <pc:sldChg chg="delSp modSp mod">
        <pc:chgData name="Brandt Redd" userId="be8ed540b98adac0" providerId="LiveId" clId="{96850F2B-B5E0-486A-8DBF-6AE68DDA95F5}" dt="2021-10-04T13:50:15.693" v="192" actId="478"/>
        <pc:sldMkLst>
          <pc:docMk/>
          <pc:sldMk cId="0" sldId="260"/>
        </pc:sldMkLst>
      </pc:sldChg>
      <pc:sldChg chg="addSp modSp">
        <pc:chgData name="Brandt Redd" userId="be8ed540b98adac0" providerId="LiveId" clId="{96850F2B-B5E0-486A-8DBF-6AE68DDA95F5}" dt="2021-10-06T02:49:23.297" v="258"/>
        <pc:sldMkLst>
          <pc:docMk/>
          <pc:sldMk cId="232151698" sldId="279"/>
        </pc:sldMkLst>
      </pc:sldChg>
      <pc:sldChg chg="modSp mod">
        <pc:chgData name="Brandt Redd" userId="be8ed540b98adac0" providerId="LiveId" clId="{96850F2B-B5E0-486A-8DBF-6AE68DDA95F5}" dt="2021-10-04T13:19:32.382" v="117" actId="20577"/>
        <pc:sldMkLst>
          <pc:docMk/>
          <pc:sldMk cId="1611185326" sldId="280"/>
        </pc:sldMkLst>
      </pc:sldChg>
      <pc:sldChg chg="addSp modSp mod">
        <pc:chgData name="Brandt Redd" userId="be8ed540b98adac0" providerId="LiveId" clId="{96850F2B-B5E0-486A-8DBF-6AE68DDA95F5}" dt="2021-10-06T02:49:06.500" v="255" actId="208"/>
        <pc:sldMkLst>
          <pc:docMk/>
          <pc:sldMk cId="769090564" sldId="281"/>
        </pc:sldMkLst>
      </pc:sldChg>
      <pc:sldChg chg="modSp mod">
        <pc:chgData name="Brandt Redd" userId="be8ed540b98adac0" providerId="LiveId" clId="{96850F2B-B5E0-486A-8DBF-6AE68DDA95F5}" dt="2021-10-04T13:17:13.095" v="86" actId="12"/>
        <pc:sldMkLst>
          <pc:docMk/>
          <pc:sldMk cId="1129601966" sldId="282"/>
        </pc:sldMkLst>
      </pc:sldChg>
      <pc:sldChg chg="addSp modSp">
        <pc:chgData name="Brandt Redd" userId="be8ed540b98adac0" providerId="LiveId" clId="{96850F2B-B5E0-486A-8DBF-6AE68DDA95F5}" dt="2021-10-06T02:49:19.457" v="257"/>
        <pc:sldMkLst>
          <pc:docMk/>
          <pc:sldMk cId="3204606083" sldId="289"/>
        </pc:sldMkLst>
      </pc:sldChg>
      <pc:sldChg chg="addSp modSp">
        <pc:chgData name="Brandt Redd" userId="be8ed540b98adac0" providerId="LiveId" clId="{96850F2B-B5E0-486A-8DBF-6AE68DDA95F5}" dt="2021-10-06T02:49:27.061" v="259"/>
        <pc:sldMkLst>
          <pc:docMk/>
          <pc:sldMk cId="608333093" sldId="322"/>
        </pc:sldMkLst>
      </pc:sldChg>
      <pc:sldChg chg="addSp modSp">
        <pc:chgData name="Brandt Redd" userId="be8ed540b98adac0" providerId="LiveId" clId="{96850F2B-B5E0-486A-8DBF-6AE68DDA95F5}" dt="2021-10-06T02:49:32.735" v="260"/>
        <pc:sldMkLst>
          <pc:docMk/>
          <pc:sldMk cId="1728344138" sldId="323"/>
        </pc:sldMkLst>
      </pc:sldChg>
      <pc:sldChg chg="addSp modSp">
        <pc:chgData name="Brandt Redd" userId="be8ed540b98adac0" providerId="LiveId" clId="{96850F2B-B5E0-486A-8DBF-6AE68DDA95F5}" dt="2021-10-06T02:49:37.701" v="261"/>
        <pc:sldMkLst>
          <pc:docMk/>
          <pc:sldMk cId="2059177754" sldId="326"/>
        </pc:sldMkLst>
      </pc:sldChg>
      <pc:sldChg chg="modSp mod">
        <pc:chgData name="Brandt Redd" userId="be8ed540b98adac0" providerId="LiveId" clId="{96850F2B-B5E0-486A-8DBF-6AE68DDA95F5}" dt="2021-10-04T13:17:22.837" v="89" actId="20577"/>
        <pc:sldMkLst>
          <pc:docMk/>
          <pc:sldMk cId="1056826297" sldId="328"/>
        </pc:sldMkLst>
      </pc:sldChg>
      <pc:sldChg chg="modSp mod">
        <pc:chgData name="Brandt Redd" userId="be8ed540b98adac0" providerId="LiveId" clId="{96850F2B-B5E0-486A-8DBF-6AE68DDA95F5}" dt="2021-10-04T13:17:30.812" v="92" actId="20577"/>
        <pc:sldMkLst>
          <pc:docMk/>
          <pc:sldMk cId="1046412449" sldId="329"/>
        </pc:sldMkLst>
      </pc:sldChg>
      <pc:sldChg chg="modSp mod">
        <pc:chgData name="Brandt Redd" userId="be8ed540b98adac0" providerId="LiveId" clId="{96850F2B-B5E0-486A-8DBF-6AE68DDA95F5}" dt="2021-10-04T13:17:37.765" v="95" actId="20577"/>
        <pc:sldMkLst>
          <pc:docMk/>
          <pc:sldMk cId="1303683020" sldId="330"/>
        </pc:sldMkLst>
      </pc:sldChg>
      <pc:sldChg chg="modSp mod">
        <pc:chgData name="Brandt Redd" userId="be8ed540b98adac0" providerId="LiveId" clId="{96850F2B-B5E0-486A-8DBF-6AE68DDA95F5}" dt="2021-10-04T13:17:43.549" v="98" actId="20577"/>
        <pc:sldMkLst>
          <pc:docMk/>
          <pc:sldMk cId="2468281072" sldId="331"/>
        </pc:sldMkLst>
      </pc:sldChg>
      <pc:sldChg chg="modSp mod">
        <pc:chgData name="Brandt Redd" userId="be8ed540b98adac0" providerId="LiveId" clId="{96850F2B-B5E0-486A-8DBF-6AE68DDA95F5}" dt="2021-10-04T13:17:59.086" v="101" actId="20577"/>
        <pc:sldMkLst>
          <pc:docMk/>
          <pc:sldMk cId="757519050" sldId="332"/>
        </pc:sldMkLst>
      </pc:sldChg>
      <pc:sldChg chg="modSp mod">
        <pc:chgData name="Brandt Redd" userId="be8ed540b98adac0" providerId="LiveId" clId="{96850F2B-B5E0-486A-8DBF-6AE68DDA95F5}" dt="2021-10-04T13:18:15.779" v="107" actId="20577"/>
        <pc:sldMkLst>
          <pc:docMk/>
          <pc:sldMk cId="808396465" sldId="333"/>
        </pc:sldMkLst>
      </pc:sldChg>
      <pc:sldChg chg="modSp mod">
        <pc:chgData name="Brandt Redd" userId="be8ed540b98adac0" providerId="LiveId" clId="{96850F2B-B5E0-486A-8DBF-6AE68DDA95F5}" dt="2021-10-04T13:18:56.495" v="111" actId="14100"/>
        <pc:sldMkLst>
          <pc:docMk/>
          <pc:sldMk cId="3832048578" sldId="334"/>
        </pc:sldMkLst>
      </pc:sldChg>
      <pc:sldChg chg="modSp mod">
        <pc:chgData name="Brandt Redd" userId="be8ed540b98adac0" providerId="LiveId" clId="{96850F2B-B5E0-486A-8DBF-6AE68DDA95F5}" dt="2021-10-04T13:22:57.891" v="133" actId="115"/>
        <pc:sldMkLst>
          <pc:docMk/>
          <pc:sldMk cId="1919172019" sldId="335"/>
        </pc:sldMkLst>
      </pc:sldChg>
      <pc:sldChg chg="modSp mod">
        <pc:chgData name="Brandt Redd" userId="be8ed540b98adac0" providerId="LiveId" clId="{96850F2B-B5E0-486A-8DBF-6AE68DDA95F5}" dt="2021-10-04T13:48:59.318" v="190" actId="20577"/>
        <pc:sldMkLst>
          <pc:docMk/>
          <pc:sldMk cId="2165265974" sldId="336"/>
        </pc:sldMkLst>
      </pc:sldChg>
      <pc:sldChg chg="del">
        <pc:chgData name="Brandt Redd" userId="be8ed540b98adac0" providerId="LiveId" clId="{96850F2B-B5E0-486A-8DBF-6AE68DDA95F5}" dt="2021-10-04T05:36:48.938" v="85" actId="47"/>
        <pc:sldMkLst>
          <pc:docMk/>
          <pc:sldMk cId="2107859046" sldId="337"/>
        </pc:sldMkLst>
      </pc:sldChg>
      <pc:sldChg chg="modSp">
        <pc:chgData name="Brandt Redd" userId="be8ed540b98adac0" providerId="LiveId" clId="{96850F2B-B5E0-486A-8DBF-6AE68DDA95F5}" dt="2021-10-04T13:23:49.231" v="135" actId="14100"/>
        <pc:sldMkLst>
          <pc:docMk/>
          <pc:sldMk cId="1306899805" sldId="338"/>
        </pc:sldMkLst>
      </pc:sldChg>
      <pc:sldChg chg="addSp modSp">
        <pc:chgData name="Brandt Redd" userId="be8ed540b98adac0" providerId="LiveId" clId="{96850F2B-B5E0-486A-8DBF-6AE68DDA95F5}" dt="2021-10-06T02:49:14.722" v="256"/>
        <pc:sldMkLst>
          <pc:docMk/>
          <pc:sldMk cId="2676555768" sldId="339"/>
        </pc:sldMkLst>
      </pc:sldChg>
      <pc:sldChg chg="addSp delSp modSp new mod modClrScheme chgLayout">
        <pc:chgData name="Brandt Redd" userId="be8ed540b98adac0" providerId="LiveId" clId="{96850F2B-B5E0-486A-8DBF-6AE68DDA95F5}" dt="2021-10-06T02:36:53.103" v="251" actId="1035"/>
        <pc:sldMkLst>
          <pc:docMk/>
          <pc:sldMk cId="62148650" sldId="340"/>
        </pc:sldMkLst>
      </pc:sldChg>
    </pc:docChg>
  </pc:docChgLst>
  <pc:docChgLst>
    <pc:chgData name="Brandt Redd" userId="be8ed540b98adac0" providerId="LiveId" clId="{99F3E8AB-10E2-4B84-8462-9F6AE25B0AE9}"/>
    <pc:docChg chg="undo custSel modSld">
      <pc:chgData name="Brandt Redd" userId="be8ed540b98adac0" providerId="LiveId" clId="{99F3E8AB-10E2-4B84-8462-9F6AE25B0AE9}" dt="2023-02-13T23:42:50.555" v="26" actId="14100"/>
      <pc:docMkLst>
        <pc:docMk/>
      </pc:docMkLst>
      <pc:sldChg chg="modSp">
        <pc:chgData name="Brandt Redd" userId="be8ed540b98adac0" providerId="LiveId" clId="{99F3E8AB-10E2-4B84-8462-9F6AE25B0AE9}" dt="2023-02-13T23:21:42.268" v="19" actId="1076"/>
        <pc:sldMkLst>
          <pc:docMk/>
          <pc:sldMk cId="1306899805" sldId="338"/>
        </pc:sldMkLst>
      </pc:sldChg>
      <pc:sldChg chg="modSp mod">
        <pc:chgData name="Brandt Redd" userId="be8ed540b98adac0" providerId="LiveId" clId="{99F3E8AB-10E2-4B84-8462-9F6AE25B0AE9}" dt="2023-02-13T23:42:50.555" v="26" actId="14100"/>
        <pc:sldMkLst>
          <pc:docMk/>
          <pc:sldMk cId="2676555768" sldId="339"/>
        </pc:sldMkLst>
      </pc:sldChg>
      <pc:sldChg chg="modSp mod">
        <pc:chgData name="Brandt Redd" userId="be8ed540b98adac0" providerId="LiveId" clId="{99F3E8AB-10E2-4B84-8462-9F6AE25B0AE9}" dt="2023-02-13T14:50:49.024" v="17" actId="6549"/>
        <pc:sldMkLst>
          <pc:docMk/>
          <pc:sldMk cId="3852141243" sldId="34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Improvement over</a:t>
            </a:r>
            <a:br>
              <a:rPr lang="en-US" dirty="0"/>
            </a:br>
            <a:r>
              <a:rPr lang="en-US" dirty="0"/>
              <a:t>Conventional Instruction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8724984517369692E-2"/>
          <c:y val="2.2284455665714149E-2"/>
          <c:w val="0.90530305225102281"/>
          <c:h val="0.76748654235442038"/>
        </c:manualLayout>
      </c:layout>
      <c:barChart>
        <c:barDir val="col"/>
        <c:grouping val="stacked"/>
        <c:varyColors val="0"/>
        <c:ser>
          <c:idx val="0"/>
          <c:order val="0"/>
          <c:tx>
            <c:strRef>
              <c:f>Sheet1!$B$1</c:f>
              <c:strCache>
                <c:ptCount val="1"/>
                <c:pt idx="0">
                  <c:v>Improvement over Conventional Instruction</c:v>
                </c:pt>
              </c:strCache>
            </c:strRef>
          </c:tx>
          <c:spPr>
            <a:solidFill>
              <a:schemeClr val="accent1"/>
            </a:solidFill>
            <a:ln>
              <a:noFill/>
            </a:ln>
            <a:effectLst/>
          </c:spPr>
          <c:invertIfNegative val="0"/>
          <c:cat>
            <c:strRef>
              <c:f>Sheet1!$A$2:$A$5</c:f>
              <c:strCache>
                <c:ptCount val="4"/>
                <c:pt idx="0">
                  <c:v>Answer-Based ITS</c:v>
                </c:pt>
                <c:pt idx="1">
                  <c:v>Step-Based ITS</c:v>
                </c:pt>
                <c:pt idx="2">
                  <c:v>Human Tutors</c:v>
                </c:pt>
                <c:pt idx="3">
                  <c:v>Bloom's Project</c:v>
                </c:pt>
              </c:strCache>
            </c:strRef>
          </c:cat>
          <c:val>
            <c:numRef>
              <c:f>Sheet1!$B$2:$B$5</c:f>
              <c:numCache>
                <c:formatCode>General</c:formatCode>
                <c:ptCount val="4"/>
                <c:pt idx="0">
                  <c:v>0.31</c:v>
                </c:pt>
                <c:pt idx="1">
                  <c:v>0.75</c:v>
                </c:pt>
                <c:pt idx="2">
                  <c:v>0.79</c:v>
                </c:pt>
                <c:pt idx="3">
                  <c:v>1.95</c:v>
                </c:pt>
              </c:numCache>
            </c:numRef>
          </c:val>
          <c:extLst>
            <c:ext xmlns:c16="http://schemas.microsoft.com/office/drawing/2014/chart" uri="{C3380CC4-5D6E-409C-BE32-E72D297353CC}">
              <c16:uniqueId val="{00000000-14B9-456C-9C93-4B94F09ED141}"/>
            </c:ext>
          </c:extLst>
        </c:ser>
        <c:dLbls>
          <c:showLegendKey val="0"/>
          <c:showVal val="0"/>
          <c:showCatName val="0"/>
          <c:showSerName val="0"/>
          <c:showPercent val="0"/>
          <c:showBubbleSize val="0"/>
        </c:dLbls>
        <c:gapWidth val="150"/>
        <c:overlap val="100"/>
        <c:axId val="1898037728"/>
        <c:axId val="1898036480"/>
      </c:barChart>
      <c:catAx>
        <c:axId val="1898037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898036480"/>
        <c:crossesAt val="0"/>
        <c:auto val="1"/>
        <c:lblAlgn val="ctr"/>
        <c:lblOffset val="100"/>
        <c:noMultiLvlLbl val="0"/>
      </c:catAx>
      <c:valAx>
        <c:axId val="1898036480"/>
        <c:scaling>
          <c:orientation val="minMax"/>
          <c:max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980377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9D03EE-72EF-45AF-B097-0B883B4F9F57}"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427FA158-1C96-4538-A1D5-EA20D3EEFC19}">
      <dgm:prSet/>
      <dgm:spPr/>
      <dgm:t>
        <a:bodyPr/>
        <a:lstStyle/>
        <a:p>
          <a:r>
            <a:rPr lang="en-US"/>
            <a:t>Deliberate Practice</a:t>
          </a:r>
        </a:p>
      </dgm:t>
    </dgm:pt>
    <dgm:pt modelId="{55ECFE8E-07EF-4326-BBD9-D5DE2C57806D}" type="parTrans" cxnId="{80FB3E0C-BD4F-422A-98EA-ED19BFB3BFEA}">
      <dgm:prSet/>
      <dgm:spPr/>
      <dgm:t>
        <a:bodyPr/>
        <a:lstStyle/>
        <a:p>
          <a:endParaRPr lang="en-US"/>
        </a:p>
      </dgm:t>
    </dgm:pt>
    <dgm:pt modelId="{A10B9352-4675-4C80-A138-665404EEDFC0}" type="sibTrans" cxnId="{80FB3E0C-BD4F-422A-98EA-ED19BFB3BFEA}">
      <dgm:prSet/>
      <dgm:spPr/>
      <dgm:t>
        <a:bodyPr/>
        <a:lstStyle/>
        <a:p>
          <a:endParaRPr lang="en-US"/>
        </a:p>
      </dgm:t>
    </dgm:pt>
    <dgm:pt modelId="{78CECA4A-5665-4737-87CB-9306EFE1B225}">
      <dgm:prSet/>
      <dgm:spPr/>
      <dgm:t>
        <a:bodyPr/>
        <a:lstStyle/>
        <a:p>
          <a:r>
            <a:rPr lang="en-US"/>
            <a:t>Depends on opportunity, and quality learning exercises</a:t>
          </a:r>
        </a:p>
      </dgm:t>
    </dgm:pt>
    <dgm:pt modelId="{F65618E0-AFEB-4DF3-A1A3-93BCD678E895}" type="parTrans" cxnId="{1B8BE774-2B0A-419A-9623-63CB490598CB}">
      <dgm:prSet/>
      <dgm:spPr/>
      <dgm:t>
        <a:bodyPr/>
        <a:lstStyle/>
        <a:p>
          <a:endParaRPr lang="en-US"/>
        </a:p>
      </dgm:t>
    </dgm:pt>
    <dgm:pt modelId="{1F0ADEBC-741D-4FD8-B87C-12DA8FB47F01}" type="sibTrans" cxnId="{1B8BE774-2B0A-419A-9623-63CB490598CB}">
      <dgm:prSet/>
      <dgm:spPr/>
      <dgm:t>
        <a:bodyPr/>
        <a:lstStyle/>
        <a:p>
          <a:endParaRPr lang="en-US"/>
        </a:p>
      </dgm:t>
    </dgm:pt>
    <dgm:pt modelId="{D10B1292-F0F7-48E8-A720-4089FA77872B}">
      <dgm:prSet/>
      <dgm:spPr/>
      <dgm:t>
        <a:bodyPr/>
        <a:lstStyle/>
        <a:p>
          <a:r>
            <a:rPr lang="en-US"/>
            <a:t>Lerner invests effort in sufficient learning opportunities</a:t>
          </a:r>
        </a:p>
      </dgm:t>
    </dgm:pt>
    <dgm:pt modelId="{7484EB87-0488-4CB2-AC42-285BEF0FD8B7}" type="parTrans" cxnId="{B65E21D3-DFA4-40CA-A23E-08D984096E2B}">
      <dgm:prSet/>
      <dgm:spPr/>
      <dgm:t>
        <a:bodyPr/>
        <a:lstStyle/>
        <a:p>
          <a:endParaRPr lang="en-US"/>
        </a:p>
      </dgm:t>
    </dgm:pt>
    <dgm:pt modelId="{0DFC5BA4-B7C6-442A-ADC2-B08A3CAC5911}" type="sibTrans" cxnId="{B65E21D3-DFA4-40CA-A23E-08D984096E2B}">
      <dgm:prSet/>
      <dgm:spPr/>
      <dgm:t>
        <a:bodyPr/>
        <a:lstStyle/>
        <a:p>
          <a:endParaRPr lang="en-US"/>
        </a:p>
      </dgm:t>
    </dgm:pt>
    <dgm:pt modelId="{80EC677B-28B6-49FE-BD7B-4F2A152077F5}">
      <dgm:prSet/>
      <dgm:spPr/>
      <dgm:t>
        <a:bodyPr/>
        <a:lstStyle/>
        <a:p>
          <a:r>
            <a:rPr lang="en-US"/>
            <a:t>Depends on interest and dedication on the part of the learner</a:t>
          </a:r>
        </a:p>
      </dgm:t>
    </dgm:pt>
    <dgm:pt modelId="{9265E55C-611E-418B-B758-BEF293235546}" type="parTrans" cxnId="{A31F7177-077E-409F-9BE1-1A2796C58914}">
      <dgm:prSet/>
      <dgm:spPr/>
      <dgm:t>
        <a:bodyPr/>
        <a:lstStyle/>
        <a:p>
          <a:endParaRPr lang="en-US"/>
        </a:p>
      </dgm:t>
    </dgm:pt>
    <dgm:pt modelId="{8AC474CE-AD79-4975-B94E-1426EEC87506}" type="sibTrans" cxnId="{A31F7177-077E-409F-9BE1-1A2796C58914}">
      <dgm:prSet/>
      <dgm:spPr/>
      <dgm:t>
        <a:bodyPr/>
        <a:lstStyle/>
        <a:p>
          <a:endParaRPr lang="en-US"/>
        </a:p>
      </dgm:t>
    </dgm:pt>
    <dgm:pt modelId="{CA19696E-3886-4609-AE00-CE5CF9376BE4}" type="pres">
      <dgm:prSet presAssocID="{E19D03EE-72EF-45AF-B097-0B883B4F9F57}" presName="Name0" presStyleCnt="0">
        <dgm:presLayoutVars>
          <dgm:dir/>
          <dgm:animLvl val="lvl"/>
          <dgm:resizeHandles val="exact"/>
        </dgm:presLayoutVars>
      </dgm:prSet>
      <dgm:spPr/>
    </dgm:pt>
    <dgm:pt modelId="{7BC5A7E4-1ADC-48D7-BC54-D6159EEFD952}" type="pres">
      <dgm:prSet presAssocID="{427FA158-1C96-4538-A1D5-EA20D3EEFC19}" presName="composite" presStyleCnt="0"/>
      <dgm:spPr/>
    </dgm:pt>
    <dgm:pt modelId="{D0FBDA5C-E785-4EB0-BB97-C52B62FD96DB}" type="pres">
      <dgm:prSet presAssocID="{427FA158-1C96-4538-A1D5-EA20D3EEFC19}" presName="parTx" presStyleLbl="alignNode1" presStyleIdx="0" presStyleCnt="2">
        <dgm:presLayoutVars>
          <dgm:chMax val="0"/>
          <dgm:chPref val="0"/>
          <dgm:bulletEnabled val="1"/>
        </dgm:presLayoutVars>
      </dgm:prSet>
      <dgm:spPr/>
    </dgm:pt>
    <dgm:pt modelId="{0415C868-7D99-4EAF-A0DE-995174633240}" type="pres">
      <dgm:prSet presAssocID="{427FA158-1C96-4538-A1D5-EA20D3EEFC19}" presName="desTx" presStyleLbl="alignAccFollowNode1" presStyleIdx="0" presStyleCnt="2">
        <dgm:presLayoutVars>
          <dgm:bulletEnabled val="1"/>
        </dgm:presLayoutVars>
      </dgm:prSet>
      <dgm:spPr/>
    </dgm:pt>
    <dgm:pt modelId="{FCAF179C-79E6-4F51-A448-155748F2DDFB}" type="pres">
      <dgm:prSet presAssocID="{A10B9352-4675-4C80-A138-665404EEDFC0}" presName="space" presStyleCnt="0"/>
      <dgm:spPr/>
    </dgm:pt>
    <dgm:pt modelId="{72D895ED-3669-466D-94A1-EF950E728D05}" type="pres">
      <dgm:prSet presAssocID="{D10B1292-F0F7-48E8-A720-4089FA77872B}" presName="composite" presStyleCnt="0"/>
      <dgm:spPr/>
    </dgm:pt>
    <dgm:pt modelId="{30DBD2FB-F868-498A-999E-8940E8911E0A}" type="pres">
      <dgm:prSet presAssocID="{D10B1292-F0F7-48E8-A720-4089FA77872B}" presName="parTx" presStyleLbl="alignNode1" presStyleIdx="1" presStyleCnt="2">
        <dgm:presLayoutVars>
          <dgm:chMax val="0"/>
          <dgm:chPref val="0"/>
          <dgm:bulletEnabled val="1"/>
        </dgm:presLayoutVars>
      </dgm:prSet>
      <dgm:spPr/>
    </dgm:pt>
    <dgm:pt modelId="{18EB5251-B1DA-4566-84EC-B396A61591FC}" type="pres">
      <dgm:prSet presAssocID="{D10B1292-F0F7-48E8-A720-4089FA77872B}" presName="desTx" presStyleLbl="alignAccFollowNode1" presStyleIdx="1" presStyleCnt="2">
        <dgm:presLayoutVars>
          <dgm:bulletEnabled val="1"/>
        </dgm:presLayoutVars>
      </dgm:prSet>
      <dgm:spPr/>
    </dgm:pt>
  </dgm:ptLst>
  <dgm:cxnLst>
    <dgm:cxn modelId="{4DCDB501-8649-42E4-BAE6-E60523C5DFDF}" type="presOf" srcId="{427FA158-1C96-4538-A1D5-EA20D3EEFC19}" destId="{D0FBDA5C-E785-4EB0-BB97-C52B62FD96DB}" srcOrd="0" destOrd="0" presId="urn:microsoft.com/office/officeart/2005/8/layout/hList1"/>
    <dgm:cxn modelId="{80FB3E0C-BD4F-422A-98EA-ED19BFB3BFEA}" srcId="{E19D03EE-72EF-45AF-B097-0B883B4F9F57}" destId="{427FA158-1C96-4538-A1D5-EA20D3EEFC19}" srcOrd="0" destOrd="0" parTransId="{55ECFE8E-07EF-4326-BBD9-D5DE2C57806D}" sibTransId="{A10B9352-4675-4C80-A138-665404EEDFC0}"/>
    <dgm:cxn modelId="{5A10EA30-32AA-4756-9793-DE4C3ABCA5E9}" type="presOf" srcId="{E19D03EE-72EF-45AF-B097-0B883B4F9F57}" destId="{CA19696E-3886-4609-AE00-CE5CF9376BE4}" srcOrd="0" destOrd="0" presId="urn:microsoft.com/office/officeart/2005/8/layout/hList1"/>
    <dgm:cxn modelId="{411DCA70-F06D-4862-841A-27BC5BCFFF57}" type="presOf" srcId="{78CECA4A-5665-4737-87CB-9306EFE1B225}" destId="{0415C868-7D99-4EAF-A0DE-995174633240}" srcOrd="0" destOrd="0" presId="urn:microsoft.com/office/officeart/2005/8/layout/hList1"/>
    <dgm:cxn modelId="{1774A551-BA3E-4013-B8B7-D0E744E733BA}" type="presOf" srcId="{80EC677B-28B6-49FE-BD7B-4F2A152077F5}" destId="{18EB5251-B1DA-4566-84EC-B396A61591FC}" srcOrd="0" destOrd="0" presId="urn:microsoft.com/office/officeart/2005/8/layout/hList1"/>
    <dgm:cxn modelId="{1B8BE774-2B0A-419A-9623-63CB490598CB}" srcId="{427FA158-1C96-4538-A1D5-EA20D3EEFC19}" destId="{78CECA4A-5665-4737-87CB-9306EFE1B225}" srcOrd="0" destOrd="0" parTransId="{F65618E0-AFEB-4DF3-A1A3-93BCD678E895}" sibTransId="{1F0ADEBC-741D-4FD8-B87C-12DA8FB47F01}"/>
    <dgm:cxn modelId="{A31F7177-077E-409F-9BE1-1A2796C58914}" srcId="{D10B1292-F0F7-48E8-A720-4089FA77872B}" destId="{80EC677B-28B6-49FE-BD7B-4F2A152077F5}" srcOrd="0" destOrd="0" parTransId="{9265E55C-611E-418B-B758-BEF293235546}" sibTransId="{8AC474CE-AD79-4975-B94E-1426EEC87506}"/>
    <dgm:cxn modelId="{B65E21D3-DFA4-40CA-A23E-08D984096E2B}" srcId="{E19D03EE-72EF-45AF-B097-0B883B4F9F57}" destId="{D10B1292-F0F7-48E8-A720-4089FA77872B}" srcOrd="1" destOrd="0" parTransId="{7484EB87-0488-4CB2-AC42-285BEF0FD8B7}" sibTransId="{0DFC5BA4-B7C6-442A-ADC2-B08A3CAC5911}"/>
    <dgm:cxn modelId="{9EA98BEB-6F99-42D4-907D-7AD06FA2E358}" type="presOf" srcId="{D10B1292-F0F7-48E8-A720-4089FA77872B}" destId="{30DBD2FB-F868-498A-999E-8940E8911E0A}" srcOrd="0" destOrd="0" presId="urn:microsoft.com/office/officeart/2005/8/layout/hList1"/>
    <dgm:cxn modelId="{81D4675B-E5F8-48C2-9357-D149AFE20C0B}" type="presParOf" srcId="{CA19696E-3886-4609-AE00-CE5CF9376BE4}" destId="{7BC5A7E4-1ADC-48D7-BC54-D6159EEFD952}" srcOrd="0" destOrd="0" presId="urn:microsoft.com/office/officeart/2005/8/layout/hList1"/>
    <dgm:cxn modelId="{C99A0910-8FF8-44E2-9247-7A31E9EB68D7}" type="presParOf" srcId="{7BC5A7E4-1ADC-48D7-BC54-D6159EEFD952}" destId="{D0FBDA5C-E785-4EB0-BB97-C52B62FD96DB}" srcOrd="0" destOrd="0" presId="urn:microsoft.com/office/officeart/2005/8/layout/hList1"/>
    <dgm:cxn modelId="{3A8A2EBE-6486-45A1-A2B7-0413C227439F}" type="presParOf" srcId="{7BC5A7E4-1ADC-48D7-BC54-D6159EEFD952}" destId="{0415C868-7D99-4EAF-A0DE-995174633240}" srcOrd="1" destOrd="0" presId="urn:microsoft.com/office/officeart/2005/8/layout/hList1"/>
    <dgm:cxn modelId="{2925F0AF-6FBA-484D-8BC2-60F738E4006D}" type="presParOf" srcId="{CA19696E-3886-4609-AE00-CE5CF9376BE4}" destId="{FCAF179C-79E6-4F51-A448-155748F2DDFB}" srcOrd="1" destOrd="0" presId="urn:microsoft.com/office/officeart/2005/8/layout/hList1"/>
    <dgm:cxn modelId="{BC7B71EE-308C-47CE-88C7-2BE0F1A45B55}" type="presParOf" srcId="{CA19696E-3886-4609-AE00-CE5CF9376BE4}" destId="{72D895ED-3669-466D-94A1-EF950E728D05}" srcOrd="2" destOrd="0" presId="urn:microsoft.com/office/officeart/2005/8/layout/hList1"/>
    <dgm:cxn modelId="{29B5BCB6-9DD5-4E41-B33C-5C46E5CFE9BE}" type="presParOf" srcId="{72D895ED-3669-466D-94A1-EF950E728D05}" destId="{30DBD2FB-F868-498A-999E-8940E8911E0A}" srcOrd="0" destOrd="0" presId="urn:microsoft.com/office/officeart/2005/8/layout/hList1"/>
    <dgm:cxn modelId="{CDD0788B-8F76-4FAB-B342-957BA12E5F9C}" type="presParOf" srcId="{72D895ED-3669-466D-94A1-EF950E728D05}" destId="{18EB5251-B1DA-4566-84EC-B396A61591F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648E00-282C-4840-9883-240753DB58B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FB52C38-701F-4741-AD00-B75765086884}">
      <dgm:prSet/>
      <dgm:spPr/>
      <dgm:t>
        <a:bodyPr/>
        <a:lstStyle/>
        <a:p>
          <a:r>
            <a:rPr lang="en-US"/>
            <a:t>Intrinsic Motivation is more powerful than extrinsic – </a:t>
          </a:r>
          <a:r>
            <a:rPr lang="en-US" i="1"/>
            <a:t>especially with cognitively demanding tasks</a:t>
          </a:r>
          <a:r>
            <a:rPr lang="en-US"/>
            <a:t>.</a:t>
          </a:r>
        </a:p>
      </dgm:t>
    </dgm:pt>
    <dgm:pt modelId="{1C47E533-A5C9-4207-BBCD-CFD9152ABC69}" type="parTrans" cxnId="{A7ACE4F6-DB7F-4763-AD63-C0580CAAB60D}">
      <dgm:prSet/>
      <dgm:spPr/>
      <dgm:t>
        <a:bodyPr/>
        <a:lstStyle/>
        <a:p>
          <a:endParaRPr lang="en-US"/>
        </a:p>
      </dgm:t>
    </dgm:pt>
    <dgm:pt modelId="{27C7D906-D43A-41CA-896F-0296908F09FE}" type="sibTrans" cxnId="{A7ACE4F6-DB7F-4763-AD63-C0580CAAB60D}">
      <dgm:prSet/>
      <dgm:spPr/>
      <dgm:t>
        <a:bodyPr/>
        <a:lstStyle/>
        <a:p>
          <a:endParaRPr lang="en-US"/>
        </a:p>
      </dgm:t>
    </dgm:pt>
    <dgm:pt modelId="{4242DD7E-F55B-4CA8-987B-82E7A8A381F9}">
      <dgm:prSet/>
      <dgm:spPr/>
      <dgm:t>
        <a:bodyPr/>
        <a:lstStyle/>
        <a:p>
          <a:r>
            <a:rPr lang="en-US"/>
            <a:t>Learning is naturally rewarding and motivating, from a young child onward.</a:t>
          </a:r>
        </a:p>
      </dgm:t>
    </dgm:pt>
    <dgm:pt modelId="{D574C7FF-945E-4387-A4C6-7EA62D19F35D}" type="parTrans" cxnId="{81727CF6-9661-4695-8D35-15E3FA49A7D8}">
      <dgm:prSet/>
      <dgm:spPr/>
      <dgm:t>
        <a:bodyPr/>
        <a:lstStyle/>
        <a:p>
          <a:endParaRPr lang="en-US"/>
        </a:p>
      </dgm:t>
    </dgm:pt>
    <dgm:pt modelId="{E7C42692-2E59-47E9-B216-9F534E217F41}" type="sibTrans" cxnId="{81727CF6-9661-4695-8D35-15E3FA49A7D8}">
      <dgm:prSet/>
      <dgm:spPr/>
      <dgm:t>
        <a:bodyPr/>
        <a:lstStyle/>
        <a:p>
          <a:endParaRPr lang="en-US"/>
        </a:p>
      </dgm:t>
    </dgm:pt>
    <dgm:pt modelId="{190C3A84-DF82-4BDC-9BE3-C7A9D42796D2}">
      <dgm:prSet/>
      <dgm:spPr/>
      <dgm:t>
        <a:bodyPr/>
        <a:lstStyle/>
        <a:p>
          <a:r>
            <a:rPr lang="en-US"/>
            <a:t>Extrinsic motivations, especially threatening ones, compromise the intrinsic rewards, converting an enjoyable activity into a chore.</a:t>
          </a:r>
        </a:p>
      </dgm:t>
    </dgm:pt>
    <dgm:pt modelId="{0E9C62ED-2460-448A-8078-D3CC3C8C37FA}" type="parTrans" cxnId="{B3BECE4F-75DD-4C3A-BD6E-FAB16A681210}">
      <dgm:prSet/>
      <dgm:spPr/>
      <dgm:t>
        <a:bodyPr/>
        <a:lstStyle/>
        <a:p>
          <a:endParaRPr lang="en-US"/>
        </a:p>
      </dgm:t>
    </dgm:pt>
    <dgm:pt modelId="{3C337A5A-BE5E-4F6B-9841-53D810963AFF}" type="sibTrans" cxnId="{B3BECE4F-75DD-4C3A-BD6E-FAB16A681210}">
      <dgm:prSet/>
      <dgm:spPr/>
      <dgm:t>
        <a:bodyPr/>
        <a:lstStyle/>
        <a:p>
          <a:endParaRPr lang="en-US"/>
        </a:p>
      </dgm:t>
    </dgm:pt>
    <dgm:pt modelId="{2D0A6523-2564-4CB9-94C1-A628E7EAD113}" type="pres">
      <dgm:prSet presAssocID="{08648E00-282C-4840-9883-240753DB58B9}" presName="linear" presStyleCnt="0">
        <dgm:presLayoutVars>
          <dgm:animLvl val="lvl"/>
          <dgm:resizeHandles val="exact"/>
        </dgm:presLayoutVars>
      </dgm:prSet>
      <dgm:spPr/>
    </dgm:pt>
    <dgm:pt modelId="{F082318F-8510-41AE-BCB7-3A972735E3C8}" type="pres">
      <dgm:prSet presAssocID="{7FB52C38-701F-4741-AD00-B75765086884}" presName="parentText" presStyleLbl="node1" presStyleIdx="0" presStyleCnt="3">
        <dgm:presLayoutVars>
          <dgm:chMax val="0"/>
          <dgm:bulletEnabled val="1"/>
        </dgm:presLayoutVars>
      </dgm:prSet>
      <dgm:spPr/>
    </dgm:pt>
    <dgm:pt modelId="{F9463A9B-9ED7-41A3-86FC-933425577ECB}" type="pres">
      <dgm:prSet presAssocID="{27C7D906-D43A-41CA-896F-0296908F09FE}" presName="spacer" presStyleCnt="0"/>
      <dgm:spPr/>
    </dgm:pt>
    <dgm:pt modelId="{7444DAC8-87DB-4C2B-B602-6227C81EC001}" type="pres">
      <dgm:prSet presAssocID="{4242DD7E-F55B-4CA8-987B-82E7A8A381F9}" presName="parentText" presStyleLbl="node1" presStyleIdx="1" presStyleCnt="3">
        <dgm:presLayoutVars>
          <dgm:chMax val="0"/>
          <dgm:bulletEnabled val="1"/>
        </dgm:presLayoutVars>
      </dgm:prSet>
      <dgm:spPr/>
    </dgm:pt>
    <dgm:pt modelId="{B47D47F5-CCD5-40D8-87BA-C6392BB033D1}" type="pres">
      <dgm:prSet presAssocID="{E7C42692-2E59-47E9-B216-9F534E217F41}" presName="spacer" presStyleCnt="0"/>
      <dgm:spPr/>
    </dgm:pt>
    <dgm:pt modelId="{153D17D7-2574-4575-A2DA-C8A2791A3342}" type="pres">
      <dgm:prSet presAssocID="{190C3A84-DF82-4BDC-9BE3-C7A9D42796D2}" presName="parentText" presStyleLbl="node1" presStyleIdx="2" presStyleCnt="3">
        <dgm:presLayoutVars>
          <dgm:chMax val="0"/>
          <dgm:bulletEnabled val="1"/>
        </dgm:presLayoutVars>
      </dgm:prSet>
      <dgm:spPr/>
    </dgm:pt>
  </dgm:ptLst>
  <dgm:cxnLst>
    <dgm:cxn modelId="{B3BECE4F-75DD-4C3A-BD6E-FAB16A681210}" srcId="{08648E00-282C-4840-9883-240753DB58B9}" destId="{190C3A84-DF82-4BDC-9BE3-C7A9D42796D2}" srcOrd="2" destOrd="0" parTransId="{0E9C62ED-2460-448A-8078-D3CC3C8C37FA}" sibTransId="{3C337A5A-BE5E-4F6B-9841-53D810963AFF}"/>
    <dgm:cxn modelId="{35D9C753-9851-407C-B1AD-68591CBE70A2}" type="presOf" srcId="{190C3A84-DF82-4BDC-9BE3-C7A9D42796D2}" destId="{153D17D7-2574-4575-A2DA-C8A2791A3342}" srcOrd="0" destOrd="0" presId="urn:microsoft.com/office/officeart/2005/8/layout/vList2"/>
    <dgm:cxn modelId="{FFC3D27B-C654-4E60-B89E-6B0B2913A072}" type="presOf" srcId="{4242DD7E-F55B-4CA8-987B-82E7A8A381F9}" destId="{7444DAC8-87DB-4C2B-B602-6227C81EC001}" srcOrd="0" destOrd="0" presId="urn:microsoft.com/office/officeart/2005/8/layout/vList2"/>
    <dgm:cxn modelId="{EB26D192-35CA-4DD5-981D-A91FF3131F9A}" type="presOf" srcId="{7FB52C38-701F-4741-AD00-B75765086884}" destId="{F082318F-8510-41AE-BCB7-3A972735E3C8}" srcOrd="0" destOrd="0" presId="urn:microsoft.com/office/officeart/2005/8/layout/vList2"/>
    <dgm:cxn modelId="{05242496-6C14-449A-870B-5D74AD16D4FA}" type="presOf" srcId="{08648E00-282C-4840-9883-240753DB58B9}" destId="{2D0A6523-2564-4CB9-94C1-A628E7EAD113}" srcOrd="0" destOrd="0" presId="urn:microsoft.com/office/officeart/2005/8/layout/vList2"/>
    <dgm:cxn modelId="{81727CF6-9661-4695-8D35-15E3FA49A7D8}" srcId="{08648E00-282C-4840-9883-240753DB58B9}" destId="{4242DD7E-F55B-4CA8-987B-82E7A8A381F9}" srcOrd="1" destOrd="0" parTransId="{D574C7FF-945E-4387-A4C6-7EA62D19F35D}" sibTransId="{E7C42692-2E59-47E9-B216-9F534E217F41}"/>
    <dgm:cxn modelId="{A7ACE4F6-DB7F-4763-AD63-C0580CAAB60D}" srcId="{08648E00-282C-4840-9883-240753DB58B9}" destId="{7FB52C38-701F-4741-AD00-B75765086884}" srcOrd="0" destOrd="0" parTransId="{1C47E533-A5C9-4207-BBCD-CFD9152ABC69}" sibTransId="{27C7D906-D43A-41CA-896F-0296908F09FE}"/>
    <dgm:cxn modelId="{9C7FE42E-CEA6-4AF1-A9F6-5E301937BAB7}" type="presParOf" srcId="{2D0A6523-2564-4CB9-94C1-A628E7EAD113}" destId="{F082318F-8510-41AE-BCB7-3A972735E3C8}" srcOrd="0" destOrd="0" presId="urn:microsoft.com/office/officeart/2005/8/layout/vList2"/>
    <dgm:cxn modelId="{3F70B4A3-39AB-4C77-A05A-E2D2C2156CBE}" type="presParOf" srcId="{2D0A6523-2564-4CB9-94C1-A628E7EAD113}" destId="{F9463A9B-9ED7-41A3-86FC-933425577ECB}" srcOrd="1" destOrd="0" presId="urn:microsoft.com/office/officeart/2005/8/layout/vList2"/>
    <dgm:cxn modelId="{31309A16-6839-4C4B-8F86-55FF0103262C}" type="presParOf" srcId="{2D0A6523-2564-4CB9-94C1-A628E7EAD113}" destId="{7444DAC8-87DB-4C2B-B602-6227C81EC001}" srcOrd="2" destOrd="0" presId="urn:microsoft.com/office/officeart/2005/8/layout/vList2"/>
    <dgm:cxn modelId="{B8926FB8-7C6B-48A2-9C96-8F68E2CA6916}" type="presParOf" srcId="{2D0A6523-2564-4CB9-94C1-A628E7EAD113}" destId="{B47D47F5-CCD5-40D8-87BA-C6392BB033D1}" srcOrd="3" destOrd="0" presId="urn:microsoft.com/office/officeart/2005/8/layout/vList2"/>
    <dgm:cxn modelId="{4F6A1312-3940-407D-8068-7DF39AF8BF30}" type="presParOf" srcId="{2D0A6523-2564-4CB9-94C1-A628E7EAD113}" destId="{153D17D7-2574-4575-A2DA-C8A2791A334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BDA5C-E785-4EB0-BB97-C52B62FD96DB}">
      <dsp:nvSpPr>
        <dsp:cNvPr id="0" name=""/>
        <dsp:cNvSpPr/>
      </dsp:nvSpPr>
      <dsp:spPr>
        <a:xfrm>
          <a:off x="51" y="205935"/>
          <a:ext cx="4913783" cy="1680012"/>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lang="en-US" sz="3300" kern="1200"/>
            <a:t>Deliberate Practice</a:t>
          </a:r>
        </a:p>
      </dsp:txBody>
      <dsp:txXfrm>
        <a:off x="51" y="205935"/>
        <a:ext cx="4913783" cy="1680012"/>
      </dsp:txXfrm>
    </dsp:sp>
    <dsp:sp modelId="{0415C868-7D99-4EAF-A0DE-995174633240}">
      <dsp:nvSpPr>
        <dsp:cNvPr id="0" name=""/>
        <dsp:cNvSpPr/>
      </dsp:nvSpPr>
      <dsp:spPr>
        <a:xfrm>
          <a:off x="51" y="1885948"/>
          <a:ext cx="4913783" cy="1856992"/>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6022" tIns="176022" rIns="234696" bIns="264033" numCol="1" spcCol="1270" anchor="t" anchorCtr="0">
          <a:noAutofit/>
        </a:bodyPr>
        <a:lstStyle/>
        <a:p>
          <a:pPr marL="285750" lvl="1" indent="-285750" algn="l" defTabSz="1466850">
            <a:lnSpc>
              <a:spcPct val="90000"/>
            </a:lnSpc>
            <a:spcBef>
              <a:spcPct val="0"/>
            </a:spcBef>
            <a:spcAft>
              <a:spcPct val="15000"/>
            </a:spcAft>
            <a:buChar char="•"/>
          </a:pPr>
          <a:r>
            <a:rPr lang="en-US" sz="3300" kern="1200"/>
            <a:t>Depends on opportunity, and quality learning exercises</a:t>
          </a:r>
        </a:p>
      </dsp:txBody>
      <dsp:txXfrm>
        <a:off x="51" y="1885948"/>
        <a:ext cx="4913783" cy="1856992"/>
      </dsp:txXfrm>
    </dsp:sp>
    <dsp:sp modelId="{30DBD2FB-F868-498A-999E-8940E8911E0A}">
      <dsp:nvSpPr>
        <dsp:cNvPr id="0" name=""/>
        <dsp:cNvSpPr/>
      </dsp:nvSpPr>
      <dsp:spPr>
        <a:xfrm>
          <a:off x="5601764" y="205935"/>
          <a:ext cx="4913783" cy="1680012"/>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134112" rIns="234696" bIns="134112" numCol="1" spcCol="1270" anchor="ctr" anchorCtr="0">
          <a:noAutofit/>
        </a:bodyPr>
        <a:lstStyle/>
        <a:p>
          <a:pPr marL="0" lvl="0" indent="0" algn="ctr" defTabSz="1466850">
            <a:lnSpc>
              <a:spcPct val="90000"/>
            </a:lnSpc>
            <a:spcBef>
              <a:spcPct val="0"/>
            </a:spcBef>
            <a:spcAft>
              <a:spcPct val="35000"/>
            </a:spcAft>
            <a:buNone/>
          </a:pPr>
          <a:r>
            <a:rPr lang="en-US" sz="3300" kern="1200"/>
            <a:t>Lerner invests effort in sufficient learning opportunities</a:t>
          </a:r>
        </a:p>
      </dsp:txBody>
      <dsp:txXfrm>
        <a:off x="5601764" y="205935"/>
        <a:ext cx="4913783" cy="1680012"/>
      </dsp:txXfrm>
    </dsp:sp>
    <dsp:sp modelId="{18EB5251-B1DA-4566-84EC-B396A61591FC}">
      <dsp:nvSpPr>
        <dsp:cNvPr id="0" name=""/>
        <dsp:cNvSpPr/>
      </dsp:nvSpPr>
      <dsp:spPr>
        <a:xfrm>
          <a:off x="5601764" y="1885948"/>
          <a:ext cx="4913783" cy="1856992"/>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6022" tIns="176022" rIns="234696" bIns="264033" numCol="1" spcCol="1270" anchor="t" anchorCtr="0">
          <a:noAutofit/>
        </a:bodyPr>
        <a:lstStyle/>
        <a:p>
          <a:pPr marL="285750" lvl="1" indent="-285750" algn="l" defTabSz="1466850">
            <a:lnSpc>
              <a:spcPct val="90000"/>
            </a:lnSpc>
            <a:spcBef>
              <a:spcPct val="0"/>
            </a:spcBef>
            <a:spcAft>
              <a:spcPct val="15000"/>
            </a:spcAft>
            <a:buChar char="•"/>
          </a:pPr>
          <a:r>
            <a:rPr lang="en-US" sz="3300" kern="1200"/>
            <a:t>Depends on interest and dedication on the part of the learner</a:t>
          </a:r>
        </a:p>
      </dsp:txBody>
      <dsp:txXfrm>
        <a:off x="5601764" y="1885948"/>
        <a:ext cx="4913783" cy="18569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82318F-8510-41AE-BCB7-3A972735E3C8}">
      <dsp:nvSpPr>
        <dsp:cNvPr id="0" name=""/>
        <dsp:cNvSpPr/>
      </dsp:nvSpPr>
      <dsp:spPr>
        <a:xfrm>
          <a:off x="0" y="6417"/>
          <a:ext cx="8229600" cy="145445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Intrinsic Motivation is more powerful than extrinsic – </a:t>
          </a:r>
          <a:r>
            <a:rPr lang="en-US" sz="2600" i="1" kern="1200"/>
            <a:t>especially with cognitively demanding tasks</a:t>
          </a:r>
          <a:r>
            <a:rPr lang="en-US" sz="2600" kern="1200"/>
            <a:t>.</a:t>
          </a:r>
        </a:p>
      </dsp:txBody>
      <dsp:txXfrm>
        <a:off x="71001" y="77418"/>
        <a:ext cx="8087598" cy="1312454"/>
      </dsp:txXfrm>
    </dsp:sp>
    <dsp:sp modelId="{7444DAC8-87DB-4C2B-B602-6227C81EC001}">
      <dsp:nvSpPr>
        <dsp:cNvPr id="0" name=""/>
        <dsp:cNvSpPr/>
      </dsp:nvSpPr>
      <dsp:spPr>
        <a:xfrm>
          <a:off x="0" y="1535753"/>
          <a:ext cx="8229600" cy="145445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Learning is naturally rewarding and motivating, from a young child onward.</a:t>
          </a:r>
        </a:p>
      </dsp:txBody>
      <dsp:txXfrm>
        <a:off x="71001" y="1606754"/>
        <a:ext cx="8087598" cy="1312454"/>
      </dsp:txXfrm>
    </dsp:sp>
    <dsp:sp modelId="{153D17D7-2574-4575-A2DA-C8A2791A3342}">
      <dsp:nvSpPr>
        <dsp:cNvPr id="0" name=""/>
        <dsp:cNvSpPr/>
      </dsp:nvSpPr>
      <dsp:spPr>
        <a:xfrm>
          <a:off x="0" y="3065089"/>
          <a:ext cx="8229600" cy="145445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Extrinsic motivations, especially threatening ones, compromise the intrinsic rewards, converting an enjoyable activity into a chore.</a:t>
          </a:r>
        </a:p>
      </dsp:txBody>
      <dsp:txXfrm>
        <a:off x="71001" y="3136090"/>
        <a:ext cx="8087598" cy="131245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AEB4BAD-E82E-45AD-8AA9-642B4B3C32D2}" type="datetimeFigureOut">
              <a:rPr lang="en-US"/>
              <a:pPr>
                <a:defRPr/>
              </a:pPr>
              <a:t>2025-02-11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46E5A9B-91B4-4924-9F1B-454C796C3F8F}" type="slidenum">
              <a:rPr lang="en-US"/>
              <a:pPr>
                <a:defRPr/>
              </a:pPr>
              <a:t>‹#›</a:t>
            </a:fld>
            <a:endParaRPr lang="en-US"/>
          </a:p>
        </p:txBody>
      </p:sp>
    </p:spTree>
    <p:extLst>
      <p:ext uri="{BB962C8B-B14F-4D97-AF65-F5344CB8AC3E}">
        <p14:creationId xmlns:p14="http://schemas.microsoft.com/office/powerpoint/2010/main" val="38736388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public.asu.edu/~kvanlehn/Stringent/PDF/EffectivenessOfTutoring_Vanlehn.pdf"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83A16C8F-6519-4391-8176-6BEC63CCAE9B}" type="slidenum">
              <a:rPr lang="en-US" altLang="en-US" smtClean="0"/>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dirty="0"/>
              <a:t>In the graph from the paper, each line represents one student. The slope of the line represents learning rate while the starting point of the line represents initial knowledge. That the lines are mostly parallel indicates remarkable similarity in learning rate.</a:t>
            </a:r>
          </a:p>
          <a:p>
            <a:endParaRPr lang="en-US" dirty="0"/>
          </a:p>
          <a:p>
            <a:r>
              <a:rPr lang="en-US" dirty="0"/>
              <a:t>Koedinger RQs</a:t>
            </a:r>
          </a:p>
          <a:p>
            <a:pPr marL="228600" indent="-228600">
              <a:buAutoNum type="arabicPeriod"/>
            </a:pPr>
            <a:r>
              <a:rPr lang="en-US" dirty="0"/>
              <a:t>How may practice opportunities needed to reach mastery level of 80% correctness? (7)</a:t>
            </a:r>
          </a:p>
          <a:p>
            <a:pPr marL="228600" indent="-228600">
              <a:buAutoNum type="arabicPeriod"/>
            </a:pPr>
            <a:r>
              <a:rPr lang="en-US" dirty="0"/>
              <a:t>How much do students vary in their initial performance?</a:t>
            </a:r>
          </a:p>
          <a:p>
            <a:pPr marL="228600" indent="-228600">
              <a:buAutoNum type="arabicPeriod"/>
            </a:pPr>
            <a:r>
              <a:rPr lang="en-US" dirty="0"/>
              <a:t>How much to students vary in their learning rate?</a:t>
            </a:r>
          </a:p>
          <a:p>
            <a:pPr marL="0" indent="0">
              <a:buNone/>
            </a:pPr>
            <a:r>
              <a:rPr lang="en-US" dirty="0"/>
              <a:t>Debate: Is the learning rate per practice opportunity variable or consistent across individuals?</a:t>
            </a:r>
          </a:p>
          <a:p>
            <a:pPr marL="0" indent="0">
              <a:buNone/>
            </a:pPr>
            <a:r>
              <a:rPr lang="en-US" dirty="0"/>
              <a:t>Sought to identify differences in students’ self-regulated learning skills or background knowledge.</a:t>
            </a:r>
          </a:p>
          <a:p>
            <a:pPr marL="0" indent="0">
              <a:buNone/>
            </a:pPr>
            <a:r>
              <a:rPr lang="en-US" dirty="0"/>
              <a:t>An astonishing amount of regularity in student learning rate:</a:t>
            </a:r>
          </a:p>
          <a:p>
            <a:pPr marL="171450" indent="-171450">
              <a:buFont typeface="Arial" panose="020B0604020202020204" pitchFamily="34" charset="0"/>
              <a:buChar char="•"/>
            </a:pPr>
            <a:r>
              <a:rPr lang="en-US" dirty="0"/>
              <a:t>Performance differences seem to come, not from differences in learning rate but differences in the number of quality learning opportunities.</a:t>
            </a:r>
          </a:p>
          <a:p>
            <a:pPr marL="0" indent="0">
              <a:buFont typeface="Arial" panose="020B0604020202020204" pitchFamily="34" charset="0"/>
              <a:buNone/>
            </a:pPr>
            <a:r>
              <a:rPr lang="en-US" dirty="0"/>
              <a:t>Forms of “learning-by-doing”:</a:t>
            </a:r>
          </a:p>
          <a:p>
            <a:pPr marL="171450" indent="-171450">
              <a:buFont typeface="Arial" panose="020B0604020202020204" pitchFamily="34" charset="0"/>
              <a:buChar char="•"/>
            </a:pPr>
            <a:r>
              <a:rPr lang="en-US" dirty="0"/>
              <a:t>Mastery-based learning</a:t>
            </a:r>
          </a:p>
          <a:p>
            <a:pPr marL="171450" indent="-171450">
              <a:buFont typeface="Arial" panose="020B0604020202020204" pitchFamily="34" charset="0"/>
              <a:buChar char="•"/>
            </a:pPr>
            <a:r>
              <a:rPr lang="en-US" dirty="0"/>
              <a:t>Active learning</a:t>
            </a:r>
          </a:p>
          <a:p>
            <a:pPr marL="171450" indent="-171450">
              <a:buFont typeface="Arial" panose="020B0604020202020204" pitchFamily="34" charset="0"/>
              <a:buChar char="•"/>
            </a:pPr>
            <a:r>
              <a:rPr lang="en-US" dirty="0"/>
              <a:t>Testing effect</a:t>
            </a:r>
          </a:p>
          <a:p>
            <a:pPr marL="171450" indent="-171450">
              <a:buFont typeface="Arial" panose="020B0604020202020204" pitchFamily="34" charset="0"/>
              <a:buChar char="•"/>
            </a:pPr>
            <a:r>
              <a:rPr lang="en-US" dirty="0"/>
              <a:t>Formative assessment</a:t>
            </a:r>
          </a:p>
          <a:p>
            <a:pPr marL="171450" indent="-171450">
              <a:buFont typeface="Arial" panose="020B0604020202020204" pitchFamily="34" charset="0"/>
              <a:buChar char="•"/>
            </a:pPr>
            <a:r>
              <a:rPr lang="en-US" dirty="0"/>
              <a:t>Deliberate practice</a:t>
            </a:r>
          </a:p>
          <a:p>
            <a:pPr marL="0" indent="0">
              <a:buFont typeface="Arial" panose="020B0604020202020204" pitchFamily="34" charset="0"/>
              <a:buNone/>
            </a:pPr>
            <a:r>
              <a:rPr lang="en-US" dirty="0"/>
              <a:t>Common features:</a:t>
            </a:r>
          </a:p>
          <a:p>
            <a:pPr marL="171450" indent="-171450">
              <a:buFont typeface="Arial" panose="020B0604020202020204" pitchFamily="34" charset="0"/>
              <a:buChar char="•"/>
            </a:pPr>
            <a:r>
              <a:rPr lang="en-US" dirty="0"/>
              <a:t>Provide immediate feedback on errors in problem solving or performance contexts</a:t>
            </a:r>
          </a:p>
          <a:p>
            <a:pPr marL="171450" indent="-171450">
              <a:buFont typeface="Arial" panose="020B0604020202020204" pitchFamily="34" charset="0"/>
              <a:buChar char="•"/>
            </a:pPr>
            <a:r>
              <a:rPr lang="en-US" dirty="0"/>
              <a:t>Provide explanatory context-specific instruction on demand, including a correct response if needed</a:t>
            </a:r>
          </a:p>
          <a:p>
            <a:pPr marL="171450" indent="-171450">
              <a:buFont typeface="Arial" panose="020B0604020202020204" pitchFamily="34" charset="0"/>
              <a:buChar char="•"/>
            </a:pPr>
            <a:r>
              <a:rPr lang="en-US" dirty="0"/>
              <a:t>Highly encourage or enforce students to enter or observe a correct response before moving on</a:t>
            </a:r>
          </a:p>
          <a:p>
            <a:pPr marL="171450" indent="-171450">
              <a:buFont typeface="Arial" panose="020B0604020202020204" pitchFamily="34" charset="0"/>
              <a:buChar char="•"/>
            </a:pPr>
            <a:r>
              <a:rPr lang="en-US" dirty="0"/>
              <a:t>Provide tailored tasks designed through data-based cognitive task analysis</a:t>
            </a:r>
          </a:p>
          <a:p>
            <a:pPr marL="171450" indent="-171450">
              <a:buFont typeface="Arial" panose="020B0604020202020204" pitchFamily="34" charset="0"/>
              <a:buChar char="•"/>
            </a:pPr>
            <a:r>
              <a:rPr lang="en-US" dirty="0"/>
              <a:t>Give repeated opportunities to ensure student mastery</a:t>
            </a:r>
          </a:p>
          <a:p>
            <a:pPr marL="0" indent="0">
              <a:buFont typeface="Arial" panose="020B0604020202020204" pitchFamily="34" charset="0"/>
              <a:buNone/>
            </a:pPr>
            <a:r>
              <a:rPr lang="en-US" dirty="0"/>
              <a:t>Measured learning rate per opportunity to learn (slope) and initial knowledge (intercept)</a:t>
            </a:r>
          </a:p>
          <a:p>
            <a:pPr marL="0" indent="0">
              <a:buFont typeface="Arial" panose="020B0604020202020204" pitchFamily="34" charset="0"/>
              <a:buNone/>
            </a:pPr>
            <a:r>
              <a:rPr lang="en-US" dirty="0"/>
              <a:t>Observations</a:t>
            </a:r>
          </a:p>
          <a:p>
            <a:pPr marL="171450" indent="-171450">
              <a:buFont typeface="Arial" panose="020B0604020202020204" pitchFamily="34" charset="0"/>
              <a:buChar char="•"/>
            </a:pPr>
            <a:r>
              <a:rPr lang="en-US" dirty="0"/>
              <a:t>Students start at about 65% correctness (following reading and lectures) and need about 7 practice repetitions to reach 80% correctness.</a:t>
            </a:r>
          </a:p>
          <a:p>
            <a:pPr marL="171450" indent="-171450">
              <a:buFont typeface="Arial" panose="020B0604020202020204" pitchFamily="34" charset="0"/>
              <a:buChar char="•"/>
            </a:pPr>
            <a:r>
              <a:rPr lang="en-US" dirty="0"/>
              <a:t>Students vary substantially in initial knowledge. (varying between 55% and 75% correctness on initial practice). This results in between 13.13 and 3.66 learning opportunities required for mastery. Thus, those with less initial knowledge require about 3 times as long to master a KU.</a:t>
            </a:r>
          </a:p>
          <a:p>
            <a:pPr marL="171450" indent="-171450">
              <a:buFont typeface="Arial" panose="020B0604020202020204" pitchFamily="34" charset="0"/>
              <a:buChar char="•"/>
            </a:pPr>
            <a:r>
              <a:rPr lang="en-US" dirty="0"/>
              <a:t>Students are Astonishingly Similar in Learning Rate</a:t>
            </a:r>
          </a:p>
          <a:p>
            <a:pPr marL="628650" lvl="1" indent="-171450">
              <a:buFont typeface="Arial" panose="020B0604020202020204" pitchFamily="34" charset="0"/>
              <a:buChar char="•"/>
            </a:pPr>
            <a:r>
              <a:rPr lang="en-US" dirty="0"/>
              <a:t>A typical “slow learner” requires only one additional learning opportunity to keep pace with a typical fast learner.</a:t>
            </a:r>
          </a:p>
          <a:p>
            <a:pPr marL="0" lvl="0" indent="0">
              <a:buFont typeface="Arial" panose="020B0604020202020204" pitchFamily="34" charset="0"/>
              <a:buNone/>
            </a:pPr>
            <a:r>
              <a:rPr lang="en-US" dirty="0"/>
              <a:t>Domains: Language, math, science</a:t>
            </a:r>
          </a:p>
          <a:p>
            <a:pPr marL="0" lvl="0" indent="0">
              <a:buFont typeface="Arial" panose="020B0604020202020204" pitchFamily="34" charset="0"/>
              <a:buNone/>
            </a:pPr>
            <a:r>
              <a:rPr lang="en-US" dirty="0"/>
              <a:t>Grade level: elementary, middle/high, college</a:t>
            </a:r>
          </a:p>
        </p:txBody>
      </p:sp>
      <p:sp>
        <p:nvSpPr>
          <p:cNvPr id="4" name="Slide Number Placeholder 3"/>
          <p:cNvSpPr>
            <a:spLocks noGrp="1"/>
          </p:cNvSpPr>
          <p:nvPr>
            <p:ph type="sldNum" sz="quarter" idx="5"/>
          </p:nvPr>
        </p:nvSpPr>
        <p:spPr/>
        <p:txBody>
          <a:bodyPr/>
          <a:lstStyle/>
          <a:p>
            <a:fld id="{F83F95A9-2048-4245-937D-4C96F46B1933}" type="slidenum">
              <a:rPr lang="en-US" smtClean="0"/>
              <a:t>5</a:t>
            </a:fld>
            <a:endParaRPr lang="en-US"/>
          </a:p>
        </p:txBody>
      </p:sp>
    </p:spTree>
    <p:extLst>
      <p:ext uri="{BB962C8B-B14F-4D97-AF65-F5344CB8AC3E}">
        <p14:creationId xmlns:p14="http://schemas.microsoft.com/office/powerpoint/2010/main" val="1295244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Devised in the 1930s by Karl Duncker</a:t>
            </a:r>
          </a:p>
          <a:p>
            <a:endParaRPr lang="en-US" dirty="0"/>
          </a:p>
        </p:txBody>
      </p:sp>
      <p:sp>
        <p:nvSpPr>
          <p:cNvPr id="4" name="Slide Number Placeholder 3"/>
          <p:cNvSpPr>
            <a:spLocks noGrp="1"/>
          </p:cNvSpPr>
          <p:nvPr>
            <p:ph type="sldNum" sz="quarter" idx="5"/>
          </p:nvPr>
        </p:nvSpPr>
        <p:spPr/>
        <p:txBody>
          <a:bodyPr/>
          <a:lstStyle/>
          <a:p>
            <a:pPr>
              <a:defRPr/>
            </a:pPr>
            <a:fld id="{646E5A9B-91B4-4924-9F1B-454C796C3F8F}" type="slidenum">
              <a:rPr lang="en-US" smtClean="0"/>
              <a:pPr>
                <a:defRPr/>
              </a:pPr>
              <a:t>8</a:t>
            </a:fld>
            <a:endParaRPr lang="en-US"/>
          </a:p>
        </p:txBody>
      </p:sp>
    </p:spTree>
    <p:extLst>
      <p:ext uri="{BB962C8B-B14F-4D97-AF65-F5344CB8AC3E}">
        <p14:creationId xmlns:p14="http://schemas.microsoft.com/office/powerpoint/2010/main" val="2141836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itchFamily="34" charset="0"/>
              <a:buChar char="•"/>
            </a:pPr>
            <a:r>
              <a:rPr lang="en-US" dirty="0"/>
              <a:t>Then Duncker</a:t>
            </a:r>
            <a:r>
              <a:rPr lang="en-US" baseline="0" dirty="0"/>
              <a:t> tried a simplified problem.</a:t>
            </a:r>
          </a:p>
          <a:p>
            <a:pPr marL="628650" lvl="1" indent="-171450">
              <a:buFont typeface="Arial" pitchFamily="34" charset="0"/>
              <a:buChar char="•"/>
            </a:pPr>
            <a:r>
              <a:rPr lang="en-US" baseline="0" dirty="0"/>
              <a:t>Dan Pink calls this the “Candle Problem for Dummies”</a:t>
            </a:r>
          </a:p>
          <a:p>
            <a:pPr marL="628650" lvl="1" indent="-171450">
              <a:buFont typeface="Arial" pitchFamily="34" charset="0"/>
              <a:buChar char="•"/>
            </a:pPr>
            <a:r>
              <a:rPr lang="en-US" baseline="0" dirty="0"/>
              <a:t>In this case, the incentives worked as expected!</a:t>
            </a:r>
          </a:p>
          <a:p>
            <a:pPr marL="628650" lvl="1" indent="-171450">
              <a:buFont typeface="Arial" pitchFamily="34" charset="0"/>
              <a:buChar char="•"/>
            </a:pPr>
            <a:r>
              <a:rPr lang="en-US" baseline="0" dirty="0"/>
              <a:t>Converts the problem</a:t>
            </a:r>
          </a:p>
          <a:p>
            <a:pPr marL="1085850" lvl="2" indent="-171450">
              <a:buFont typeface="Arial" pitchFamily="34" charset="0"/>
              <a:buChar char="•"/>
            </a:pPr>
            <a:r>
              <a:rPr lang="en-US" baseline="0" dirty="0"/>
              <a:t>from “</a:t>
            </a:r>
            <a:r>
              <a:rPr lang="en-US" baseline="0" dirty="0" err="1"/>
              <a:t>hueristic</a:t>
            </a:r>
            <a:r>
              <a:rPr lang="en-US" baseline="0" dirty="0"/>
              <a:t>” (trial, error, novel solution)</a:t>
            </a:r>
          </a:p>
          <a:p>
            <a:pPr marL="1085850" lvl="2" indent="-171450">
              <a:buFont typeface="Arial" pitchFamily="34" charset="0"/>
              <a:buChar char="•"/>
            </a:pPr>
            <a:r>
              <a:rPr lang="en-US" baseline="0" dirty="0"/>
              <a:t>to “algorithmic” (simple set of steps)</a:t>
            </a:r>
          </a:p>
          <a:p>
            <a:pPr marL="628650" lvl="1" indent="-171450">
              <a:buFont typeface="Arial" pitchFamily="34" charset="0"/>
              <a:buChar char="•"/>
            </a:pPr>
            <a:r>
              <a:rPr lang="en-US" baseline="0" dirty="0"/>
              <a:t>Another way of saying this is that the original problem is a more </a:t>
            </a:r>
            <a:r>
              <a:rPr lang="en-US" i="1" baseline="0" dirty="0"/>
              <a:t>cognitive </a:t>
            </a:r>
            <a:r>
              <a:rPr lang="en-US" i="0" baseline="0" dirty="0"/>
              <a:t>task.</a:t>
            </a:r>
            <a:endParaRPr lang="en-US" dirty="0"/>
          </a:p>
        </p:txBody>
      </p:sp>
      <p:sp>
        <p:nvSpPr>
          <p:cNvPr id="4" name="Slide Number Placeholder 3"/>
          <p:cNvSpPr>
            <a:spLocks noGrp="1"/>
          </p:cNvSpPr>
          <p:nvPr>
            <p:ph type="sldNum" sz="quarter" idx="5"/>
          </p:nvPr>
        </p:nvSpPr>
        <p:spPr/>
        <p:txBody>
          <a:bodyPr/>
          <a:lstStyle/>
          <a:p>
            <a:pPr>
              <a:defRPr/>
            </a:pPr>
            <a:fld id="{646E5A9B-91B4-4924-9F1B-454C796C3F8F}" type="slidenum">
              <a:rPr lang="en-US" smtClean="0"/>
              <a:pPr>
                <a:defRPr/>
              </a:pPr>
              <a:t>9</a:t>
            </a:fld>
            <a:endParaRPr lang="en-US"/>
          </a:p>
        </p:txBody>
      </p:sp>
    </p:spTree>
    <p:extLst>
      <p:ext uri="{BB962C8B-B14F-4D97-AF65-F5344CB8AC3E}">
        <p14:creationId xmlns:p14="http://schemas.microsoft.com/office/powerpoint/2010/main" val="489131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itchFamily="34" charset="0"/>
              <a:buChar char="•"/>
            </a:pPr>
            <a:r>
              <a:rPr lang="en-US" dirty="0"/>
              <a:t>So,</a:t>
            </a:r>
            <a:r>
              <a:rPr lang="en-US" baseline="0" dirty="0"/>
              <a:t> here are </a:t>
            </a:r>
            <a:r>
              <a:rPr lang="en-US" baseline="0" dirty="0" err="1"/>
              <a:t>Glucksberg’s</a:t>
            </a:r>
            <a:r>
              <a:rPr lang="en-US" baseline="0" dirty="0"/>
              <a:t> results:</a:t>
            </a:r>
          </a:p>
          <a:p>
            <a:pPr marL="628650" lvl="1" indent="-171450">
              <a:buFont typeface="Arial" pitchFamily="34" charset="0"/>
              <a:buChar char="•"/>
            </a:pPr>
            <a:r>
              <a:rPr lang="en-US" baseline="0" dirty="0"/>
              <a:t>The top row - original candle problem</a:t>
            </a:r>
          </a:p>
          <a:p>
            <a:pPr marL="628650" lvl="1" indent="-171450">
              <a:buFont typeface="Arial" pitchFamily="34" charset="0"/>
              <a:buChar char="•"/>
            </a:pPr>
            <a:r>
              <a:rPr lang="en-US" baseline="0" dirty="0"/>
              <a:t>Bottom row - simplified version.</a:t>
            </a:r>
          </a:p>
          <a:p>
            <a:pPr marL="171450" lvl="0" indent="-171450">
              <a:buFont typeface="Arial" pitchFamily="34" charset="0"/>
              <a:buChar char="•"/>
            </a:pPr>
            <a:r>
              <a:rPr lang="en-US" baseline="0" dirty="0"/>
              <a:t>For cognitively demanding task</a:t>
            </a:r>
          </a:p>
          <a:p>
            <a:pPr marL="628650" lvl="1" indent="-171450">
              <a:buFont typeface="Arial" pitchFamily="34" charset="0"/>
              <a:buChar char="•"/>
            </a:pPr>
            <a:r>
              <a:rPr lang="en-US" baseline="0" dirty="0"/>
              <a:t>financial incentives </a:t>
            </a:r>
            <a:r>
              <a:rPr lang="en-US" u="sng" baseline="0" dirty="0"/>
              <a:t>slowed</a:t>
            </a:r>
            <a:r>
              <a:rPr lang="en-US" baseline="0" dirty="0"/>
              <a:t> them by 3½ minutes</a:t>
            </a:r>
          </a:p>
          <a:p>
            <a:pPr marL="628650" lvl="1" indent="-171450">
              <a:buFont typeface="Arial" pitchFamily="34" charset="0"/>
              <a:buChar char="•"/>
            </a:pPr>
            <a:r>
              <a:rPr lang="en-US" baseline="0" dirty="0"/>
              <a:t>or 33%!</a:t>
            </a:r>
          </a:p>
          <a:p>
            <a:endParaRPr lang="en-US" dirty="0"/>
          </a:p>
        </p:txBody>
      </p:sp>
      <p:sp>
        <p:nvSpPr>
          <p:cNvPr id="4" name="Slide Number Placeholder 3"/>
          <p:cNvSpPr>
            <a:spLocks noGrp="1"/>
          </p:cNvSpPr>
          <p:nvPr>
            <p:ph type="sldNum" sz="quarter" idx="10"/>
          </p:nvPr>
        </p:nvSpPr>
        <p:spPr/>
        <p:txBody>
          <a:bodyPr/>
          <a:lstStyle/>
          <a:p>
            <a:fld id="{E10BE393-2B89-4177-8588-A0AA86631B86}" type="slidenum">
              <a:rPr lang="en-US" smtClean="0"/>
              <a:t>10</a:t>
            </a:fld>
            <a:endParaRPr lang="en-US"/>
          </a:p>
        </p:txBody>
      </p:sp>
    </p:spTree>
    <p:extLst>
      <p:ext uri="{BB962C8B-B14F-4D97-AF65-F5344CB8AC3E}">
        <p14:creationId xmlns:p14="http://schemas.microsoft.com/office/powerpoint/2010/main" val="4068719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try to leave things ambiguous, but provide enough opportunities that TAs and instructor can help provide answers (after you’ve done some work to formulate them).</a:t>
            </a:r>
          </a:p>
        </p:txBody>
      </p:sp>
      <p:sp>
        <p:nvSpPr>
          <p:cNvPr id="4" name="Slide Number Placeholder 3"/>
          <p:cNvSpPr>
            <a:spLocks noGrp="1"/>
          </p:cNvSpPr>
          <p:nvPr>
            <p:ph type="sldNum" sz="quarter" idx="5"/>
          </p:nvPr>
        </p:nvSpPr>
        <p:spPr/>
        <p:txBody>
          <a:bodyPr/>
          <a:lstStyle/>
          <a:p>
            <a:pPr>
              <a:defRPr/>
            </a:pPr>
            <a:fld id="{646E5A9B-91B4-4924-9F1B-454C796C3F8F}" type="slidenum">
              <a:rPr lang="en-US" smtClean="0"/>
              <a:pPr>
                <a:defRPr/>
              </a:pPr>
              <a:t>13</a:t>
            </a:fld>
            <a:endParaRPr lang="en-US"/>
          </a:p>
        </p:txBody>
      </p:sp>
    </p:spTree>
    <p:extLst>
      <p:ext uri="{BB962C8B-B14F-4D97-AF65-F5344CB8AC3E}">
        <p14:creationId xmlns:p14="http://schemas.microsoft.com/office/powerpoint/2010/main" val="3061116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hlinkClick r:id="rId3"/>
              </a:rPr>
              <a:t>http://www.public.asu.edu/~kvanlehn/Stringent/PDF/EffectivenessOfTutoring_Vanlehn.pdf</a:t>
            </a:r>
            <a:endParaRPr lang="en-US" dirty="0"/>
          </a:p>
        </p:txBody>
      </p:sp>
      <p:sp>
        <p:nvSpPr>
          <p:cNvPr id="4" name="Slide Number Placeholder 3"/>
          <p:cNvSpPr>
            <a:spLocks noGrp="1"/>
          </p:cNvSpPr>
          <p:nvPr>
            <p:ph type="sldNum" sz="quarter" idx="5"/>
          </p:nvPr>
        </p:nvSpPr>
        <p:spPr/>
        <p:txBody>
          <a:bodyPr/>
          <a:lstStyle/>
          <a:p>
            <a:pPr>
              <a:defRPr/>
            </a:pPr>
            <a:fld id="{646E5A9B-91B4-4924-9F1B-454C796C3F8F}" type="slidenum">
              <a:rPr lang="en-US" smtClean="0"/>
              <a:pPr>
                <a:defRPr/>
              </a:pPr>
              <a:t>16</a:t>
            </a:fld>
            <a:endParaRPr lang="en-US"/>
          </a:p>
        </p:txBody>
      </p:sp>
    </p:spTree>
    <p:extLst>
      <p:ext uri="{BB962C8B-B14F-4D97-AF65-F5344CB8AC3E}">
        <p14:creationId xmlns:p14="http://schemas.microsoft.com/office/powerpoint/2010/main" val="3268685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Angela Duckworth, a colleague of Carol Dweck’s, wrote the book on Grit.</a:t>
            </a:r>
          </a:p>
        </p:txBody>
      </p:sp>
      <p:sp>
        <p:nvSpPr>
          <p:cNvPr id="4" name="Slide Number Placeholder 3"/>
          <p:cNvSpPr>
            <a:spLocks noGrp="1"/>
          </p:cNvSpPr>
          <p:nvPr>
            <p:ph type="sldNum" sz="quarter" idx="5"/>
          </p:nvPr>
        </p:nvSpPr>
        <p:spPr/>
        <p:txBody>
          <a:bodyPr/>
          <a:lstStyle/>
          <a:p>
            <a:pPr>
              <a:defRPr/>
            </a:pPr>
            <a:fld id="{646E5A9B-91B4-4924-9F1B-454C796C3F8F}" type="slidenum">
              <a:rPr lang="en-US" smtClean="0"/>
              <a:pPr>
                <a:defRPr/>
              </a:pPr>
              <a:t>21</a:t>
            </a:fld>
            <a:endParaRPr lang="en-US"/>
          </a:p>
        </p:txBody>
      </p:sp>
    </p:spTree>
    <p:extLst>
      <p:ext uri="{BB962C8B-B14F-4D97-AF65-F5344CB8AC3E}">
        <p14:creationId xmlns:p14="http://schemas.microsoft.com/office/powerpoint/2010/main" val="514924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How</a:t>
            </a:r>
            <a:r>
              <a:rPr lang="en-US" baseline="0" dirty="0"/>
              <a:t> to achieve such </a:t>
            </a:r>
            <a:r>
              <a:rPr lang="en-US" baseline="0"/>
              <a:t>effective teaching?</a:t>
            </a:r>
            <a:endParaRPr lang="en-US" dirty="0"/>
          </a:p>
        </p:txBody>
      </p:sp>
      <p:sp>
        <p:nvSpPr>
          <p:cNvPr id="4" name="Slide Number Placeholder 3"/>
          <p:cNvSpPr>
            <a:spLocks noGrp="1"/>
          </p:cNvSpPr>
          <p:nvPr>
            <p:ph type="sldNum" sz="quarter" idx="10"/>
          </p:nvPr>
        </p:nvSpPr>
        <p:spPr/>
        <p:txBody>
          <a:bodyPr/>
          <a:lstStyle/>
          <a:p>
            <a:fld id="{8B156DA6-F42D-49D2-B1E0-717DB207DD64}" type="slidenum">
              <a:rPr lang="en-US" smtClean="0"/>
              <a:pPr/>
              <a:t>23</a:t>
            </a:fld>
            <a:endParaRPr lang="en-US"/>
          </a:p>
        </p:txBody>
      </p:sp>
    </p:spTree>
    <p:extLst>
      <p:ext uri="{BB962C8B-B14F-4D97-AF65-F5344CB8AC3E}">
        <p14:creationId xmlns:p14="http://schemas.microsoft.com/office/powerpoint/2010/main" val="940568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How</a:t>
            </a:r>
            <a:r>
              <a:rPr lang="en-US" baseline="0" dirty="0"/>
              <a:t> to achieve such </a:t>
            </a:r>
            <a:r>
              <a:rPr lang="en-US" baseline="0"/>
              <a:t>effective teaching?</a:t>
            </a:r>
            <a:endParaRPr lang="en-US" dirty="0"/>
          </a:p>
        </p:txBody>
      </p:sp>
      <p:sp>
        <p:nvSpPr>
          <p:cNvPr id="4" name="Slide Number Placeholder 3"/>
          <p:cNvSpPr>
            <a:spLocks noGrp="1"/>
          </p:cNvSpPr>
          <p:nvPr>
            <p:ph type="sldNum" sz="quarter" idx="10"/>
          </p:nvPr>
        </p:nvSpPr>
        <p:spPr/>
        <p:txBody>
          <a:bodyPr/>
          <a:lstStyle/>
          <a:p>
            <a:fld id="{8B156DA6-F42D-49D2-B1E0-717DB207DD64}" type="slidenum">
              <a:rPr lang="en-US" smtClean="0"/>
              <a:pPr/>
              <a:t>24</a:t>
            </a:fld>
            <a:endParaRPr lang="en-US"/>
          </a:p>
        </p:txBody>
      </p:sp>
    </p:spTree>
    <p:extLst>
      <p:ext uri="{BB962C8B-B14F-4D97-AF65-F5344CB8AC3E}">
        <p14:creationId xmlns:p14="http://schemas.microsoft.com/office/powerpoint/2010/main" val="1092566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How</a:t>
            </a:r>
            <a:r>
              <a:rPr lang="en-US" baseline="0" dirty="0"/>
              <a:t> to achieve such </a:t>
            </a:r>
            <a:r>
              <a:rPr lang="en-US" baseline="0"/>
              <a:t>effective teaching?</a:t>
            </a:r>
            <a:endParaRPr lang="en-US" dirty="0"/>
          </a:p>
        </p:txBody>
      </p:sp>
      <p:sp>
        <p:nvSpPr>
          <p:cNvPr id="4" name="Slide Number Placeholder 3"/>
          <p:cNvSpPr>
            <a:spLocks noGrp="1"/>
          </p:cNvSpPr>
          <p:nvPr>
            <p:ph type="sldNum" sz="quarter" idx="10"/>
          </p:nvPr>
        </p:nvSpPr>
        <p:spPr/>
        <p:txBody>
          <a:bodyPr/>
          <a:lstStyle/>
          <a:p>
            <a:fld id="{8B156DA6-F42D-49D2-B1E0-717DB207DD64}" type="slidenum">
              <a:rPr lang="en-US" smtClean="0"/>
              <a:pPr/>
              <a:t>26</a:t>
            </a:fld>
            <a:endParaRPr lang="en-US"/>
          </a:p>
        </p:txBody>
      </p:sp>
    </p:spTree>
    <p:extLst>
      <p:ext uri="{BB962C8B-B14F-4D97-AF65-F5344CB8AC3E}">
        <p14:creationId xmlns:p14="http://schemas.microsoft.com/office/powerpoint/2010/main" val="444860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46E5A9B-91B4-4924-9F1B-454C796C3F8F}" type="slidenum">
              <a:rPr lang="en-US" smtClean="0"/>
              <a:pPr>
                <a:defRPr/>
              </a:pPr>
              <a:t>30</a:t>
            </a:fld>
            <a:endParaRPr lang="en-US"/>
          </a:p>
        </p:txBody>
      </p:sp>
    </p:spTree>
    <p:extLst>
      <p:ext uri="{BB962C8B-B14F-4D97-AF65-F5344CB8AC3E}">
        <p14:creationId xmlns:p14="http://schemas.microsoft.com/office/powerpoint/2010/main" val="1330180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46E5A9B-91B4-4924-9F1B-454C796C3F8F}" type="slidenum">
              <a:rPr lang="en-US" smtClean="0"/>
              <a:pPr>
                <a:defRPr/>
              </a:pPr>
              <a:t>35</a:t>
            </a:fld>
            <a:endParaRPr lang="en-US"/>
          </a:p>
        </p:txBody>
      </p:sp>
    </p:spTree>
    <p:extLst>
      <p:ext uri="{BB962C8B-B14F-4D97-AF65-F5344CB8AC3E}">
        <p14:creationId xmlns:p14="http://schemas.microsoft.com/office/powerpoint/2010/main" val="3833693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AEB7206-9368-4061-8426-61B89CFDF691}" type="slidenum">
              <a:rPr lang="en-US"/>
              <a:pPr>
                <a:defRPr/>
              </a:pPr>
              <a:t>‹#›</a:t>
            </a:fld>
            <a:endParaRPr lang="en-US"/>
          </a:p>
        </p:txBody>
      </p:sp>
    </p:spTree>
    <p:extLst>
      <p:ext uri="{BB962C8B-B14F-4D97-AF65-F5344CB8AC3E}">
        <p14:creationId xmlns:p14="http://schemas.microsoft.com/office/powerpoint/2010/main" val="264381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9E8655A-BAE9-4AF3-8552-54421C989500}" type="slidenum">
              <a:rPr lang="en-US"/>
              <a:pPr>
                <a:defRPr/>
              </a:pPr>
              <a:t>‹#›</a:t>
            </a:fld>
            <a:endParaRPr lang="en-US"/>
          </a:p>
        </p:txBody>
      </p:sp>
    </p:spTree>
    <p:extLst>
      <p:ext uri="{BB962C8B-B14F-4D97-AF65-F5344CB8AC3E}">
        <p14:creationId xmlns:p14="http://schemas.microsoft.com/office/powerpoint/2010/main" val="394472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869F229-519F-410C-BCBF-840C16C666F9}" type="slidenum">
              <a:rPr lang="en-US"/>
              <a:pPr>
                <a:defRPr/>
              </a:pPr>
              <a:t>‹#›</a:t>
            </a:fld>
            <a:endParaRPr lang="en-US"/>
          </a:p>
        </p:txBody>
      </p:sp>
    </p:spTree>
    <p:extLst>
      <p:ext uri="{BB962C8B-B14F-4D97-AF65-F5344CB8AC3E}">
        <p14:creationId xmlns:p14="http://schemas.microsoft.com/office/powerpoint/2010/main" val="2881148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BC0EE09-C20A-4525-B78C-8A09F42948EF}" type="slidenum">
              <a:rPr lang="en-US"/>
              <a:pPr>
                <a:defRPr/>
              </a:pPr>
              <a:t>‹#›</a:t>
            </a:fld>
            <a:endParaRPr lang="en-US"/>
          </a:p>
        </p:txBody>
      </p:sp>
    </p:spTree>
    <p:extLst>
      <p:ext uri="{BB962C8B-B14F-4D97-AF65-F5344CB8AC3E}">
        <p14:creationId xmlns:p14="http://schemas.microsoft.com/office/powerpoint/2010/main" val="3125583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8E7DFA-540F-46DB-A306-CAEC27428A99}" type="slidenum">
              <a:rPr lang="en-US"/>
              <a:pPr>
                <a:defRPr/>
              </a:pPr>
              <a:t>‹#›</a:t>
            </a:fld>
            <a:endParaRPr lang="en-US"/>
          </a:p>
        </p:txBody>
      </p:sp>
    </p:spTree>
    <p:extLst>
      <p:ext uri="{BB962C8B-B14F-4D97-AF65-F5344CB8AC3E}">
        <p14:creationId xmlns:p14="http://schemas.microsoft.com/office/powerpoint/2010/main" val="2724762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A5581C4-1064-4A44-94C7-BBB569CEDFB3}" type="slidenum">
              <a:rPr lang="en-US"/>
              <a:pPr>
                <a:defRPr/>
              </a:pPr>
              <a:t>‹#›</a:t>
            </a:fld>
            <a:endParaRPr lang="en-US"/>
          </a:p>
        </p:txBody>
      </p:sp>
    </p:spTree>
    <p:extLst>
      <p:ext uri="{BB962C8B-B14F-4D97-AF65-F5344CB8AC3E}">
        <p14:creationId xmlns:p14="http://schemas.microsoft.com/office/powerpoint/2010/main" val="1732780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424CA70-3983-4AA5-A95C-B6F0738A6EBF}" type="slidenum">
              <a:rPr lang="en-US"/>
              <a:pPr>
                <a:defRPr/>
              </a:pPr>
              <a:t>‹#›</a:t>
            </a:fld>
            <a:endParaRPr lang="en-US"/>
          </a:p>
        </p:txBody>
      </p:sp>
    </p:spTree>
    <p:extLst>
      <p:ext uri="{BB962C8B-B14F-4D97-AF65-F5344CB8AC3E}">
        <p14:creationId xmlns:p14="http://schemas.microsoft.com/office/powerpoint/2010/main" val="192446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5553F47-3550-4B1B-BB4D-B2933A15F523}" type="slidenum">
              <a:rPr lang="en-US"/>
              <a:pPr>
                <a:defRPr/>
              </a:pPr>
              <a:t>‹#›</a:t>
            </a:fld>
            <a:endParaRPr lang="en-US"/>
          </a:p>
        </p:txBody>
      </p:sp>
    </p:spTree>
    <p:extLst>
      <p:ext uri="{BB962C8B-B14F-4D97-AF65-F5344CB8AC3E}">
        <p14:creationId xmlns:p14="http://schemas.microsoft.com/office/powerpoint/2010/main" val="1466954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F097089-DDC1-4328-914F-C22F025DB537}" type="slidenum">
              <a:rPr lang="en-US"/>
              <a:pPr>
                <a:defRPr/>
              </a:pPr>
              <a:t>‹#›</a:t>
            </a:fld>
            <a:endParaRPr lang="en-US"/>
          </a:p>
        </p:txBody>
      </p:sp>
    </p:spTree>
    <p:extLst>
      <p:ext uri="{BB962C8B-B14F-4D97-AF65-F5344CB8AC3E}">
        <p14:creationId xmlns:p14="http://schemas.microsoft.com/office/powerpoint/2010/main" val="318890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32A8CFF-0D33-4891-9471-02F3A46484DC}" type="slidenum">
              <a:rPr lang="en-US"/>
              <a:pPr>
                <a:defRPr/>
              </a:pPr>
              <a:t>‹#›</a:t>
            </a:fld>
            <a:endParaRPr lang="en-US"/>
          </a:p>
        </p:txBody>
      </p:sp>
    </p:spTree>
    <p:extLst>
      <p:ext uri="{BB962C8B-B14F-4D97-AF65-F5344CB8AC3E}">
        <p14:creationId xmlns:p14="http://schemas.microsoft.com/office/powerpoint/2010/main" val="435422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E59B934-2E71-4DC8-AE24-286246A84D39}" type="slidenum">
              <a:rPr lang="en-US"/>
              <a:pPr>
                <a:defRPr/>
              </a:pPr>
              <a:t>‹#›</a:t>
            </a:fld>
            <a:endParaRPr lang="en-US"/>
          </a:p>
        </p:txBody>
      </p:sp>
    </p:spTree>
    <p:extLst>
      <p:ext uri="{BB962C8B-B14F-4D97-AF65-F5344CB8AC3E}">
        <p14:creationId xmlns:p14="http://schemas.microsoft.com/office/powerpoint/2010/main" val="280527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769600" y="6400801"/>
            <a:ext cx="1320800" cy="365125"/>
          </a:xfrm>
        </p:spPr>
        <p:txBody>
          <a:bodyPr/>
          <a:lstStyle/>
          <a:p>
            <a:fld id="{CDAE76A8-9D41-4318-8BA0-09706663A6D3}" type="slidenum">
              <a:rPr lang="en-US" smtClean="0"/>
              <a:t>‹#›</a:t>
            </a:fld>
            <a:endParaRPr lang="en-US"/>
          </a:p>
        </p:txBody>
      </p:sp>
      <p:sp>
        <p:nvSpPr>
          <p:cNvPr id="8" name="Content Placeholder 7"/>
          <p:cNvSpPr>
            <a:spLocks noGrp="1"/>
          </p:cNvSpPr>
          <p:nvPr>
            <p:ph sz="quarter" idx="13"/>
          </p:nvPr>
        </p:nvSpPr>
        <p:spPr>
          <a:xfrm>
            <a:off x="10757" y="5486400"/>
            <a:ext cx="4256443" cy="1334844"/>
          </a:xfrm>
        </p:spPr>
        <p:txBody>
          <a:bodyPr anchor="b" anchorCtr="0">
            <a:noAutofit/>
          </a:bodyPr>
          <a:lstStyle>
            <a:lvl1pPr marL="182880" indent="-182880">
              <a:spcBef>
                <a:spcPts val="0"/>
              </a:spcBef>
              <a:spcAft>
                <a:spcPts val="0"/>
              </a:spcAft>
              <a:defRPr sz="1600"/>
            </a:lvl1pPr>
            <a:lvl2pPr marL="365760" indent="-182880">
              <a:spcBef>
                <a:spcPts val="0"/>
              </a:spcBef>
              <a:spcAft>
                <a:spcPts val="0"/>
              </a:spcAft>
              <a:defRPr sz="1600"/>
            </a:lvl2pPr>
            <a:lvl3pPr marL="548640" indent="-182880">
              <a:spcBef>
                <a:spcPts val="0"/>
              </a:spcBef>
              <a:spcAft>
                <a:spcPts val="0"/>
              </a:spcAft>
              <a:defRPr sz="1600"/>
            </a:lvl3pPr>
            <a:lvl4pPr marL="731520" indent="-182880">
              <a:spcBef>
                <a:spcPts val="0"/>
              </a:spcBef>
              <a:spcAft>
                <a:spcPts val="0"/>
              </a:spcAft>
              <a:defRPr sz="1600"/>
            </a:lvl4pPr>
            <a:lvl5pPr marL="914400" indent="-182880">
              <a:spcBef>
                <a:spcPts val="0"/>
              </a:spcBef>
              <a:spcAft>
                <a:spcPts val="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1E1185AE-63BC-48A7-B52F-113B86199AE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sagroups.ieee.org/icicle" TargetMode="External"/><Relationship Id="rId1" Type="http://schemas.openxmlformats.org/officeDocument/2006/relationships/slideLayout" Target="../slideLayouts/slideLayout6.xml"/><Relationship Id="rId5" Type="http://schemas.openxmlformats.org/officeDocument/2006/relationships/hyperlink" Target="https://doi.org/10.4324/9781003276579" TargetMode="Externa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073/pnas.222131112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public.asu.edu/~kvanlehn/Stringent/PDF/EffectivenessOfTutoring_Vanlehn.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hyperlink" Target="https://fullcircle.asu.edu/faculty/kurt-vanlehn-intelligent-tutoring-research-revolutionizes-teaching/" TargetMode="External"/><Relationship Id="rId4" Type="http://schemas.openxmlformats.org/officeDocument/2006/relationships/hyperlink" Target="https://www.ofthat.com/2013/01/blooms-two-sigma-problem-revisited.html"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www.ofthat.com/2012/12/game-design-and-zone-of-proximal.html" TargetMode="External"/><Relationship Id="rId4" Type="http://schemas.openxmlformats.org/officeDocument/2006/relationships/hyperlink" Target="http://artofgamedesign.com/book/AGD%20-%20Chapter%2009.pdf"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aurora-institute.org/resource/what-is-competency-based-education-an-updated-definition/"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24000" y="0"/>
            <a:ext cx="4816290"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76">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3074" name="AutoShape 2"/>
          <p:cNvSpPr>
            <a:spLocks noGrp="1" noChangeArrowheads="1"/>
          </p:cNvSpPr>
          <p:nvPr>
            <p:ph type="ctrTitle"/>
          </p:nvPr>
        </p:nvSpPr>
        <p:spPr>
          <a:xfrm>
            <a:off x="6467224" y="1684483"/>
            <a:ext cx="3945424" cy="1297115"/>
          </a:xfrm>
        </p:spPr>
        <p:txBody>
          <a:bodyPr anchor="t">
            <a:normAutofit/>
          </a:bodyPr>
          <a:lstStyle/>
          <a:p>
            <a:pPr algn="l"/>
            <a:r>
              <a:rPr lang="en-US" altLang="en-US" sz="3800" dirty="0">
                <a:solidFill>
                  <a:srgbClr val="000000"/>
                </a:solidFill>
              </a:rPr>
              <a:t>Principles of</a:t>
            </a:r>
            <a:br>
              <a:rPr lang="en-US" altLang="en-US" sz="3800" dirty="0">
                <a:solidFill>
                  <a:srgbClr val="000000"/>
                </a:solidFill>
              </a:rPr>
            </a:br>
            <a:r>
              <a:rPr lang="en-US" altLang="en-US" sz="3800" dirty="0">
                <a:solidFill>
                  <a:srgbClr val="000000"/>
                </a:solidFill>
              </a:rPr>
              <a:t>Learning</a:t>
            </a:r>
          </a:p>
        </p:txBody>
      </p:sp>
      <p:sp>
        <p:nvSpPr>
          <p:cNvPr id="2" name="Subtitle 1">
            <a:extLst>
              <a:ext uri="{FF2B5EF4-FFF2-40B4-BE49-F238E27FC236}">
                <a16:creationId xmlns:a16="http://schemas.microsoft.com/office/drawing/2014/main" id="{D05C2D14-276F-4A75-9A07-658B33464562}"/>
              </a:ext>
            </a:extLst>
          </p:cNvPr>
          <p:cNvSpPr>
            <a:spLocks noGrp="1"/>
          </p:cNvSpPr>
          <p:nvPr>
            <p:ph type="subTitle" idx="1"/>
          </p:nvPr>
        </p:nvSpPr>
        <p:spPr>
          <a:xfrm>
            <a:off x="6467224" y="3429000"/>
            <a:ext cx="3604268" cy="685801"/>
          </a:xfrm>
        </p:spPr>
        <p:txBody>
          <a:bodyPr anchor="b">
            <a:normAutofit/>
          </a:bodyPr>
          <a:lstStyle/>
          <a:p>
            <a:pPr algn="l"/>
            <a:r>
              <a:rPr lang="en-US" sz="2400" dirty="0">
                <a:solidFill>
                  <a:srgbClr val="000000"/>
                </a:solidFill>
              </a:rPr>
              <a:t>IT&amp;</a:t>
            </a:r>
            <a:r>
              <a:rPr lang="en-US" sz="2400">
                <a:solidFill>
                  <a:srgbClr val="000000"/>
                </a:solidFill>
              </a:rPr>
              <a:t>C210 S14</a:t>
            </a:r>
            <a:endParaRPr lang="en-US" sz="2400" dirty="0">
              <a:solidFill>
                <a:srgbClr val="000000"/>
              </a:solidFill>
            </a:endParaRPr>
          </a:p>
        </p:txBody>
      </p:sp>
      <p:sp>
        <p:nvSpPr>
          <p:cNvPr id="79"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24001" y="581160"/>
            <a:ext cx="409865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2" name="Graphic 71" descr="Head with Gears">
            <a:extLst>
              <a:ext uri="{FF2B5EF4-FFF2-40B4-BE49-F238E27FC236}">
                <a16:creationId xmlns:a16="http://schemas.microsoft.com/office/drawing/2014/main" id="{EB7A4AC0-0291-4E7F-ABB2-631B858AD5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9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sp>
        <p:nvSpPr>
          <p:cNvPr id="3076" name="Rectangle 4"/>
          <p:cNvSpPr>
            <a:spLocks noChangeArrowheads="1"/>
          </p:cNvSpPr>
          <p:nvPr/>
        </p:nvSpPr>
        <p:spPr bwMode="auto">
          <a:xfrm>
            <a:off x="2362201" y="3886201"/>
            <a:ext cx="769302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fontAlgn="base">
              <a:spcBef>
                <a:spcPct val="20000"/>
              </a:spcBef>
              <a:spcAft>
                <a:spcPct val="0"/>
              </a:spcAft>
              <a:buFont typeface="Arial" charset="0"/>
              <a:buChar char="»"/>
              <a:defRPr sz="2000">
                <a:solidFill>
                  <a:schemeClr val="tx1"/>
                </a:solidFill>
                <a:latin typeface="Calibri" pitchFamily="34" charset="0"/>
              </a:defRPr>
            </a:lvl6pPr>
            <a:lvl7pPr marL="2971800" indent="-228600" fontAlgn="base">
              <a:spcBef>
                <a:spcPct val="20000"/>
              </a:spcBef>
              <a:spcAft>
                <a:spcPct val="0"/>
              </a:spcAft>
              <a:buFont typeface="Arial" charset="0"/>
              <a:buChar char="»"/>
              <a:defRPr sz="2000">
                <a:solidFill>
                  <a:schemeClr val="tx1"/>
                </a:solidFill>
                <a:latin typeface="Calibri" pitchFamily="34" charset="0"/>
              </a:defRPr>
            </a:lvl7pPr>
            <a:lvl8pPr marL="3429000" indent="-228600" fontAlgn="base">
              <a:spcBef>
                <a:spcPct val="20000"/>
              </a:spcBef>
              <a:spcAft>
                <a:spcPct val="0"/>
              </a:spcAft>
              <a:buFont typeface="Arial" charset="0"/>
              <a:buChar char="»"/>
              <a:defRPr sz="2000">
                <a:solidFill>
                  <a:schemeClr val="tx1"/>
                </a:solidFill>
                <a:latin typeface="Calibri" pitchFamily="34" charset="0"/>
              </a:defRPr>
            </a:lvl8pPr>
            <a:lvl9pPr marL="3886200" indent="-228600" fontAlgn="base">
              <a:spcBef>
                <a:spcPct val="20000"/>
              </a:spcBef>
              <a:spcAft>
                <a:spcPct val="0"/>
              </a:spcAft>
              <a:buFont typeface="Arial" charset="0"/>
              <a:buChar char="»"/>
              <a:defRPr sz="2000">
                <a:solidFill>
                  <a:schemeClr val="tx1"/>
                </a:solidFill>
                <a:latin typeface="Calibri" pitchFamily="34" charset="0"/>
              </a:defRPr>
            </a:lvl9pPr>
          </a:lstStyle>
          <a:p>
            <a:pPr eaLnBrk="1" hangingPunct="1">
              <a:buClr>
                <a:schemeClr val="tx1"/>
              </a:buClr>
              <a:buSzPct val="75000"/>
              <a:buFontTx/>
              <a:buNone/>
            </a:pPr>
            <a:endParaRPr lang="en-US" altLang="en-US" sz="2800">
              <a:latin typeface="Arial" charset="0"/>
            </a:endParaRPr>
          </a:p>
          <a:p>
            <a:pPr lvl="1" eaLnBrk="1" hangingPunct="1">
              <a:buClr>
                <a:schemeClr val="tx1"/>
              </a:buClr>
              <a:buSzPct val="75000"/>
              <a:buFontTx/>
              <a:buNone/>
            </a:pPr>
            <a:endParaRPr lang="en-US" altLang="en-US" sz="2400">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81DEF8-11E0-B56A-AF1A-CABCA4D2B072}"/>
              </a:ext>
            </a:extLst>
          </p:cNvPr>
          <p:cNvSpPr>
            <a:spLocks noGrp="1"/>
          </p:cNvSpPr>
          <p:nvPr>
            <p:ph type="title"/>
          </p:nvPr>
        </p:nvSpPr>
        <p:spPr>
          <a:xfrm>
            <a:off x="3179732" y="691472"/>
            <a:ext cx="5824729" cy="5475056"/>
          </a:xfrm>
        </p:spPr>
        <p:txBody>
          <a:bodyPr>
            <a:normAutofit fontScale="90000"/>
          </a:bodyPr>
          <a:lstStyle/>
          <a:p>
            <a:pPr algn="ctr"/>
            <a:r>
              <a:rPr lang="en-US" sz="2800" b="1" i="0" dirty="0">
                <a:solidFill>
                  <a:srgbClr val="333333"/>
                </a:solidFill>
                <a:effectLst/>
                <a:latin typeface="Open Sans" panose="020B0606030504020204" pitchFamily="34" charset="0"/>
              </a:rPr>
              <a:t>Learning Engineering </a:t>
            </a:r>
            <a:r>
              <a:rPr lang="en-US" sz="2800" b="0" i="0" dirty="0">
                <a:solidFill>
                  <a:srgbClr val="333333"/>
                </a:solidFill>
                <a:effectLst/>
                <a:latin typeface="Open Sans" panose="020B0606030504020204" pitchFamily="34" charset="0"/>
              </a:rPr>
              <a:t>is</a:t>
            </a:r>
            <a:br>
              <a:rPr lang="en-US" sz="2800" b="0" i="0" dirty="0">
                <a:solidFill>
                  <a:srgbClr val="333333"/>
                </a:solidFill>
                <a:effectLst/>
                <a:latin typeface="Open Sans" panose="020B0606030504020204" pitchFamily="34" charset="0"/>
              </a:rPr>
            </a:br>
            <a:r>
              <a:rPr lang="en-US" sz="2800" b="0" i="0" dirty="0">
                <a:solidFill>
                  <a:srgbClr val="333333"/>
                </a:solidFill>
                <a:effectLst/>
                <a:latin typeface="Open Sans" panose="020B0606030504020204" pitchFamily="34" charset="0"/>
              </a:rPr>
              <a:t>a </a:t>
            </a:r>
            <a:r>
              <a:rPr lang="en-US" sz="2800" b="1" i="0" dirty="0">
                <a:solidFill>
                  <a:srgbClr val="333333"/>
                </a:solidFill>
                <a:effectLst/>
                <a:latin typeface="Open Sans" panose="020B0606030504020204" pitchFamily="34" charset="0"/>
              </a:rPr>
              <a:t>process</a:t>
            </a:r>
            <a:br>
              <a:rPr lang="en-US" sz="2800" dirty="0">
                <a:solidFill>
                  <a:srgbClr val="333333"/>
                </a:solidFill>
                <a:latin typeface="Open Sans" panose="020B0606030504020204" pitchFamily="34" charset="0"/>
              </a:rPr>
            </a:br>
            <a:r>
              <a:rPr lang="en-US" sz="2800" b="0" i="0" dirty="0">
                <a:solidFill>
                  <a:srgbClr val="333333"/>
                </a:solidFill>
                <a:effectLst/>
                <a:latin typeface="Open Sans" panose="020B0606030504020204" pitchFamily="34" charset="0"/>
              </a:rPr>
              <a:t>and</a:t>
            </a:r>
            <a:br>
              <a:rPr lang="en-US" sz="2800" b="0" i="0" dirty="0">
                <a:solidFill>
                  <a:srgbClr val="333333"/>
                </a:solidFill>
                <a:effectLst/>
                <a:latin typeface="Open Sans" panose="020B0606030504020204" pitchFamily="34" charset="0"/>
              </a:rPr>
            </a:br>
            <a:r>
              <a:rPr lang="en-US" sz="2800" b="1" i="0" dirty="0">
                <a:solidFill>
                  <a:srgbClr val="333333"/>
                </a:solidFill>
                <a:effectLst/>
                <a:latin typeface="Open Sans" panose="020B0606030504020204" pitchFamily="34" charset="0"/>
              </a:rPr>
              <a:t>interdisciplinary practice</a:t>
            </a:r>
            <a:br>
              <a:rPr lang="en-US" sz="2800" b="1" i="0" dirty="0">
                <a:solidFill>
                  <a:srgbClr val="333333"/>
                </a:solidFill>
                <a:effectLst/>
                <a:latin typeface="Open Sans" panose="020B0606030504020204" pitchFamily="34" charset="0"/>
              </a:rPr>
            </a:br>
            <a:r>
              <a:rPr lang="en-US" sz="2800" b="0" i="0" dirty="0">
                <a:solidFill>
                  <a:srgbClr val="333333"/>
                </a:solidFill>
                <a:effectLst/>
                <a:latin typeface="Open Sans" panose="020B0606030504020204" pitchFamily="34" charset="0"/>
              </a:rPr>
              <a:t>that applies the</a:t>
            </a:r>
            <a:br>
              <a:rPr lang="en-US" sz="2800" b="0" i="0" dirty="0">
                <a:solidFill>
                  <a:srgbClr val="333333"/>
                </a:solidFill>
                <a:effectLst/>
                <a:latin typeface="Open Sans" panose="020B0606030504020204" pitchFamily="34" charset="0"/>
              </a:rPr>
            </a:br>
            <a:r>
              <a:rPr lang="en-US" sz="2800" b="1" i="0" dirty="0">
                <a:solidFill>
                  <a:srgbClr val="333333"/>
                </a:solidFill>
                <a:effectLst/>
                <a:latin typeface="Open Sans" panose="020B0606030504020204" pitchFamily="34" charset="0"/>
              </a:rPr>
              <a:t>learning sciences</a:t>
            </a:r>
            <a:br>
              <a:rPr lang="en-US" sz="2800" b="0" i="0" dirty="0">
                <a:solidFill>
                  <a:srgbClr val="333333"/>
                </a:solidFill>
                <a:effectLst/>
                <a:latin typeface="Open Sans" panose="020B0606030504020204" pitchFamily="34" charset="0"/>
              </a:rPr>
            </a:br>
            <a:r>
              <a:rPr lang="en-US" sz="2800" b="0" i="0" dirty="0">
                <a:solidFill>
                  <a:srgbClr val="333333"/>
                </a:solidFill>
                <a:effectLst/>
                <a:latin typeface="Open Sans" panose="020B0606030504020204" pitchFamily="34" charset="0"/>
              </a:rPr>
              <a:t>using</a:t>
            </a:r>
            <a:br>
              <a:rPr lang="en-US" sz="2800" b="0" i="0" dirty="0">
                <a:solidFill>
                  <a:srgbClr val="333333"/>
                </a:solidFill>
                <a:effectLst/>
                <a:latin typeface="Open Sans" panose="020B0606030504020204" pitchFamily="34" charset="0"/>
              </a:rPr>
            </a:br>
            <a:r>
              <a:rPr lang="en-US" sz="2800" b="1" i="0" dirty="0">
                <a:solidFill>
                  <a:srgbClr val="333333"/>
                </a:solidFill>
                <a:effectLst/>
                <a:latin typeface="Open Sans" panose="020B0606030504020204" pitchFamily="34" charset="0"/>
              </a:rPr>
              <a:t>human-centered</a:t>
            </a:r>
            <a:r>
              <a:rPr lang="en-US" sz="2800" b="1" dirty="0">
                <a:solidFill>
                  <a:srgbClr val="333333"/>
                </a:solidFill>
                <a:latin typeface="Open Sans" panose="020B0606030504020204" pitchFamily="34" charset="0"/>
              </a:rPr>
              <a:t> </a:t>
            </a:r>
            <a:r>
              <a:rPr lang="en-US" sz="2800" b="1" i="0" dirty="0">
                <a:solidFill>
                  <a:srgbClr val="333333"/>
                </a:solidFill>
                <a:effectLst/>
                <a:latin typeface="Open Sans" panose="020B0606030504020204" pitchFamily="34" charset="0"/>
              </a:rPr>
              <a:t>engineering</a:t>
            </a:r>
            <a:br>
              <a:rPr lang="en-US" sz="2800" b="1" i="0" dirty="0">
                <a:solidFill>
                  <a:srgbClr val="333333"/>
                </a:solidFill>
                <a:effectLst/>
                <a:latin typeface="Open Sans" panose="020B0606030504020204" pitchFamily="34" charset="0"/>
              </a:rPr>
            </a:br>
            <a:r>
              <a:rPr lang="en-US" sz="2800" b="0" i="0" dirty="0">
                <a:solidFill>
                  <a:srgbClr val="333333"/>
                </a:solidFill>
                <a:effectLst/>
                <a:latin typeface="Open Sans" panose="020B0606030504020204" pitchFamily="34" charset="0"/>
              </a:rPr>
              <a:t>design methodologies</a:t>
            </a:r>
            <a:br>
              <a:rPr lang="en-US" sz="2800" b="0" i="0" dirty="0">
                <a:solidFill>
                  <a:srgbClr val="333333"/>
                </a:solidFill>
                <a:effectLst/>
                <a:latin typeface="Open Sans" panose="020B0606030504020204" pitchFamily="34" charset="0"/>
              </a:rPr>
            </a:br>
            <a:r>
              <a:rPr lang="en-US" sz="2800" b="0" i="0" dirty="0">
                <a:solidFill>
                  <a:srgbClr val="333333"/>
                </a:solidFill>
                <a:effectLst/>
                <a:latin typeface="Open Sans" panose="020B0606030504020204" pitchFamily="34" charset="0"/>
              </a:rPr>
              <a:t>and</a:t>
            </a:r>
            <a:br>
              <a:rPr lang="en-US" sz="2800" b="0" i="0" dirty="0">
                <a:solidFill>
                  <a:srgbClr val="333333"/>
                </a:solidFill>
                <a:effectLst/>
                <a:latin typeface="Open Sans" panose="020B0606030504020204" pitchFamily="34" charset="0"/>
              </a:rPr>
            </a:br>
            <a:r>
              <a:rPr lang="en-US" sz="2800" b="1" i="0" dirty="0">
                <a:solidFill>
                  <a:srgbClr val="333333"/>
                </a:solidFill>
                <a:effectLst/>
                <a:latin typeface="Open Sans" panose="020B0606030504020204" pitchFamily="34" charset="0"/>
              </a:rPr>
              <a:t>data-informed</a:t>
            </a:r>
            <a:r>
              <a:rPr lang="en-US" sz="2800" b="1" dirty="0">
                <a:solidFill>
                  <a:srgbClr val="333333"/>
                </a:solidFill>
                <a:latin typeface="Open Sans" panose="020B0606030504020204" pitchFamily="34" charset="0"/>
              </a:rPr>
              <a:t> </a:t>
            </a:r>
            <a:r>
              <a:rPr lang="en-US" sz="2800" b="1" i="0" dirty="0">
                <a:solidFill>
                  <a:srgbClr val="333333"/>
                </a:solidFill>
                <a:effectLst/>
                <a:latin typeface="Open Sans" panose="020B0606030504020204" pitchFamily="34" charset="0"/>
              </a:rPr>
              <a:t>decision making</a:t>
            </a:r>
            <a:br>
              <a:rPr lang="en-US" sz="2800" b="0" i="0" dirty="0">
                <a:solidFill>
                  <a:srgbClr val="333333"/>
                </a:solidFill>
                <a:effectLst/>
                <a:latin typeface="Open Sans" panose="020B0606030504020204" pitchFamily="34" charset="0"/>
              </a:rPr>
            </a:br>
            <a:r>
              <a:rPr lang="en-US" sz="2800" b="0" i="0" dirty="0">
                <a:solidFill>
                  <a:srgbClr val="333333"/>
                </a:solidFill>
                <a:effectLst/>
                <a:latin typeface="Open Sans" panose="020B0606030504020204" pitchFamily="34" charset="0"/>
              </a:rPr>
              <a:t>to support learners</a:t>
            </a:r>
            <a:br>
              <a:rPr lang="en-US" sz="2800" b="0" i="0" dirty="0">
                <a:solidFill>
                  <a:srgbClr val="333333"/>
                </a:solidFill>
                <a:effectLst/>
                <a:latin typeface="Open Sans" panose="020B0606030504020204" pitchFamily="34" charset="0"/>
              </a:rPr>
            </a:br>
            <a:r>
              <a:rPr lang="en-US" sz="2800" b="0" i="0" dirty="0">
                <a:solidFill>
                  <a:srgbClr val="333333"/>
                </a:solidFill>
                <a:effectLst/>
                <a:latin typeface="Open Sans" panose="020B0606030504020204" pitchFamily="34" charset="0"/>
              </a:rPr>
              <a:t>and their development.</a:t>
            </a:r>
            <a:endParaRPr lang="en-US" sz="2800" dirty="0"/>
          </a:p>
        </p:txBody>
      </p:sp>
      <p:sp>
        <p:nvSpPr>
          <p:cNvPr id="6" name="TextBox 5">
            <a:extLst>
              <a:ext uri="{FF2B5EF4-FFF2-40B4-BE49-F238E27FC236}">
                <a16:creationId xmlns:a16="http://schemas.microsoft.com/office/drawing/2014/main" id="{6D736E25-5680-DEA1-6CD7-8FD519C38832}"/>
              </a:ext>
            </a:extLst>
          </p:cNvPr>
          <p:cNvSpPr txBox="1"/>
          <p:nvPr/>
        </p:nvSpPr>
        <p:spPr>
          <a:xfrm>
            <a:off x="157488" y="4213198"/>
            <a:ext cx="2479846" cy="307777"/>
          </a:xfrm>
          <a:prstGeom prst="rect">
            <a:avLst/>
          </a:prstGeom>
          <a:noFill/>
        </p:spPr>
        <p:txBody>
          <a:bodyPr wrap="none" rtlCol="0">
            <a:spAutoFit/>
          </a:bodyPr>
          <a:lstStyle/>
          <a:p>
            <a:pPr algn="ctr"/>
            <a:r>
              <a:rPr lang="en-US" sz="1400" dirty="0">
                <a:hlinkClick r:id="rId2"/>
              </a:rPr>
              <a:t>https://sagroups.ieee.org/icicle</a:t>
            </a:r>
            <a:endParaRPr lang="en-US" sz="1400" dirty="0"/>
          </a:p>
        </p:txBody>
      </p:sp>
      <p:pic>
        <p:nvPicPr>
          <p:cNvPr id="7" name="Picture 6" descr="A black and white logo&#10;&#10;Description automatically generated">
            <a:extLst>
              <a:ext uri="{FF2B5EF4-FFF2-40B4-BE49-F238E27FC236}">
                <a16:creationId xmlns:a16="http://schemas.microsoft.com/office/drawing/2014/main" id="{F2711B4D-A9D4-7D44-8C4E-4D75E3D045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874" y="253279"/>
            <a:ext cx="2269342" cy="3851996"/>
          </a:xfrm>
          <a:prstGeom prst="rect">
            <a:avLst/>
          </a:prstGeom>
        </p:spPr>
      </p:pic>
      <p:pic>
        <p:nvPicPr>
          <p:cNvPr id="8" name="Picture 2" descr="Learning Engineering Toolkit: Evidence-Based Practices from the Learning Sciences, Instructional Design, and Beyond book cover">
            <a:extLst>
              <a:ext uri="{FF2B5EF4-FFF2-40B4-BE49-F238E27FC236}">
                <a16:creationId xmlns:a16="http://schemas.microsoft.com/office/drawing/2014/main" id="{B139B992-30D9-48DB-E053-416660C2DB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9910" y="3955940"/>
            <a:ext cx="1756639" cy="249944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C345AE3-B03C-688A-0AEA-44FA1C5B53E7}"/>
              </a:ext>
            </a:extLst>
          </p:cNvPr>
          <p:cNvSpPr txBox="1"/>
          <p:nvPr/>
        </p:nvSpPr>
        <p:spPr>
          <a:xfrm>
            <a:off x="9004461" y="6585876"/>
            <a:ext cx="3187539" cy="307777"/>
          </a:xfrm>
          <a:prstGeom prst="rect">
            <a:avLst/>
          </a:prstGeom>
          <a:noFill/>
        </p:spPr>
        <p:txBody>
          <a:bodyPr wrap="none" rtlCol="0">
            <a:spAutoFit/>
          </a:bodyPr>
          <a:lstStyle/>
          <a:p>
            <a:pPr algn="ctr"/>
            <a:r>
              <a:rPr lang="en-US" sz="1400" dirty="0">
                <a:hlinkClick r:id="rId5"/>
              </a:rPr>
              <a:t>https://doi.org/10.4324/9781003276579</a:t>
            </a:r>
            <a:endParaRPr lang="en-US" sz="1400" dirty="0"/>
          </a:p>
        </p:txBody>
      </p:sp>
      <p:sp>
        <p:nvSpPr>
          <p:cNvPr id="2" name="TextBox 1">
            <a:extLst>
              <a:ext uri="{FF2B5EF4-FFF2-40B4-BE49-F238E27FC236}">
                <a16:creationId xmlns:a16="http://schemas.microsoft.com/office/drawing/2014/main" id="{E7FEEDDA-470C-0AE5-D100-482C66CBA676}"/>
              </a:ext>
            </a:extLst>
          </p:cNvPr>
          <p:cNvSpPr txBox="1"/>
          <p:nvPr/>
        </p:nvSpPr>
        <p:spPr>
          <a:xfrm>
            <a:off x="-32657" y="4520975"/>
            <a:ext cx="3423912" cy="923330"/>
          </a:xfrm>
          <a:prstGeom prst="rect">
            <a:avLst/>
          </a:prstGeom>
          <a:noFill/>
        </p:spPr>
        <p:txBody>
          <a:bodyPr wrap="square" rtlCol="0">
            <a:spAutoFit/>
          </a:bodyPr>
          <a:lstStyle/>
          <a:p>
            <a:r>
              <a:rPr lang="en-US" dirty="0"/>
              <a:t>The International Consortium for Innovation and Collaboration in Learning Engineering</a:t>
            </a:r>
          </a:p>
        </p:txBody>
      </p:sp>
    </p:spTree>
    <p:extLst>
      <p:ext uri="{BB962C8B-B14F-4D97-AF65-F5344CB8AC3E}">
        <p14:creationId xmlns:p14="http://schemas.microsoft.com/office/powerpoint/2010/main" val="4081554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learning process&#10;&#10;Description automatically generated with medium confidence">
            <a:extLst>
              <a:ext uri="{FF2B5EF4-FFF2-40B4-BE49-F238E27FC236}">
                <a16:creationId xmlns:a16="http://schemas.microsoft.com/office/drawing/2014/main" id="{A8C5D359-BAAC-E23C-789F-24AEE0561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7315" y="0"/>
            <a:ext cx="9417369" cy="6858000"/>
          </a:xfrm>
          <a:prstGeom prst="rect">
            <a:avLst/>
          </a:prstGeom>
        </p:spPr>
      </p:pic>
    </p:spTree>
    <p:extLst>
      <p:ext uri="{BB962C8B-B14F-4D97-AF65-F5344CB8AC3E}">
        <p14:creationId xmlns:p14="http://schemas.microsoft.com/office/powerpoint/2010/main" val="1949910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90FE2-E2B7-44E4-B0CF-B2E564D155C2}"/>
              </a:ext>
            </a:extLst>
          </p:cNvPr>
          <p:cNvSpPr>
            <a:spLocks noGrp="1"/>
          </p:cNvSpPr>
          <p:nvPr>
            <p:ph type="title"/>
          </p:nvPr>
        </p:nvSpPr>
        <p:spPr/>
        <p:txBody>
          <a:bodyPr/>
          <a:lstStyle/>
          <a:p>
            <a:r>
              <a:rPr lang="en-US" sz="4000" dirty="0"/>
              <a:t>Things we know about how people learn.</a:t>
            </a:r>
            <a:endParaRPr lang="en-US" sz="4800" dirty="0"/>
          </a:p>
        </p:txBody>
      </p:sp>
      <p:sp>
        <p:nvSpPr>
          <p:cNvPr id="3" name="Content Placeholder 2">
            <a:extLst>
              <a:ext uri="{FF2B5EF4-FFF2-40B4-BE49-F238E27FC236}">
                <a16:creationId xmlns:a16="http://schemas.microsoft.com/office/drawing/2014/main" id="{FE163E1F-54C7-4D33-B0B0-1341AF171CE2}"/>
              </a:ext>
            </a:extLst>
          </p:cNvPr>
          <p:cNvSpPr>
            <a:spLocks noGrp="1"/>
          </p:cNvSpPr>
          <p:nvPr>
            <p:ph idx="1"/>
          </p:nvPr>
        </p:nvSpPr>
        <p:spPr>
          <a:xfrm>
            <a:off x="1981200" y="1828800"/>
            <a:ext cx="8229600" cy="4572000"/>
          </a:xfrm>
        </p:spPr>
        <p:txBody>
          <a:bodyPr/>
          <a:lstStyle/>
          <a:p>
            <a:pPr marL="514350" indent="-514350">
              <a:buFont typeface="+mj-lt"/>
              <a:buAutoNum type="arabicPeriod"/>
            </a:pPr>
            <a:r>
              <a:rPr lang="en-US" sz="2800" dirty="0"/>
              <a:t>Learning Capacity and Rate</a:t>
            </a:r>
          </a:p>
          <a:p>
            <a:pPr marL="514350" indent="-514350">
              <a:buFont typeface="+mj-lt"/>
              <a:buAutoNum type="arabicPeriod"/>
            </a:pPr>
            <a:r>
              <a:rPr lang="en-US" sz="2800" dirty="0"/>
              <a:t>Motivation</a:t>
            </a:r>
          </a:p>
          <a:p>
            <a:pPr marL="514350" indent="-514350">
              <a:buFont typeface="+mj-lt"/>
              <a:buAutoNum type="arabicPeriod"/>
            </a:pPr>
            <a:r>
              <a:rPr lang="en-US" sz="2800" dirty="0"/>
              <a:t>Bloom’s Two-Sigma Problem</a:t>
            </a:r>
          </a:p>
          <a:p>
            <a:pPr marL="514350" indent="-514350">
              <a:buFont typeface="+mj-lt"/>
              <a:buAutoNum type="arabicPeriod"/>
            </a:pPr>
            <a:r>
              <a:rPr lang="en-US" sz="2800" dirty="0"/>
              <a:t>Mastery Learning</a:t>
            </a:r>
          </a:p>
          <a:p>
            <a:pPr marL="514350" indent="-514350">
              <a:buFont typeface="+mj-lt"/>
              <a:buAutoNum type="arabicPeriod"/>
            </a:pPr>
            <a:r>
              <a:rPr lang="en-US" sz="2800" dirty="0"/>
              <a:t>Mindsets</a:t>
            </a:r>
          </a:p>
          <a:p>
            <a:pPr marL="514350" indent="-514350">
              <a:buFont typeface="+mj-lt"/>
              <a:buAutoNum type="arabicPeriod"/>
            </a:pPr>
            <a:r>
              <a:rPr lang="en-US" sz="2800" dirty="0"/>
              <a:t>The Flow Channel</a:t>
            </a:r>
          </a:p>
          <a:p>
            <a:pPr marL="514350" indent="-514350">
              <a:buFont typeface="+mj-lt"/>
              <a:buAutoNum type="arabicPeriod"/>
            </a:pPr>
            <a:r>
              <a:rPr lang="en-US" sz="2800" dirty="0"/>
              <a:t>School is a Game</a:t>
            </a:r>
          </a:p>
          <a:p>
            <a:pPr marL="514350" indent="-514350">
              <a:buFont typeface="+mj-lt"/>
              <a:buAutoNum type="arabicPeriod"/>
            </a:pPr>
            <a:r>
              <a:rPr lang="en-US" sz="2800" dirty="0"/>
              <a:t>Personalized and Competency-Based Learning</a:t>
            </a:r>
          </a:p>
        </p:txBody>
      </p:sp>
    </p:spTree>
    <p:extLst>
      <p:ext uri="{BB962C8B-B14F-4D97-AF65-F5344CB8AC3E}">
        <p14:creationId xmlns:p14="http://schemas.microsoft.com/office/powerpoint/2010/main" val="112960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338C1-D243-0E22-CFED-AA4E799D8B94}"/>
              </a:ext>
            </a:extLst>
          </p:cNvPr>
          <p:cNvSpPr>
            <a:spLocks noGrp="1"/>
          </p:cNvSpPr>
          <p:nvPr>
            <p:ph type="title"/>
          </p:nvPr>
        </p:nvSpPr>
        <p:spPr>
          <a:xfrm>
            <a:off x="221973" y="18255"/>
            <a:ext cx="10515600" cy="1144623"/>
          </a:xfrm>
        </p:spPr>
        <p:txBody>
          <a:bodyPr>
            <a:normAutofit fontScale="90000"/>
          </a:bodyPr>
          <a:lstStyle/>
          <a:p>
            <a:r>
              <a:rPr lang="en-US" sz="4000" dirty="0"/>
              <a:t>An Astonishing Regularity in Student Learning Rate</a:t>
            </a:r>
            <a:br>
              <a:rPr lang="en-US" sz="4000" dirty="0"/>
            </a:br>
            <a:r>
              <a:rPr lang="en-US" sz="2000" dirty="0"/>
              <a:t>- Kenneth Koedinger, Paulo Carvalho, Ran Liu, Elizabeth Mclaughlin</a:t>
            </a:r>
          </a:p>
        </p:txBody>
      </p:sp>
      <p:sp>
        <p:nvSpPr>
          <p:cNvPr id="3" name="Content Placeholder 2">
            <a:extLst>
              <a:ext uri="{FF2B5EF4-FFF2-40B4-BE49-F238E27FC236}">
                <a16:creationId xmlns:a16="http://schemas.microsoft.com/office/drawing/2014/main" id="{AAE1E28B-A83E-915C-9057-280DE3D64C6C}"/>
              </a:ext>
            </a:extLst>
          </p:cNvPr>
          <p:cNvSpPr>
            <a:spLocks noGrp="1"/>
          </p:cNvSpPr>
          <p:nvPr>
            <p:ph idx="1"/>
          </p:nvPr>
        </p:nvSpPr>
        <p:spPr>
          <a:xfrm>
            <a:off x="838200" y="1272209"/>
            <a:ext cx="6019800" cy="4904754"/>
          </a:xfrm>
        </p:spPr>
        <p:txBody>
          <a:bodyPr>
            <a:normAutofit fontScale="92500" lnSpcReduction="20000"/>
          </a:bodyPr>
          <a:lstStyle/>
          <a:p>
            <a:r>
              <a:rPr lang="en-US" dirty="0"/>
              <a:t>Analysis of 1.3 million observations across 27 data sets spanning elementary to college courses in math, science, and language.</a:t>
            </a:r>
          </a:p>
          <a:p>
            <a:r>
              <a:rPr lang="en-US" dirty="0"/>
              <a:t>Findings:</a:t>
            </a:r>
          </a:p>
          <a:p>
            <a:pPr lvl="1"/>
            <a:r>
              <a:rPr lang="en-US" dirty="0"/>
              <a:t>Very low variance in learning rate: Students need an average of 7-8 learning opportunities.</a:t>
            </a:r>
          </a:p>
          <a:p>
            <a:pPr lvl="1"/>
            <a:r>
              <a:rPr lang="en-US" dirty="0"/>
              <a:t>High variance in initial knowledge: Initial practice from 55% to 75% correct. Range of 13.13 and 3.66 learning opportunities required for mastery.</a:t>
            </a:r>
          </a:p>
        </p:txBody>
      </p:sp>
      <p:sp>
        <p:nvSpPr>
          <p:cNvPr id="4" name="TextBox 3">
            <a:extLst>
              <a:ext uri="{FF2B5EF4-FFF2-40B4-BE49-F238E27FC236}">
                <a16:creationId xmlns:a16="http://schemas.microsoft.com/office/drawing/2014/main" id="{B269A285-1EBF-B7A0-85DA-712F2DBC4F5D}"/>
              </a:ext>
            </a:extLst>
          </p:cNvPr>
          <p:cNvSpPr txBox="1"/>
          <p:nvPr/>
        </p:nvSpPr>
        <p:spPr>
          <a:xfrm>
            <a:off x="8726556" y="6361044"/>
            <a:ext cx="3304559" cy="307777"/>
          </a:xfrm>
          <a:prstGeom prst="rect">
            <a:avLst/>
          </a:prstGeom>
          <a:noFill/>
        </p:spPr>
        <p:txBody>
          <a:bodyPr wrap="none" rtlCol="0">
            <a:spAutoFit/>
          </a:bodyPr>
          <a:lstStyle/>
          <a:p>
            <a:r>
              <a:rPr lang="en-US" sz="1400" dirty="0">
                <a:hlinkClick r:id="rId3"/>
              </a:rPr>
              <a:t>https://doi.org/10.1073/pnas.2221311120</a:t>
            </a:r>
            <a:endParaRPr lang="en-US" sz="1400" dirty="0"/>
          </a:p>
        </p:txBody>
      </p:sp>
      <p:pic>
        <p:nvPicPr>
          <p:cNvPr id="6" name="Picture 5">
            <a:extLst>
              <a:ext uri="{FF2B5EF4-FFF2-40B4-BE49-F238E27FC236}">
                <a16:creationId xmlns:a16="http://schemas.microsoft.com/office/drawing/2014/main" id="{0C26D931-F096-27B9-9E31-D7F7D206A710}"/>
              </a:ext>
            </a:extLst>
          </p:cNvPr>
          <p:cNvPicPr>
            <a:picLocks noChangeAspect="1"/>
          </p:cNvPicPr>
          <p:nvPr/>
        </p:nvPicPr>
        <p:blipFill>
          <a:blip r:embed="rId4"/>
          <a:stretch>
            <a:fillRect/>
          </a:stretch>
        </p:blipFill>
        <p:spPr>
          <a:xfrm>
            <a:off x="8726369" y="953439"/>
            <a:ext cx="2336070" cy="3081431"/>
          </a:xfrm>
          <a:prstGeom prst="rect">
            <a:avLst/>
          </a:prstGeom>
          <a:effectLst>
            <a:outerShdw blurRad="50800" dist="38100" dir="2700000" algn="tl" rotWithShape="0">
              <a:prstClr val="black">
                <a:alpha val="40000"/>
              </a:prstClr>
            </a:outerShdw>
          </a:effectLst>
        </p:spPr>
      </p:pic>
      <p:sp>
        <p:nvSpPr>
          <p:cNvPr id="8" name="Rectangle: Rounded Corners 7">
            <a:extLst>
              <a:ext uri="{FF2B5EF4-FFF2-40B4-BE49-F238E27FC236}">
                <a16:creationId xmlns:a16="http://schemas.microsoft.com/office/drawing/2014/main" id="{C0F0AC78-D934-6EF7-D19F-D7742837EFF2}"/>
              </a:ext>
            </a:extLst>
          </p:cNvPr>
          <p:cNvSpPr/>
          <p:nvPr/>
        </p:nvSpPr>
        <p:spPr>
          <a:xfrm>
            <a:off x="7832034" y="4129500"/>
            <a:ext cx="4124740" cy="2136914"/>
          </a:xfrm>
          <a:prstGeom prst="roundRect">
            <a:avLst>
              <a:gd name="adj" fmla="val 10621"/>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b="0" i="0" dirty="0">
                <a:solidFill>
                  <a:srgbClr val="262626"/>
                </a:solidFill>
                <a:effectLst/>
                <a:latin typeface="Open Sans" panose="020B0606030504020204" pitchFamily="34" charset="0"/>
              </a:rPr>
              <a:t>“Our evidence suggests that given favorable learning conditions for deliberate practice and given the learner invests effort in sufficient learning opportunities, indeed, anyone can learn anything they want.”</a:t>
            </a:r>
            <a:endParaRPr lang="en-US" dirty="0"/>
          </a:p>
        </p:txBody>
      </p:sp>
    </p:spTree>
    <p:extLst>
      <p:ext uri="{BB962C8B-B14F-4D97-AF65-F5344CB8AC3E}">
        <p14:creationId xmlns:p14="http://schemas.microsoft.com/office/powerpoint/2010/main" val="64671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9347E0-E3F5-65C0-BA54-9F4AC814CE9B}"/>
              </a:ext>
            </a:extLst>
          </p:cNvPr>
          <p:cNvSpPr>
            <a:spLocks noGrp="1"/>
          </p:cNvSpPr>
          <p:nvPr>
            <p:ph type="title"/>
          </p:nvPr>
        </p:nvSpPr>
        <p:spPr>
          <a:xfrm>
            <a:off x="838200" y="365125"/>
            <a:ext cx="10515600" cy="1325563"/>
          </a:xfrm>
        </p:spPr>
        <p:txBody>
          <a:bodyPr>
            <a:normAutofit/>
          </a:bodyPr>
          <a:lstStyle/>
          <a:p>
            <a:r>
              <a:rPr lang="en-US" sz="5400"/>
              <a:t>Favorable Learning Conditions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0BD41E3-624D-E11F-7F94-A2EA70FA97D5}"/>
              </a:ext>
            </a:extLst>
          </p:cNvPr>
          <p:cNvGraphicFramePr>
            <a:graphicFrameLocks noGrp="1"/>
          </p:cNvGraphicFramePr>
          <p:nvPr>
            <p:ph idx="1"/>
            <p:extLst>
              <p:ext uri="{D42A27DB-BD31-4B8C-83A1-F6EECF244321}">
                <p14:modId xmlns:p14="http://schemas.microsoft.com/office/powerpoint/2010/main" val="6227452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val 3">
            <a:extLst>
              <a:ext uri="{FF2B5EF4-FFF2-40B4-BE49-F238E27FC236}">
                <a16:creationId xmlns:a16="http://schemas.microsoft.com/office/drawing/2014/main" id="{3F92D38A-6F97-DAAC-45D4-FBFA1983F7A7}"/>
              </a:ext>
            </a:extLst>
          </p:cNvPr>
          <p:cNvSpPr/>
          <p:nvPr/>
        </p:nvSpPr>
        <p:spPr>
          <a:xfrm>
            <a:off x="11811000" y="6477000"/>
            <a:ext cx="275004" cy="275004"/>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3120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617"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2">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6" name="Title 5">
            <a:extLst>
              <a:ext uri="{FF2B5EF4-FFF2-40B4-BE49-F238E27FC236}">
                <a16:creationId xmlns:a16="http://schemas.microsoft.com/office/drawing/2014/main" id="{106B03F7-627D-408B-8F34-890C2DC4EAE3}"/>
              </a:ext>
            </a:extLst>
          </p:cNvPr>
          <p:cNvSpPr>
            <a:spLocks noGrp="1"/>
          </p:cNvSpPr>
          <p:nvPr>
            <p:ph type="title"/>
          </p:nvPr>
        </p:nvSpPr>
        <p:spPr>
          <a:xfrm>
            <a:off x="3808027" y="2043664"/>
            <a:ext cx="4578895" cy="2031055"/>
          </a:xfrm>
        </p:spPr>
        <p:txBody>
          <a:bodyPr vert="horz" wrap="square" lIns="91440" tIns="45720" rIns="91440" bIns="45720" numCol="1" rtlCol="0" anchor="b" anchorCtr="0" compatLnSpc="1">
            <a:prstTxWarp prst="textNoShape">
              <a:avLst/>
            </a:prstTxWarp>
            <a:normAutofit/>
          </a:bodyPr>
          <a:lstStyle/>
          <a:p>
            <a:pPr>
              <a:lnSpc>
                <a:spcPct val="90000"/>
              </a:lnSpc>
            </a:pPr>
            <a:r>
              <a:rPr lang="en-US" sz="6000" dirty="0">
                <a:solidFill>
                  <a:srgbClr val="FFFFFF"/>
                </a:solidFill>
              </a:rPr>
              <a:t>2. Motivation</a:t>
            </a:r>
          </a:p>
        </p:txBody>
      </p:sp>
    </p:spTree>
    <p:extLst>
      <p:ext uri="{BB962C8B-B14F-4D97-AF65-F5344CB8AC3E}">
        <p14:creationId xmlns:p14="http://schemas.microsoft.com/office/powerpoint/2010/main" val="1056826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05916-3CF4-409E-9986-54A35C8B443B}"/>
              </a:ext>
            </a:extLst>
          </p:cNvPr>
          <p:cNvSpPr>
            <a:spLocks noGrp="1"/>
          </p:cNvSpPr>
          <p:nvPr>
            <p:ph type="title"/>
          </p:nvPr>
        </p:nvSpPr>
        <p:spPr/>
        <p:txBody>
          <a:bodyPr/>
          <a:lstStyle/>
          <a:p>
            <a:r>
              <a:rPr lang="en-US" dirty="0"/>
              <a:t>Motivation:</a:t>
            </a:r>
            <a:br>
              <a:rPr lang="en-US" dirty="0"/>
            </a:br>
            <a:r>
              <a:rPr lang="en-US" dirty="0"/>
              <a:t>Duncker’s Candle Problem</a:t>
            </a:r>
          </a:p>
        </p:txBody>
      </p:sp>
      <p:pic>
        <p:nvPicPr>
          <p:cNvPr id="5" name="Picture 2" descr="http://anthonyogrady.files.wordpress.com/2010/04/candle-problem-heuristic.png?w=200&amp;h=200">
            <a:extLst>
              <a:ext uri="{FF2B5EF4-FFF2-40B4-BE49-F238E27FC236}">
                <a16:creationId xmlns:a16="http://schemas.microsoft.com/office/drawing/2014/main" id="{AC9664BA-B655-4AE9-AB3B-C5A5A604ED8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962400" y="1718914"/>
            <a:ext cx="4267200" cy="428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951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A7463-7545-4A57-871A-0DCBE210B2E0}"/>
              </a:ext>
            </a:extLst>
          </p:cNvPr>
          <p:cNvSpPr>
            <a:spLocks noGrp="1"/>
          </p:cNvSpPr>
          <p:nvPr>
            <p:ph type="title"/>
          </p:nvPr>
        </p:nvSpPr>
        <p:spPr/>
        <p:txBody>
          <a:bodyPr/>
          <a:lstStyle/>
          <a:p>
            <a:r>
              <a:rPr lang="en-US" dirty="0"/>
              <a:t>Candle Problem “for Dummies”</a:t>
            </a:r>
          </a:p>
        </p:txBody>
      </p:sp>
      <p:pic>
        <p:nvPicPr>
          <p:cNvPr id="7" name="Picture 2" descr="http://anthonyogrady.files.wordpress.com/2010/04/candle-problem-algorithmic.png">
            <a:extLst>
              <a:ext uri="{FF2B5EF4-FFF2-40B4-BE49-F238E27FC236}">
                <a16:creationId xmlns:a16="http://schemas.microsoft.com/office/drawing/2014/main" id="{67282BFD-5902-4416-B60D-30DE47412FC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41880" y="1828801"/>
            <a:ext cx="4508241" cy="4522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284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69413" y="304801"/>
            <a:ext cx="4086589" cy="32418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3" idx="0"/>
            <a:endCxn id="3" idx="2"/>
          </p:cNvCxnSpPr>
          <p:nvPr/>
        </p:nvCxnSpPr>
        <p:spPr>
          <a:xfrm>
            <a:off x="6712706" y="304801"/>
            <a:ext cx="0" cy="324186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 idx="1"/>
            <a:endCxn id="3" idx="3"/>
          </p:cNvCxnSpPr>
          <p:nvPr/>
        </p:nvCxnSpPr>
        <p:spPr>
          <a:xfrm>
            <a:off x="4669413" y="1925731"/>
            <a:ext cx="408658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895602" y="686910"/>
            <a:ext cx="1918203" cy="1200329"/>
          </a:xfrm>
          <a:prstGeom prst="rect">
            <a:avLst/>
          </a:prstGeom>
          <a:noFill/>
        </p:spPr>
        <p:txBody>
          <a:bodyPr wrap="square" rtlCol="0">
            <a:spAutoFit/>
          </a:bodyPr>
          <a:lstStyle/>
          <a:p>
            <a:r>
              <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Candle</a:t>
            </a:r>
            <a:br>
              <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br>
            <a:r>
              <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Problem</a:t>
            </a:r>
          </a:p>
        </p:txBody>
      </p:sp>
      <p:sp>
        <p:nvSpPr>
          <p:cNvPr id="31" name="TextBox 30"/>
          <p:cNvSpPr txBox="1"/>
          <p:nvPr/>
        </p:nvSpPr>
        <p:spPr>
          <a:xfrm>
            <a:off x="2895602" y="2307840"/>
            <a:ext cx="1690201" cy="1200329"/>
          </a:xfrm>
          <a:prstGeom prst="rect">
            <a:avLst/>
          </a:prstGeom>
          <a:noFill/>
        </p:spPr>
        <p:txBody>
          <a:bodyPr wrap="square" rtlCol="0">
            <a:spAutoFit/>
          </a:bodyPr>
          <a:lstStyle/>
          <a:p>
            <a:r>
              <a:rPr lang="en-US" sz="3600" dirty="0" err="1">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Simpli</a:t>
            </a:r>
            <a:r>
              <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a:t>
            </a:r>
            <a:br>
              <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br>
            <a:r>
              <a:rPr lang="en-US" sz="3600" dirty="0" err="1">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fied</a:t>
            </a:r>
            <a:endPar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endParaRPr>
          </a:p>
        </p:txBody>
      </p:sp>
      <p:sp>
        <p:nvSpPr>
          <p:cNvPr id="32" name="TextBox 31"/>
          <p:cNvSpPr txBox="1"/>
          <p:nvPr/>
        </p:nvSpPr>
        <p:spPr>
          <a:xfrm>
            <a:off x="4933782" y="3546662"/>
            <a:ext cx="1255472" cy="646331"/>
          </a:xfrm>
          <a:prstGeom prst="rect">
            <a:avLst/>
          </a:prstGeom>
          <a:noFill/>
        </p:spPr>
        <p:txBody>
          <a:bodyPr wrap="none" rtlCol="0">
            <a:spAutoFit/>
          </a:bodyPr>
          <a:lstStyle/>
          <a:p>
            <a:pPr algn="r"/>
            <a:r>
              <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Norm</a:t>
            </a:r>
          </a:p>
        </p:txBody>
      </p:sp>
      <p:sp>
        <p:nvSpPr>
          <p:cNvPr id="33" name="TextBox 32"/>
          <p:cNvSpPr txBox="1"/>
          <p:nvPr/>
        </p:nvSpPr>
        <p:spPr>
          <a:xfrm>
            <a:off x="6660676" y="3565582"/>
            <a:ext cx="1952450" cy="646331"/>
          </a:xfrm>
          <a:prstGeom prst="rect">
            <a:avLst/>
          </a:prstGeom>
          <a:noFill/>
        </p:spPr>
        <p:txBody>
          <a:bodyPr wrap="square" rtlCol="0">
            <a:spAutoFit/>
          </a:bodyPr>
          <a:lstStyle/>
          <a:p>
            <a:pPr algn="r"/>
            <a:r>
              <a:rPr lang="en-US" sz="36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Incentive</a:t>
            </a:r>
          </a:p>
        </p:txBody>
      </p:sp>
      <p:sp>
        <p:nvSpPr>
          <p:cNvPr id="34" name="TextBox 33"/>
          <p:cNvSpPr txBox="1"/>
          <p:nvPr/>
        </p:nvSpPr>
        <p:spPr>
          <a:xfrm>
            <a:off x="7092893" y="2442554"/>
            <a:ext cx="1183337" cy="769441"/>
          </a:xfrm>
          <a:prstGeom prst="rect">
            <a:avLst/>
          </a:prstGeom>
          <a:noFill/>
        </p:spPr>
        <p:txBody>
          <a:bodyPr wrap="none" rtlCol="0">
            <a:spAutoFit/>
          </a:bodyPr>
          <a:lstStyle/>
          <a:p>
            <a:pPr algn="ctr"/>
            <a:r>
              <a:rPr lang="en-US" sz="44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3.67</a:t>
            </a:r>
          </a:p>
        </p:txBody>
      </p:sp>
      <p:sp>
        <p:nvSpPr>
          <p:cNvPr id="35" name="TextBox 34"/>
          <p:cNvSpPr txBox="1"/>
          <p:nvPr/>
        </p:nvSpPr>
        <p:spPr>
          <a:xfrm>
            <a:off x="5102508" y="2477579"/>
            <a:ext cx="1183337" cy="769441"/>
          </a:xfrm>
          <a:prstGeom prst="rect">
            <a:avLst/>
          </a:prstGeom>
          <a:noFill/>
        </p:spPr>
        <p:txBody>
          <a:bodyPr wrap="none" rtlCol="0">
            <a:spAutoFit/>
          </a:bodyPr>
          <a:lstStyle/>
          <a:p>
            <a:pPr algn="ctr"/>
            <a:r>
              <a:rPr lang="en-US" sz="44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4.99</a:t>
            </a:r>
          </a:p>
        </p:txBody>
      </p:sp>
      <p:sp>
        <p:nvSpPr>
          <p:cNvPr id="38" name="TextBox 37"/>
          <p:cNvSpPr txBox="1"/>
          <p:nvPr/>
        </p:nvSpPr>
        <p:spPr>
          <a:xfrm>
            <a:off x="5102508" y="856649"/>
            <a:ext cx="1183337" cy="769441"/>
          </a:xfrm>
          <a:prstGeom prst="rect">
            <a:avLst/>
          </a:prstGeom>
          <a:noFill/>
        </p:spPr>
        <p:txBody>
          <a:bodyPr wrap="none" rtlCol="0">
            <a:spAutoFit/>
          </a:bodyPr>
          <a:lstStyle/>
          <a:p>
            <a:pPr algn="ctr"/>
            <a:r>
              <a:rPr lang="en-US" sz="44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7.41</a:t>
            </a:r>
          </a:p>
        </p:txBody>
      </p:sp>
      <p:sp>
        <p:nvSpPr>
          <p:cNvPr id="39" name="TextBox 38"/>
          <p:cNvSpPr txBox="1"/>
          <p:nvPr/>
        </p:nvSpPr>
        <p:spPr>
          <a:xfrm>
            <a:off x="6950224" y="856648"/>
            <a:ext cx="1468672" cy="769441"/>
          </a:xfrm>
          <a:prstGeom prst="rect">
            <a:avLst/>
          </a:prstGeom>
          <a:noFill/>
        </p:spPr>
        <p:txBody>
          <a:bodyPr wrap="none" rtlCol="0">
            <a:spAutoFit/>
          </a:bodyPr>
          <a:lstStyle/>
          <a:p>
            <a:pPr algn="ctr"/>
            <a:r>
              <a:rPr lang="en-US" sz="44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11.08</a:t>
            </a:r>
          </a:p>
        </p:txBody>
      </p:sp>
      <p:sp>
        <p:nvSpPr>
          <p:cNvPr id="40" name="TextBox 39"/>
          <p:cNvSpPr txBox="1"/>
          <p:nvPr/>
        </p:nvSpPr>
        <p:spPr>
          <a:xfrm>
            <a:off x="5788511" y="4114800"/>
            <a:ext cx="1848391" cy="338554"/>
          </a:xfrm>
          <a:prstGeom prst="rect">
            <a:avLst/>
          </a:prstGeom>
          <a:noFill/>
          <a:effectLst/>
        </p:spPr>
        <p:txBody>
          <a:bodyPr wrap="none" rtlCol="0">
            <a:spAutoFit/>
          </a:bodyPr>
          <a:lstStyle/>
          <a:p>
            <a:pPr algn="ctr"/>
            <a:r>
              <a:rPr lang="en-US" sz="1600" dirty="0"/>
              <a:t>(Times in Minutes)</a:t>
            </a:r>
            <a:endParaRPr lang="en-US" sz="1600" dirty="0">
              <a:effectLst>
                <a:outerShdw blurRad="38100" dist="38100" dir="2700000" algn="tl">
                  <a:schemeClr val="tx1">
                    <a:alpha val="43000"/>
                  </a:schemeClr>
                </a:outerShdw>
              </a:effectLst>
              <a:latin typeface="Calibri" pitchFamily="34" charset="0"/>
              <a:cs typeface="Calibri" pitchFamily="34" charset="0"/>
            </a:endParaRPr>
          </a:p>
        </p:txBody>
      </p:sp>
      <p:sp>
        <p:nvSpPr>
          <p:cNvPr id="41" name="TextBox 40"/>
          <p:cNvSpPr txBox="1"/>
          <p:nvPr/>
        </p:nvSpPr>
        <p:spPr>
          <a:xfrm>
            <a:off x="4047077" y="6324600"/>
            <a:ext cx="6518867" cy="523220"/>
          </a:xfrm>
          <a:prstGeom prst="rect">
            <a:avLst/>
          </a:prstGeom>
          <a:noFill/>
          <a:effectLst/>
        </p:spPr>
        <p:txBody>
          <a:bodyPr wrap="square" rtlCol="0">
            <a:spAutoFit/>
          </a:bodyPr>
          <a:lstStyle/>
          <a:p>
            <a:r>
              <a:rPr lang="en-US" sz="1400" dirty="0"/>
              <a:t>(</a:t>
            </a:r>
            <a:r>
              <a:rPr lang="en-US" sz="1400" dirty="0" err="1"/>
              <a:t>Glucksberg</a:t>
            </a:r>
            <a:r>
              <a:rPr lang="en-US" sz="1400" dirty="0"/>
              <a:t>, Sam (1962) The influence of strength of drive on functional fixedness and perceptual recognition.)</a:t>
            </a:r>
            <a:endParaRPr lang="en-US" sz="1400" dirty="0">
              <a:effectLst>
                <a:outerShdw blurRad="38100" dist="38100" dir="2700000" algn="tl">
                  <a:schemeClr val="tx1">
                    <a:alpha val="43000"/>
                  </a:schemeClr>
                </a:outerShdw>
              </a:effectLst>
              <a:latin typeface="Calibri" pitchFamily="34" charset="0"/>
              <a:cs typeface="Calibri" pitchFamily="34" charset="0"/>
            </a:endParaRPr>
          </a:p>
        </p:txBody>
      </p:sp>
      <p:sp>
        <p:nvSpPr>
          <p:cNvPr id="42" name="TextBox 41"/>
          <p:cNvSpPr txBox="1"/>
          <p:nvPr/>
        </p:nvSpPr>
        <p:spPr>
          <a:xfrm>
            <a:off x="3816902" y="4585662"/>
            <a:ext cx="6518867" cy="1569660"/>
          </a:xfrm>
          <a:prstGeom prst="rect">
            <a:avLst/>
          </a:prstGeom>
          <a:noFill/>
        </p:spPr>
        <p:txBody>
          <a:bodyPr wrap="square" rtlCol="0">
            <a:spAutoFit/>
          </a:bodyPr>
          <a:lstStyle/>
          <a:p>
            <a:r>
              <a:rPr lang="en-US" sz="32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Subjects given financial incentives averaged 3.5 minutes </a:t>
            </a:r>
            <a:r>
              <a:rPr lang="en-US" sz="3200" i="1"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slower</a:t>
            </a:r>
            <a:r>
              <a:rPr lang="en-US" sz="3200" dirty="0">
                <a:effectLst>
                  <a:glow rad="63500">
                    <a:schemeClr val="accent2">
                      <a:satMod val="175000"/>
                      <a:alpha val="40000"/>
                    </a:schemeClr>
                  </a:glow>
                  <a:outerShdw blurRad="38100" dist="38100" dir="2700000" algn="tl">
                    <a:schemeClr val="tx1">
                      <a:alpha val="43000"/>
                    </a:schemeClr>
                  </a:outerShdw>
                </a:effectLst>
                <a:latin typeface="Calibri" pitchFamily="34" charset="0"/>
                <a:cs typeface="Calibri" pitchFamily="34" charset="0"/>
              </a:rPr>
              <a:t> on a cognitively demanding task!</a:t>
            </a:r>
          </a:p>
        </p:txBody>
      </p:sp>
    </p:spTree>
    <p:extLst>
      <p:ext uri="{BB962C8B-B14F-4D97-AF65-F5344CB8AC3E}">
        <p14:creationId xmlns:p14="http://schemas.microsoft.com/office/powerpoint/2010/main" val="2059019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1065EF-D0ED-4669-AB80-4E2ABBA46CBF}"/>
              </a:ext>
            </a:extLst>
          </p:cNvPr>
          <p:cNvSpPr>
            <a:spLocks noGrp="1"/>
          </p:cNvSpPr>
          <p:nvPr>
            <p:ph type="title"/>
          </p:nvPr>
        </p:nvSpPr>
        <p:spPr/>
        <p:txBody>
          <a:bodyPr/>
          <a:lstStyle/>
          <a:p>
            <a:r>
              <a:rPr lang="en-US"/>
              <a:t>Motivation: What we Know</a:t>
            </a:r>
            <a:endParaRPr lang="en-US" dirty="0"/>
          </a:p>
        </p:txBody>
      </p:sp>
      <p:graphicFrame>
        <p:nvGraphicFramePr>
          <p:cNvPr id="22" name="Content Placeholder 3">
            <a:extLst>
              <a:ext uri="{FF2B5EF4-FFF2-40B4-BE49-F238E27FC236}">
                <a16:creationId xmlns:a16="http://schemas.microsoft.com/office/drawing/2014/main" id="{C31EAB3F-7DFE-47DD-A0C4-C87D3E489A6A}"/>
              </a:ext>
            </a:extLst>
          </p:cNvPr>
          <p:cNvGraphicFramePr>
            <a:graphicFrameLocks noGrp="1"/>
          </p:cNvGraphicFramePr>
          <p:nvPr>
            <p:ph idx="1"/>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692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4A6D-0A21-408D-B008-97445BB74F45}"/>
              </a:ext>
            </a:extLst>
          </p:cNvPr>
          <p:cNvSpPr>
            <a:spLocks noGrp="1"/>
          </p:cNvSpPr>
          <p:nvPr>
            <p:ph type="title"/>
          </p:nvPr>
        </p:nvSpPr>
        <p:spPr/>
        <p:txBody>
          <a:bodyPr/>
          <a:lstStyle/>
          <a:p>
            <a:r>
              <a:rPr lang="en-US" dirty="0"/>
              <a:t>What Motivates</a:t>
            </a:r>
            <a:br>
              <a:rPr lang="en-US" dirty="0"/>
            </a:br>
            <a:r>
              <a:rPr lang="en-US" sz="2400" dirty="0"/>
              <a:t>(from </a:t>
            </a:r>
            <a:r>
              <a:rPr lang="en-US" sz="2400" u="sng" dirty="0"/>
              <a:t>Drive</a:t>
            </a:r>
            <a:r>
              <a:rPr lang="en-US" sz="2400" dirty="0"/>
              <a:t> by Dan Pink)</a:t>
            </a:r>
            <a:endParaRPr lang="en-US" dirty="0"/>
          </a:p>
        </p:txBody>
      </p:sp>
      <p:sp>
        <p:nvSpPr>
          <p:cNvPr id="3" name="Content Placeholder 2">
            <a:extLst>
              <a:ext uri="{FF2B5EF4-FFF2-40B4-BE49-F238E27FC236}">
                <a16:creationId xmlns:a16="http://schemas.microsoft.com/office/drawing/2014/main" id="{852E5802-23E8-4700-8D29-C7D040D515D5}"/>
              </a:ext>
            </a:extLst>
          </p:cNvPr>
          <p:cNvSpPr>
            <a:spLocks noGrp="1"/>
          </p:cNvSpPr>
          <p:nvPr>
            <p:ph idx="1"/>
          </p:nvPr>
        </p:nvSpPr>
        <p:spPr/>
        <p:txBody>
          <a:bodyPr/>
          <a:lstStyle/>
          <a:p>
            <a:r>
              <a:rPr lang="en-US" sz="4800" dirty="0"/>
              <a:t>Autonomy</a:t>
            </a:r>
          </a:p>
          <a:p>
            <a:r>
              <a:rPr lang="en-US" sz="4800" dirty="0"/>
              <a:t>Mastery</a:t>
            </a:r>
          </a:p>
          <a:p>
            <a:r>
              <a:rPr lang="en-US" sz="4800" dirty="0"/>
              <a:t>Purpose</a:t>
            </a:r>
          </a:p>
        </p:txBody>
      </p:sp>
    </p:spTree>
    <p:extLst>
      <p:ext uri="{BB962C8B-B14F-4D97-AF65-F5344CB8AC3E}">
        <p14:creationId xmlns:p14="http://schemas.microsoft.com/office/powerpoint/2010/main" val="1919172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0806-623A-724E-B75C-C278D0D9A809}"/>
              </a:ext>
            </a:extLst>
          </p:cNvPr>
          <p:cNvSpPr>
            <a:spLocks noGrp="1"/>
          </p:cNvSpPr>
          <p:nvPr>
            <p:ph type="title"/>
          </p:nvPr>
        </p:nvSpPr>
        <p:spPr>
          <a:xfrm>
            <a:off x="1955800" y="153973"/>
            <a:ext cx="8229600" cy="847892"/>
          </a:xfrm>
        </p:spPr>
        <p:txBody>
          <a:bodyPr/>
          <a:lstStyle/>
          <a:p>
            <a:r>
              <a:rPr lang="en-US" dirty="0"/>
              <a:t>Distinctive Features of IT&amp;C 210</a:t>
            </a:r>
          </a:p>
        </p:txBody>
      </p:sp>
      <p:pic>
        <p:nvPicPr>
          <p:cNvPr id="5" name="Picture 4">
            <a:extLst>
              <a:ext uri="{FF2B5EF4-FFF2-40B4-BE49-F238E27FC236}">
                <a16:creationId xmlns:a16="http://schemas.microsoft.com/office/drawing/2014/main" id="{7763087A-58FF-4F4B-850E-F5EEC2803BDE}"/>
              </a:ext>
            </a:extLst>
          </p:cNvPr>
          <p:cNvPicPr>
            <a:picLocks noChangeAspect="1"/>
          </p:cNvPicPr>
          <p:nvPr/>
        </p:nvPicPr>
        <p:blipFill>
          <a:blip r:embed="rId3"/>
          <a:stretch>
            <a:fillRect/>
          </a:stretch>
        </p:blipFill>
        <p:spPr>
          <a:xfrm>
            <a:off x="2326640" y="2209800"/>
            <a:ext cx="7538720" cy="2844800"/>
          </a:xfrm>
          <a:prstGeom prst="rect">
            <a:avLst/>
          </a:prstGeom>
        </p:spPr>
      </p:pic>
      <p:sp>
        <p:nvSpPr>
          <p:cNvPr id="6" name="TextBox 5">
            <a:extLst>
              <a:ext uri="{FF2B5EF4-FFF2-40B4-BE49-F238E27FC236}">
                <a16:creationId xmlns:a16="http://schemas.microsoft.com/office/drawing/2014/main" id="{FF95A190-8A3D-374B-B2A6-747AD301AFA9}"/>
              </a:ext>
            </a:extLst>
          </p:cNvPr>
          <p:cNvSpPr txBox="1"/>
          <p:nvPr/>
        </p:nvSpPr>
        <p:spPr>
          <a:xfrm>
            <a:off x="9354072" y="3553770"/>
            <a:ext cx="1236236" cy="646331"/>
          </a:xfrm>
          <a:prstGeom prst="rect">
            <a:avLst/>
          </a:prstGeom>
          <a:noFill/>
        </p:spPr>
        <p:txBody>
          <a:bodyPr wrap="none" rtlCol="0">
            <a:spAutoFit/>
          </a:bodyPr>
          <a:lstStyle/>
          <a:p>
            <a:pPr algn="ctr"/>
            <a:r>
              <a:rPr lang="en-US" b="1" dirty="0"/>
              <a:t>Clear </a:t>
            </a:r>
          </a:p>
          <a:p>
            <a:pPr algn="ctr"/>
            <a:r>
              <a:rPr lang="en-US" b="1" dirty="0"/>
              <a:t>Problems</a:t>
            </a:r>
          </a:p>
        </p:txBody>
      </p:sp>
      <p:sp>
        <p:nvSpPr>
          <p:cNvPr id="7" name="TextBox 6">
            <a:extLst>
              <a:ext uri="{FF2B5EF4-FFF2-40B4-BE49-F238E27FC236}">
                <a16:creationId xmlns:a16="http://schemas.microsoft.com/office/drawing/2014/main" id="{BCEEC7E4-3DA5-C14E-92CE-6615ED664489}"/>
              </a:ext>
            </a:extLst>
          </p:cNvPr>
          <p:cNvSpPr txBox="1"/>
          <p:nvPr/>
        </p:nvSpPr>
        <p:spPr>
          <a:xfrm>
            <a:off x="1524000" y="3490878"/>
            <a:ext cx="1454244" cy="646331"/>
          </a:xfrm>
          <a:prstGeom prst="rect">
            <a:avLst/>
          </a:prstGeom>
          <a:noFill/>
        </p:spPr>
        <p:txBody>
          <a:bodyPr wrap="none" rtlCol="0">
            <a:spAutoFit/>
          </a:bodyPr>
          <a:lstStyle/>
          <a:p>
            <a:pPr algn="ctr"/>
            <a:r>
              <a:rPr lang="en-US" b="1" dirty="0"/>
              <a:t>Ambiguous</a:t>
            </a:r>
          </a:p>
          <a:p>
            <a:pPr algn="ctr"/>
            <a:r>
              <a:rPr lang="en-US" b="1" dirty="0"/>
              <a:t>Problems</a:t>
            </a:r>
          </a:p>
        </p:txBody>
      </p:sp>
      <p:sp>
        <p:nvSpPr>
          <p:cNvPr id="8" name="TextBox 7">
            <a:extLst>
              <a:ext uri="{FF2B5EF4-FFF2-40B4-BE49-F238E27FC236}">
                <a16:creationId xmlns:a16="http://schemas.microsoft.com/office/drawing/2014/main" id="{3215C1C8-937B-134E-9217-B3F7DFF8D0DF}"/>
              </a:ext>
            </a:extLst>
          </p:cNvPr>
          <p:cNvSpPr txBox="1"/>
          <p:nvPr/>
        </p:nvSpPr>
        <p:spPr>
          <a:xfrm>
            <a:off x="1955800" y="4842302"/>
            <a:ext cx="33020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Learn how to “approach” a problem (e.g., UML)</a:t>
            </a:r>
          </a:p>
          <a:p>
            <a:pPr marL="285750" indent="-285750">
              <a:buFont typeface="Arial" panose="020B0604020202020204" pitchFamily="34" charset="0"/>
              <a:buChar char="•"/>
            </a:pPr>
            <a:r>
              <a:rPr lang="en-US" dirty="0"/>
              <a:t>Learn to debug unexpected problems</a:t>
            </a:r>
          </a:p>
          <a:p>
            <a:pPr marL="285750" indent="-285750">
              <a:buFont typeface="Arial" panose="020B0604020202020204" pitchFamily="34" charset="0"/>
              <a:buChar char="•"/>
            </a:pPr>
            <a:r>
              <a:rPr lang="en-US" dirty="0"/>
              <a:t>Learn how to find answers</a:t>
            </a:r>
          </a:p>
        </p:txBody>
      </p:sp>
      <p:sp>
        <p:nvSpPr>
          <p:cNvPr id="10" name="TextBox 9">
            <a:extLst>
              <a:ext uri="{FF2B5EF4-FFF2-40B4-BE49-F238E27FC236}">
                <a16:creationId xmlns:a16="http://schemas.microsoft.com/office/drawing/2014/main" id="{00F450C0-61F3-1B44-961F-608E1ED541F7}"/>
              </a:ext>
            </a:extLst>
          </p:cNvPr>
          <p:cNvSpPr txBox="1"/>
          <p:nvPr/>
        </p:nvSpPr>
        <p:spPr>
          <a:xfrm>
            <a:off x="6959600" y="4842302"/>
            <a:ext cx="33020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Learn the nature of the problem</a:t>
            </a:r>
          </a:p>
          <a:p>
            <a:pPr marL="285750" indent="-285750">
              <a:buFont typeface="Arial" panose="020B0604020202020204" pitchFamily="34" charset="0"/>
              <a:buChar char="•"/>
            </a:pPr>
            <a:r>
              <a:rPr lang="en-US" dirty="0"/>
              <a:t>Learn conceptual framework to work in</a:t>
            </a:r>
          </a:p>
          <a:p>
            <a:pPr marL="285750" indent="-285750">
              <a:buFont typeface="Arial" panose="020B0604020202020204" pitchFamily="34" charset="0"/>
              <a:buChar char="•"/>
            </a:pPr>
            <a:r>
              <a:rPr lang="en-US" dirty="0"/>
              <a:t>Learn what to search for</a:t>
            </a:r>
          </a:p>
        </p:txBody>
      </p:sp>
      <p:cxnSp>
        <p:nvCxnSpPr>
          <p:cNvPr id="12" name="Straight Arrow Connector 11">
            <a:extLst>
              <a:ext uri="{FF2B5EF4-FFF2-40B4-BE49-F238E27FC236}">
                <a16:creationId xmlns:a16="http://schemas.microsoft.com/office/drawing/2014/main" id="{BAB3E5E8-7AB9-BA42-BBED-BD8948A5C26D}"/>
              </a:ext>
            </a:extLst>
          </p:cNvPr>
          <p:cNvCxnSpPr>
            <a:cxnSpLocks/>
          </p:cNvCxnSpPr>
          <p:nvPr/>
        </p:nvCxnSpPr>
        <p:spPr>
          <a:xfrm>
            <a:off x="8305800" y="2271216"/>
            <a:ext cx="0" cy="14224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E46C1E2-C042-C24C-A8DC-6C840A59B4EF}"/>
              </a:ext>
            </a:extLst>
          </p:cNvPr>
          <p:cNvSpPr txBox="1"/>
          <p:nvPr/>
        </p:nvSpPr>
        <p:spPr>
          <a:xfrm>
            <a:off x="7193957" y="1571915"/>
            <a:ext cx="2223686" cy="646331"/>
          </a:xfrm>
          <a:prstGeom prst="rect">
            <a:avLst/>
          </a:prstGeom>
          <a:noFill/>
        </p:spPr>
        <p:txBody>
          <a:bodyPr wrap="none" rtlCol="0">
            <a:spAutoFit/>
          </a:bodyPr>
          <a:lstStyle/>
          <a:p>
            <a:r>
              <a:rPr lang="en-US" dirty="0"/>
              <a:t>Standard K-12</a:t>
            </a:r>
          </a:p>
          <a:p>
            <a:r>
              <a:rPr lang="en-US" dirty="0"/>
              <a:t>American education</a:t>
            </a:r>
          </a:p>
        </p:txBody>
      </p:sp>
      <p:cxnSp>
        <p:nvCxnSpPr>
          <p:cNvPr id="15" name="Straight Arrow Connector 14">
            <a:extLst>
              <a:ext uri="{FF2B5EF4-FFF2-40B4-BE49-F238E27FC236}">
                <a16:creationId xmlns:a16="http://schemas.microsoft.com/office/drawing/2014/main" id="{EC3667D2-CFC8-8B44-B9FE-8BD99BEBEADD}"/>
              </a:ext>
            </a:extLst>
          </p:cNvPr>
          <p:cNvCxnSpPr>
            <a:cxnSpLocks/>
          </p:cNvCxnSpPr>
          <p:nvPr/>
        </p:nvCxnSpPr>
        <p:spPr>
          <a:xfrm>
            <a:off x="4772795" y="2271216"/>
            <a:ext cx="0" cy="14224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0E2166D-7458-E545-823A-079F9B0A5672}"/>
              </a:ext>
            </a:extLst>
          </p:cNvPr>
          <p:cNvSpPr txBox="1"/>
          <p:nvPr/>
        </p:nvSpPr>
        <p:spPr>
          <a:xfrm>
            <a:off x="4064909" y="1571727"/>
            <a:ext cx="1415772" cy="646331"/>
          </a:xfrm>
          <a:prstGeom prst="rect">
            <a:avLst/>
          </a:prstGeom>
          <a:noFill/>
        </p:spPr>
        <p:txBody>
          <a:bodyPr wrap="none" rtlCol="0">
            <a:spAutoFit/>
          </a:bodyPr>
          <a:lstStyle/>
          <a:p>
            <a:r>
              <a:rPr lang="en-US" dirty="0"/>
              <a:t>IT210 so far</a:t>
            </a:r>
          </a:p>
          <a:p>
            <a:r>
              <a:rPr lang="en-US"/>
              <a:t>this term</a:t>
            </a:r>
            <a:endParaRPr lang="en-US" dirty="0"/>
          </a:p>
        </p:txBody>
      </p:sp>
      <p:sp>
        <p:nvSpPr>
          <p:cNvPr id="21" name="TextBox 20">
            <a:extLst>
              <a:ext uri="{FF2B5EF4-FFF2-40B4-BE49-F238E27FC236}">
                <a16:creationId xmlns:a16="http://schemas.microsoft.com/office/drawing/2014/main" id="{97B86E0F-F762-204E-B8AF-BEBE9A354496}"/>
              </a:ext>
            </a:extLst>
          </p:cNvPr>
          <p:cNvSpPr txBox="1"/>
          <p:nvPr/>
        </p:nvSpPr>
        <p:spPr>
          <a:xfrm>
            <a:off x="3029200" y="2304407"/>
            <a:ext cx="1685077" cy="369332"/>
          </a:xfrm>
          <a:prstGeom prst="rect">
            <a:avLst/>
          </a:prstGeom>
          <a:noFill/>
        </p:spPr>
        <p:txBody>
          <a:bodyPr wrap="none" rtlCol="0">
            <a:spAutoFit/>
          </a:bodyPr>
          <a:lstStyle/>
          <a:p>
            <a:r>
              <a:rPr lang="en-US" dirty="0">
                <a:solidFill>
                  <a:srgbClr val="C00000"/>
                </a:solidFill>
              </a:rPr>
              <a:t>Future classes</a:t>
            </a:r>
          </a:p>
        </p:txBody>
      </p:sp>
      <p:cxnSp>
        <p:nvCxnSpPr>
          <p:cNvPr id="24" name="Straight Arrow Connector 23">
            <a:extLst>
              <a:ext uri="{FF2B5EF4-FFF2-40B4-BE49-F238E27FC236}">
                <a16:creationId xmlns:a16="http://schemas.microsoft.com/office/drawing/2014/main" id="{75A29EEB-77F8-854C-B71F-A5373677F134}"/>
              </a:ext>
            </a:extLst>
          </p:cNvPr>
          <p:cNvCxnSpPr>
            <a:cxnSpLocks/>
          </p:cNvCxnSpPr>
          <p:nvPr/>
        </p:nvCxnSpPr>
        <p:spPr>
          <a:xfrm flipH="1">
            <a:off x="3810001" y="2743199"/>
            <a:ext cx="845757" cy="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3" name="Oval 2">
            <a:extLst>
              <a:ext uri="{FF2B5EF4-FFF2-40B4-BE49-F238E27FC236}">
                <a16:creationId xmlns:a16="http://schemas.microsoft.com/office/drawing/2014/main" id="{44001053-B46A-49FF-981E-A9167B25B487}"/>
              </a:ext>
            </a:extLst>
          </p:cNvPr>
          <p:cNvSpPr/>
          <p:nvPr/>
        </p:nvSpPr>
        <p:spPr>
          <a:xfrm>
            <a:off x="11811000" y="6477000"/>
            <a:ext cx="275004" cy="275004"/>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9090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617"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6" name="Title 5">
            <a:extLst>
              <a:ext uri="{FF2B5EF4-FFF2-40B4-BE49-F238E27FC236}">
                <a16:creationId xmlns:a16="http://schemas.microsoft.com/office/drawing/2014/main" id="{106B03F7-627D-408B-8F34-890C2DC4EAE3}"/>
              </a:ext>
            </a:extLst>
          </p:cNvPr>
          <p:cNvSpPr>
            <a:spLocks noGrp="1"/>
          </p:cNvSpPr>
          <p:nvPr>
            <p:ph type="title"/>
          </p:nvPr>
        </p:nvSpPr>
        <p:spPr>
          <a:xfrm>
            <a:off x="3808027" y="2043664"/>
            <a:ext cx="4578895" cy="2031055"/>
          </a:xfrm>
        </p:spPr>
        <p:txBody>
          <a:bodyPr vert="horz" wrap="square" lIns="91440" tIns="45720" rIns="91440" bIns="45720" numCol="1" rtlCol="0" anchor="b" anchorCtr="0" compatLnSpc="1">
            <a:prstTxWarp prst="textNoShape">
              <a:avLst/>
            </a:prstTxWarp>
            <a:normAutofit fontScale="90000"/>
          </a:bodyPr>
          <a:lstStyle/>
          <a:p>
            <a:pPr>
              <a:lnSpc>
                <a:spcPct val="90000"/>
              </a:lnSpc>
            </a:pPr>
            <a:r>
              <a:rPr lang="en-US" sz="6000" dirty="0">
                <a:solidFill>
                  <a:srgbClr val="FFFFFF"/>
                </a:solidFill>
              </a:rPr>
              <a:t>3. Bloom’s Two Sigma Problem</a:t>
            </a:r>
          </a:p>
        </p:txBody>
      </p:sp>
    </p:spTree>
    <p:extLst>
      <p:ext uri="{BB962C8B-B14F-4D97-AF65-F5344CB8AC3E}">
        <p14:creationId xmlns:p14="http://schemas.microsoft.com/office/powerpoint/2010/main" val="1046412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9D8B2-2517-4D39-A60C-10589EA507FA}"/>
              </a:ext>
            </a:extLst>
          </p:cNvPr>
          <p:cNvSpPr>
            <a:spLocks noGrp="1"/>
          </p:cNvSpPr>
          <p:nvPr>
            <p:ph type="title"/>
          </p:nvPr>
        </p:nvSpPr>
        <p:spPr>
          <a:xfrm>
            <a:off x="1981200" y="277069"/>
            <a:ext cx="8229600" cy="789731"/>
          </a:xfrm>
        </p:spPr>
        <p:txBody>
          <a:bodyPr/>
          <a:lstStyle/>
          <a:p>
            <a:r>
              <a:rPr lang="en-US" dirty="0"/>
              <a:t>Bloom’s Two Sigma Problem</a:t>
            </a:r>
          </a:p>
        </p:txBody>
      </p:sp>
      <p:sp>
        <p:nvSpPr>
          <p:cNvPr id="3" name="Content Placeholder 2">
            <a:extLst>
              <a:ext uri="{FF2B5EF4-FFF2-40B4-BE49-F238E27FC236}">
                <a16:creationId xmlns:a16="http://schemas.microsoft.com/office/drawing/2014/main" id="{AEA891A1-E41B-4C74-9E27-C36665A1270C}"/>
              </a:ext>
            </a:extLst>
          </p:cNvPr>
          <p:cNvSpPr>
            <a:spLocks noGrp="1"/>
          </p:cNvSpPr>
          <p:nvPr>
            <p:ph idx="1"/>
          </p:nvPr>
        </p:nvSpPr>
        <p:spPr>
          <a:xfrm>
            <a:off x="1981200" y="1219201"/>
            <a:ext cx="8229600" cy="2362200"/>
          </a:xfrm>
        </p:spPr>
        <p:txBody>
          <a:bodyPr/>
          <a:lstStyle/>
          <a:p>
            <a:r>
              <a:rPr lang="en-US" sz="2800" dirty="0"/>
              <a:t>1984 Study: How fast can a student really learn?</a:t>
            </a:r>
          </a:p>
          <a:p>
            <a:pPr lvl="1"/>
            <a:r>
              <a:rPr lang="en-US" sz="2400" dirty="0"/>
              <a:t>Control Group: Conventional Classroom</a:t>
            </a:r>
          </a:p>
          <a:p>
            <a:pPr lvl="1"/>
            <a:r>
              <a:rPr lang="en-US" sz="2400" dirty="0"/>
              <a:t>Treatment Group 1: Mastery Learning</a:t>
            </a:r>
          </a:p>
          <a:p>
            <a:pPr lvl="1"/>
            <a:r>
              <a:rPr lang="en-US" sz="2400" dirty="0"/>
              <a:t>Treatment Group 2: Individual Tutors (Bloom’s grad students)</a:t>
            </a:r>
          </a:p>
        </p:txBody>
      </p:sp>
      <p:pic>
        <p:nvPicPr>
          <p:cNvPr id="3074" name="Picture 2" descr="See the source image">
            <a:extLst>
              <a:ext uri="{FF2B5EF4-FFF2-40B4-BE49-F238E27FC236}">
                <a16:creationId xmlns:a16="http://schemas.microsoft.com/office/drawing/2014/main" id="{F965B4B1-7F8E-4E4D-A201-2D557ADD5E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328844"/>
            <a:ext cx="5181600" cy="351827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3849B481-7D05-406E-9569-DBB02431BFF7}"/>
              </a:ext>
            </a:extLst>
          </p:cNvPr>
          <p:cNvSpPr txBox="1">
            <a:spLocks/>
          </p:cNvSpPr>
          <p:nvPr/>
        </p:nvSpPr>
        <p:spPr>
          <a:xfrm>
            <a:off x="1704976" y="3892549"/>
            <a:ext cx="3629025" cy="18954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Tutored students learned 2 standard deviations more effectively.</a:t>
            </a:r>
            <a:endParaRPr lang="en-US" sz="1800" dirty="0"/>
          </a:p>
          <a:p>
            <a:r>
              <a:rPr lang="en-US" sz="2000" dirty="0"/>
              <a:t>Challenge: How to achieve equivalent results at scale?</a:t>
            </a:r>
          </a:p>
        </p:txBody>
      </p:sp>
    </p:spTree>
    <p:extLst>
      <p:ext uri="{BB962C8B-B14F-4D97-AF65-F5344CB8AC3E}">
        <p14:creationId xmlns:p14="http://schemas.microsoft.com/office/powerpoint/2010/main" val="1306899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5CA11-2004-4EEB-AD0E-C82D1C10F0F5}"/>
              </a:ext>
            </a:extLst>
          </p:cNvPr>
          <p:cNvSpPr>
            <a:spLocks noGrp="1"/>
          </p:cNvSpPr>
          <p:nvPr>
            <p:ph type="title"/>
          </p:nvPr>
        </p:nvSpPr>
        <p:spPr>
          <a:xfrm>
            <a:off x="1657351" y="115097"/>
            <a:ext cx="4619625" cy="656429"/>
          </a:xfrm>
        </p:spPr>
        <p:txBody>
          <a:bodyPr/>
          <a:lstStyle/>
          <a:p>
            <a:r>
              <a:rPr lang="en-US" sz="4000" dirty="0"/>
              <a:t>Two-Sigma Revisited</a:t>
            </a:r>
          </a:p>
        </p:txBody>
      </p:sp>
      <p:sp>
        <p:nvSpPr>
          <p:cNvPr id="4" name="Slide Number Placeholder 3">
            <a:extLst>
              <a:ext uri="{FF2B5EF4-FFF2-40B4-BE49-F238E27FC236}">
                <a16:creationId xmlns:a16="http://schemas.microsoft.com/office/drawing/2014/main" id="{E4362970-95CD-42E1-8CC0-50ECBFE75676}"/>
              </a:ext>
            </a:extLst>
          </p:cNvPr>
          <p:cNvSpPr>
            <a:spLocks noGrp="1"/>
          </p:cNvSpPr>
          <p:nvPr>
            <p:ph type="sldNum" sz="quarter" idx="12"/>
          </p:nvPr>
        </p:nvSpPr>
        <p:spPr/>
        <p:txBody>
          <a:bodyPr/>
          <a:lstStyle/>
          <a:p>
            <a:fld id="{EEB9D788-5DFB-4D8E-A81D-E9907153848E}" type="slidenum">
              <a:rPr lang="en-US" smtClean="0"/>
              <a:t>16</a:t>
            </a:fld>
            <a:endParaRPr lang="en-US"/>
          </a:p>
        </p:txBody>
      </p:sp>
      <p:sp>
        <p:nvSpPr>
          <p:cNvPr id="5" name="TextBox 4">
            <a:extLst>
              <a:ext uri="{FF2B5EF4-FFF2-40B4-BE49-F238E27FC236}">
                <a16:creationId xmlns:a16="http://schemas.microsoft.com/office/drawing/2014/main" id="{B29A7FC9-BFD9-4D5E-8AE5-D0CAD8E86919}"/>
              </a:ext>
            </a:extLst>
          </p:cNvPr>
          <p:cNvSpPr txBox="1"/>
          <p:nvPr/>
        </p:nvSpPr>
        <p:spPr>
          <a:xfrm>
            <a:off x="2000251" y="5772151"/>
            <a:ext cx="7886700" cy="646331"/>
          </a:xfrm>
          <a:prstGeom prst="rect">
            <a:avLst/>
          </a:prstGeom>
          <a:noFill/>
        </p:spPr>
        <p:txBody>
          <a:bodyPr wrap="square" rtlCol="0">
            <a:spAutoFit/>
          </a:bodyPr>
          <a:lstStyle/>
          <a:p>
            <a:r>
              <a:rPr lang="en-US" sz="1200" dirty="0">
                <a:hlinkClick r:id="rId3"/>
              </a:rPr>
              <a:t>http://www.public.asu.edu/~kvanlehn/Stringent/PDF/EffectivenessOfTutoring_Vanlehn.pdf</a:t>
            </a:r>
            <a:endParaRPr lang="en-US" sz="1200" dirty="0"/>
          </a:p>
          <a:p>
            <a:r>
              <a:rPr lang="en-US" sz="1200" dirty="0">
                <a:hlinkClick r:id="rId4"/>
              </a:rPr>
              <a:t>https://www.ofthat.com/2013/01/blooms-two-sigma-problem-revisited.html</a:t>
            </a:r>
            <a:endParaRPr lang="en-US" sz="1200" dirty="0">
              <a:hlinkClick r:id="rId5"/>
            </a:endParaRPr>
          </a:p>
          <a:p>
            <a:r>
              <a:rPr lang="en-US" sz="1200" dirty="0">
                <a:hlinkClick r:id="rId5"/>
              </a:rPr>
              <a:t>https://fullcircle.asu.edu/faculty/kurt-vanlehn-intelligent-tutoring-research-revolutionizes-teaching/</a:t>
            </a:r>
            <a:endParaRPr lang="en-US" sz="1200" dirty="0"/>
          </a:p>
        </p:txBody>
      </p:sp>
      <p:sp>
        <p:nvSpPr>
          <p:cNvPr id="10" name="Content Placeholder 2">
            <a:extLst>
              <a:ext uri="{FF2B5EF4-FFF2-40B4-BE49-F238E27FC236}">
                <a16:creationId xmlns:a16="http://schemas.microsoft.com/office/drawing/2014/main" id="{B563A98D-C742-497B-8097-0296A37CF9D6}"/>
              </a:ext>
            </a:extLst>
          </p:cNvPr>
          <p:cNvSpPr>
            <a:spLocks noGrp="1"/>
          </p:cNvSpPr>
          <p:nvPr>
            <p:ph idx="1"/>
          </p:nvPr>
        </p:nvSpPr>
        <p:spPr>
          <a:xfrm>
            <a:off x="1762127" y="1114427"/>
            <a:ext cx="4095749" cy="3905249"/>
          </a:xfrm>
        </p:spPr>
        <p:txBody>
          <a:bodyPr>
            <a:normAutofit/>
          </a:bodyPr>
          <a:lstStyle/>
          <a:p>
            <a:pPr>
              <a:lnSpc>
                <a:spcPct val="110000"/>
              </a:lnSpc>
            </a:pPr>
            <a:r>
              <a:rPr lang="en-US" sz="1800" dirty="0"/>
              <a:t>2011 Meta Study by Kurt </a:t>
            </a:r>
            <a:r>
              <a:rPr lang="en-US" sz="1800" dirty="0" err="1"/>
              <a:t>VanLehn</a:t>
            </a:r>
            <a:r>
              <a:rPr lang="en-US" sz="1800" dirty="0"/>
              <a:t> (ASU) – published in </a:t>
            </a:r>
            <a:r>
              <a:rPr lang="en-US" sz="1800" i="1" dirty="0"/>
              <a:t>Educational Psychologist</a:t>
            </a:r>
            <a:endParaRPr lang="en-US" sz="1800" dirty="0"/>
          </a:p>
          <a:p>
            <a:pPr>
              <a:lnSpc>
                <a:spcPct val="110000"/>
              </a:lnSpc>
            </a:pPr>
            <a:r>
              <a:rPr lang="en-US" sz="1800" dirty="0"/>
              <a:t>Compared conventional classroom instruction with AI tutors (Intelligent Tutoring Systems) and Human Tutors.</a:t>
            </a:r>
          </a:p>
          <a:p>
            <a:pPr>
              <a:lnSpc>
                <a:spcPct val="110000"/>
              </a:lnSpc>
            </a:pPr>
            <a:r>
              <a:rPr lang="en-US" sz="1800" dirty="0"/>
              <a:t>Computer and human tutors both yielded near </a:t>
            </a:r>
            <a:r>
              <a:rPr lang="en-US" sz="1800" b="1" dirty="0"/>
              <a:t>1-sigma </a:t>
            </a:r>
            <a:r>
              <a:rPr lang="en-US" sz="1800" dirty="0"/>
              <a:t>improvement.</a:t>
            </a:r>
          </a:p>
          <a:p>
            <a:pPr>
              <a:lnSpc>
                <a:spcPct val="110000"/>
              </a:lnSpc>
            </a:pPr>
            <a:r>
              <a:rPr lang="en-US" sz="1800" dirty="0"/>
              <a:t>Found that the </a:t>
            </a:r>
            <a:r>
              <a:rPr lang="en-US" sz="1800" b="1" dirty="0"/>
              <a:t>2-sigma </a:t>
            </a:r>
            <a:r>
              <a:rPr lang="en-US" sz="1800" dirty="0"/>
              <a:t>achievement by Bloom’s team includes a higher </a:t>
            </a:r>
            <a:r>
              <a:rPr lang="en-US" sz="1800" b="1" dirty="0"/>
              <a:t>mastery threshold</a:t>
            </a:r>
            <a:r>
              <a:rPr lang="en-US" sz="1800" dirty="0"/>
              <a:t> of 90%.</a:t>
            </a:r>
          </a:p>
        </p:txBody>
      </p:sp>
      <p:graphicFrame>
        <p:nvGraphicFramePr>
          <p:cNvPr id="11" name="Chart 10">
            <a:extLst>
              <a:ext uri="{FF2B5EF4-FFF2-40B4-BE49-F238E27FC236}">
                <a16:creationId xmlns:a16="http://schemas.microsoft.com/office/drawing/2014/main" id="{4FC2D20A-0130-44BD-826F-02C14D3C2C99}"/>
              </a:ext>
            </a:extLst>
          </p:cNvPr>
          <p:cNvGraphicFramePr/>
          <p:nvPr/>
        </p:nvGraphicFramePr>
        <p:xfrm>
          <a:off x="6096000" y="1248201"/>
          <a:ext cx="4250369" cy="4038175"/>
        </p:xfrm>
        <a:graphic>
          <a:graphicData uri="http://schemas.openxmlformats.org/drawingml/2006/chart">
            <c:chart xmlns:c="http://schemas.openxmlformats.org/drawingml/2006/chart" xmlns:r="http://schemas.openxmlformats.org/officeDocument/2006/relationships" r:id="rId6"/>
          </a:graphicData>
        </a:graphic>
      </p:graphicFrame>
      <p:sp>
        <p:nvSpPr>
          <p:cNvPr id="3" name="Oval 2">
            <a:extLst>
              <a:ext uri="{FF2B5EF4-FFF2-40B4-BE49-F238E27FC236}">
                <a16:creationId xmlns:a16="http://schemas.microsoft.com/office/drawing/2014/main" id="{7E616C0E-0E2D-4BAF-438D-A54B40950F84}"/>
              </a:ext>
            </a:extLst>
          </p:cNvPr>
          <p:cNvSpPr/>
          <p:nvPr/>
        </p:nvSpPr>
        <p:spPr>
          <a:xfrm>
            <a:off x="11811000" y="6477000"/>
            <a:ext cx="275004" cy="275004"/>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6555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617"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a:endParaRPr>
          </a:p>
        </p:txBody>
      </p:sp>
      <p:pic>
        <p:nvPicPr>
          <p:cNvPr id="10" name="Picture 12">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6" name="Title 5">
            <a:extLst>
              <a:ext uri="{FF2B5EF4-FFF2-40B4-BE49-F238E27FC236}">
                <a16:creationId xmlns:a16="http://schemas.microsoft.com/office/drawing/2014/main" id="{106B03F7-627D-408B-8F34-890C2DC4EAE3}"/>
              </a:ext>
            </a:extLst>
          </p:cNvPr>
          <p:cNvSpPr>
            <a:spLocks noGrp="1"/>
          </p:cNvSpPr>
          <p:nvPr>
            <p:ph type="title"/>
          </p:nvPr>
        </p:nvSpPr>
        <p:spPr>
          <a:xfrm>
            <a:off x="3808027" y="2043664"/>
            <a:ext cx="4578895" cy="2031055"/>
          </a:xfrm>
        </p:spPr>
        <p:txBody>
          <a:bodyPr vert="horz" wrap="square" lIns="91440" tIns="45720" rIns="91440" bIns="45720" numCol="1" rtlCol="0" anchor="b" anchorCtr="0" compatLnSpc="1">
            <a:prstTxWarp prst="textNoShape">
              <a:avLst/>
            </a:prstTxWarp>
            <a:normAutofit/>
          </a:bodyPr>
          <a:lstStyle/>
          <a:p>
            <a:pPr>
              <a:lnSpc>
                <a:spcPct val="90000"/>
              </a:lnSpc>
            </a:pPr>
            <a:r>
              <a:rPr lang="en-US" sz="6000" dirty="0">
                <a:solidFill>
                  <a:srgbClr val="FFFFFF"/>
                </a:solidFill>
              </a:rPr>
              <a:t>4. Mastery Learning</a:t>
            </a:r>
          </a:p>
        </p:txBody>
      </p:sp>
    </p:spTree>
    <p:extLst>
      <p:ext uri="{BB962C8B-B14F-4D97-AF65-F5344CB8AC3E}">
        <p14:creationId xmlns:p14="http://schemas.microsoft.com/office/powerpoint/2010/main" val="1303683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F1C08-FBC9-4000-A945-3C5F832CEA31}"/>
              </a:ext>
            </a:extLst>
          </p:cNvPr>
          <p:cNvSpPr>
            <a:spLocks noGrp="1"/>
          </p:cNvSpPr>
          <p:nvPr>
            <p:ph type="title"/>
          </p:nvPr>
        </p:nvSpPr>
        <p:spPr/>
        <p:txBody>
          <a:bodyPr/>
          <a:lstStyle/>
          <a:p>
            <a:r>
              <a:rPr lang="en-US" dirty="0"/>
              <a:t>Mastery Learning</a:t>
            </a:r>
          </a:p>
        </p:txBody>
      </p:sp>
      <p:sp>
        <p:nvSpPr>
          <p:cNvPr id="3" name="Content Placeholder 2">
            <a:extLst>
              <a:ext uri="{FF2B5EF4-FFF2-40B4-BE49-F238E27FC236}">
                <a16:creationId xmlns:a16="http://schemas.microsoft.com/office/drawing/2014/main" id="{B87FE9B6-0112-4B00-9695-8CBDE186D045}"/>
              </a:ext>
            </a:extLst>
          </p:cNvPr>
          <p:cNvSpPr>
            <a:spLocks noGrp="1"/>
          </p:cNvSpPr>
          <p:nvPr>
            <p:ph idx="1"/>
          </p:nvPr>
        </p:nvSpPr>
        <p:spPr/>
        <p:txBody>
          <a:bodyPr/>
          <a:lstStyle/>
          <a:p>
            <a:r>
              <a:rPr lang="en-US" dirty="0"/>
              <a:t>A Program of Learning where the student must achieve a level of mastery (e.g. 90% on a knowledge test) before advancing to learn subsequent skills or information.</a:t>
            </a:r>
          </a:p>
          <a:p>
            <a:r>
              <a:rPr lang="en-US" dirty="0"/>
              <a:t>Shifts a portion </a:t>
            </a:r>
            <a:r>
              <a:rPr lang="en-US"/>
              <a:t>of responsibility for </a:t>
            </a:r>
            <a:r>
              <a:rPr lang="en-US" dirty="0"/>
              <a:t>failure-to-learn from the student to the educational institution.</a:t>
            </a:r>
          </a:p>
          <a:p>
            <a:r>
              <a:rPr lang="en-US" dirty="0"/>
              <a:t>Requires individual learning programs and support for each student.</a:t>
            </a:r>
          </a:p>
        </p:txBody>
      </p:sp>
      <p:sp>
        <p:nvSpPr>
          <p:cNvPr id="5" name="Oval 4">
            <a:extLst>
              <a:ext uri="{FF2B5EF4-FFF2-40B4-BE49-F238E27FC236}">
                <a16:creationId xmlns:a16="http://schemas.microsoft.com/office/drawing/2014/main" id="{1AA306A0-CCD3-688D-4D32-7CDE6177D701}"/>
              </a:ext>
            </a:extLst>
          </p:cNvPr>
          <p:cNvSpPr/>
          <p:nvPr/>
        </p:nvSpPr>
        <p:spPr>
          <a:xfrm>
            <a:off x="11811000" y="6477000"/>
            <a:ext cx="275004" cy="275004"/>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4606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617"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a:endParaRPr>
          </a:p>
        </p:txBody>
      </p:sp>
      <p:pic>
        <p:nvPicPr>
          <p:cNvPr id="10" name="Picture 12">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6" name="Title 5">
            <a:extLst>
              <a:ext uri="{FF2B5EF4-FFF2-40B4-BE49-F238E27FC236}">
                <a16:creationId xmlns:a16="http://schemas.microsoft.com/office/drawing/2014/main" id="{106B03F7-627D-408B-8F34-890C2DC4EAE3}"/>
              </a:ext>
            </a:extLst>
          </p:cNvPr>
          <p:cNvSpPr>
            <a:spLocks noGrp="1"/>
          </p:cNvSpPr>
          <p:nvPr>
            <p:ph type="title"/>
          </p:nvPr>
        </p:nvSpPr>
        <p:spPr>
          <a:xfrm>
            <a:off x="3808027" y="2043664"/>
            <a:ext cx="4578895" cy="2031055"/>
          </a:xfrm>
        </p:spPr>
        <p:txBody>
          <a:bodyPr vert="horz" wrap="square" lIns="91440" tIns="45720" rIns="91440" bIns="45720" numCol="1" rtlCol="0" anchor="b" anchorCtr="0" compatLnSpc="1">
            <a:prstTxWarp prst="textNoShape">
              <a:avLst/>
            </a:prstTxWarp>
            <a:normAutofit/>
          </a:bodyPr>
          <a:lstStyle/>
          <a:p>
            <a:pPr>
              <a:lnSpc>
                <a:spcPct val="90000"/>
              </a:lnSpc>
            </a:pPr>
            <a:r>
              <a:rPr lang="en-US" sz="6000" dirty="0">
                <a:solidFill>
                  <a:srgbClr val="FFFFFF"/>
                </a:solidFill>
              </a:rPr>
              <a:t>5. Mindsets</a:t>
            </a:r>
          </a:p>
        </p:txBody>
      </p:sp>
    </p:spTree>
    <p:extLst>
      <p:ext uri="{BB962C8B-B14F-4D97-AF65-F5344CB8AC3E}">
        <p14:creationId xmlns:p14="http://schemas.microsoft.com/office/powerpoint/2010/main" val="2468281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55EDE8-0910-4813-A839-2FF371BA0161}"/>
              </a:ext>
            </a:extLst>
          </p:cNvPr>
          <p:cNvSpPr>
            <a:spLocks noGrp="1"/>
          </p:cNvSpPr>
          <p:nvPr>
            <p:ph idx="1"/>
          </p:nvPr>
        </p:nvSpPr>
        <p:spPr>
          <a:xfrm>
            <a:off x="1981200" y="381001"/>
            <a:ext cx="8229600" cy="3657600"/>
          </a:xfrm>
        </p:spPr>
        <p:txBody>
          <a:bodyPr/>
          <a:lstStyle/>
          <a:p>
            <a:pPr marL="0" indent="0" algn="ctr">
              <a:buNone/>
            </a:pPr>
            <a:r>
              <a:rPr lang="en-US" b="1" dirty="0"/>
              <a:t>Growth Mindset</a:t>
            </a:r>
          </a:p>
          <a:p>
            <a:pPr marL="0" indent="0" algn="ctr">
              <a:buNone/>
            </a:pPr>
            <a:r>
              <a:rPr lang="en-US" dirty="0"/>
              <a:t>The belief that skill and ability can be increased through learning and practice.</a:t>
            </a:r>
          </a:p>
          <a:p>
            <a:endParaRPr lang="en-US" dirty="0"/>
          </a:p>
          <a:p>
            <a:pPr marL="0" indent="0" algn="ctr">
              <a:buNone/>
            </a:pPr>
            <a:r>
              <a:rPr lang="en-US" b="1" dirty="0"/>
              <a:t>Fixed Mindset</a:t>
            </a:r>
          </a:p>
          <a:p>
            <a:pPr marL="0" indent="0" algn="ctr">
              <a:buNone/>
            </a:pPr>
            <a:r>
              <a:rPr lang="en-US" dirty="0"/>
              <a:t>A belief that one’s capability is fixed or limited.</a:t>
            </a:r>
          </a:p>
        </p:txBody>
      </p:sp>
      <p:sp>
        <p:nvSpPr>
          <p:cNvPr id="5" name="TextBox 4">
            <a:extLst>
              <a:ext uri="{FF2B5EF4-FFF2-40B4-BE49-F238E27FC236}">
                <a16:creationId xmlns:a16="http://schemas.microsoft.com/office/drawing/2014/main" id="{99394428-5CAA-4BC0-ADFA-C4824210E927}"/>
              </a:ext>
            </a:extLst>
          </p:cNvPr>
          <p:cNvSpPr txBox="1"/>
          <p:nvPr/>
        </p:nvSpPr>
        <p:spPr>
          <a:xfrm>
            <a:off x="2781300" y="4038601"/>
            <a:ext cx="6629400" cy="2308324"/>
          </a:xfrm>
          <a:prstGeom prst="rect">
            <a:avLst/>
          </a:prstGeom>
          <a:noFill/>
        </p:spPr>
        <p:txBody>
          <a:bodyPr wrap="square" rtlCol="0">
            <a:spAutoFit/>
          </a:bodyPr>
          <a:lstStyle/>
          <a:p>
            <a:r>
              <a:rPr lang="en-US" sz="2400" dirty="0">
                <a:latin typeface="Georgia" panose="02040502050405020303" pitchFamily="18" charset="0"/>
              </a:rPr>
              <a:t>Neuroscience is squarely on the side of Growth. But the concept that Dr. Carol Dweck tested is whether one’s </a:t>
            </a:r>
            <a:r>
              <a:rPr lang="en-US" sz="2400" i="1" dirty="0">
                <a:latin typeface="Georgia" panose="02040502050405020303" pitchFamily="18" charset="0"/>
              </a:rPr>
              <a:t>belief</a:t>
            </a:r>
            <a:r>
              <a:rPr lang="en-US" sz="2400" dirty="0">
                <a:latin typeface="Georgia" panose="02040502050405020303" pitchFamily="18" charset="0"/>
              </a:rPr>
              <a:t> about their ability to improve intelligence would have an impact on their future performance. Studies show that it does.</a:t>
            </a:r>
          </a:p>
        </p:txBody>
      </p:sp>
    </p:spTree>
    <p:extLst>
      <p:ext uri="{BB962C8B-B14F-4D97-AF65-F5344CB8AC3E}">
        <p14:creationId xmlns:p14="http://schemas.microsoft.com/office/powerpoint/2010/main" val="1469924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D07C-74AC-EE45-AC9D-3E3DC3B7A4EE}"/>
              </a:ext>
            </a:extLst>
          </p:cNvPr>
          <p:cNvSpPr>
            <a:spLocks noGrp="1"/>
          </p:cNvSpPr>
          <p:nvPr>
            <p:ph type="title"/>
          </p:nvPr>
        </p:nvSpPr>
        <p:spPr/>
        <p:txBody>
          <a:bodyPr/>
          <a:lstStyle/>
          <a:p>
            <a:r>
              <a:rPr lang="en-US" sz="5400" dirty="0"/>
              <a:t>Example Mindsets</a:t>
            </a:r>
          </a:p>
        </p:txBody>
      </p:sp>
      <p:sp>
        <p:nvSpPr>
          <p:cNvPr id="3" name="Content Placeholder 2">
            <a:extLst>
              <a:ext uri="{FF2B5EF4-FFF2-40B4-BE49-F238E27FC236}">
                <a16:creationId xmlns:a16="http://schemas.microsoft.com/office/drawing/2014/main" id="{69FEF5E2-C9D3-774A-8DFA-90E73090319F}"/>
              </a:ext>
            </a:extLst>
          </p:cNvPr>
          <p:cNvSpPr>
            <a:spLocks noGrp="1"/>
          </p:cNvSpPr>
          <p:nvPr>
            <p:ph idx="1"/>
          </p:nvPr>
        </p:nvSpPr>
        <p:spPr/>
        <p:txBody>
          <a:bodyPr/>
          <a:lstStyle/>
          <a:p>
            <a:r>
              <a:rPr lang="en-US" b="1" dirty="0"/>
              <a:t>Growth mindset: </a:t>
            </a:r>
            <a:r>
              <a:rPr lang="en-US" dirty="0"/>
              <a:t>burning desire &amp; confidence that you can develop and become who you want to become with hard work</a:t>
            </a:r>
          </a:p>
          <a:p>
            <a:r>
              <a:rPr lang="en-US" b="1" dirty="0"/>
              <a:t>Purpose &amp; Relevance: </a:t>
            </a:r>
            <a:r>
              <a:rPr lang="en-US" dirty="0"/>
              <a:t>belief that the things you are learning are valuable and relevant to you and your life and/or a larger purpose</a:t>
            </a:r>
          </a:p>
          <a:p>
            <a:r>
              <a:rPr lang="en-US" b="1" dirty="0"/>
              <a:t>Grit:</a:t>
            </a:r>
            <a:r>
              <a:rPr lang="en-US" dirty="0"/>
              <a:t> Passion and perseverance. The ability to stick to a task until success is achieved.</a:t>
            </a:r>
            <a:endParaRPr lang="en-US" b="1" dirty="0"/>
          </a:p>
        </p:txBody>
      </p:sp>
    </p:spTree>
    <p:extLst>
      <p:ext uri="{BB962C8B-B14F-4D97-AF65-F5344CB8AC3E}">
        <p14:creationId xmlns:p14="http://schemas.microsoft.com/office/powerpoint/2010/main" val="4179970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617"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a:endParaRPr>
          </a:p>
        </p:txBody>
      </p:sp>
      <p:pic>
        <p:nvPicPr>
          <p:cNvPr id="10" name="Picture 12">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6" name="Title 5">
            <a:extLst>
              <a:ext uri="{FF2B5EF4-FFF2-40B4-BE49-F238E27FC236}">
                <a16:creationId xmlns:a16="http://schemas.microsoft.com/office/drawing/2014/main" id="{106B03F7-627D-408B-8F34-890C2DC4EAE3}"/>
              </a:ext>
            </a:extLst>
          </p:cNvPr>
          <p:cNvSpPr>
            <a:spLocks noGrp="1"/>
          </p:cNvSpPr>
          <p:nvPr>
            <p:ph type="title"/>
          </p:nvPr>
        </p:nvSpPr>
        <p:spPr>
          <a:xfrm>
            <a:off x="3808027" y="2043664"/>
            <a:ext cx="4578895" cy="2031055"/>
          </a:xfrm>
        </p:spPr>
        <p:txBody>
          <a:bodyPr vert="horz" wrap="square" lIns="91440" tIns="45720" rIns="91440" bIns="45720" numCol="1" rtlCol="0" anchor="b" anchorCtr="0" compatLnSpc="1">
            <a:prstTxWarp prst="textNoShape">
              <a:avLst/>
            </a:prstTxWarp>
            <a:normAutofit/>
          </a:bodyPr>
          <a:lstStyle/>
          <a:p>
            <a:pPr>
              <a:lnSpc>
                <a:spcPct val="90000"/>
              </a:lnSpc>
            </a:pPr>
            <a:r>
              <a:rPr lang="en-US" sz="6000" dirty="0">
                <a:solidFill>
                  <a:srgbClr val="FFFFFF"/>
                </a:solidFill>
              </a:rPr>
              <a:t>6. The Flow Channel</a:t>
            </a:r>
          </a:p>
        </p:txBody>
      </p:sp>
    </p:spTree>
    <p:extLst>
      <p:ext uri="{BB962C8B-B14F-4D97-AF65-F5344CB8AC3E}">
        <p14:creationId xmlns:p14="http://schemas.microsoft.com/office/powerpoint/2010/main" val="757519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096962"/>
          </a:xfrm>
        </p:spPr>
        <p:txBody>
          <a:bodyPr/>
          <a:lstStyle/>
          <a:p>
            <a:r>
              <a:rPr lang="en-US" dirty="0"/>
              <a:t>Game Design</a:t>
            </a:r>
          </a:p>
        </p:txBody>
      </p:sp>
      <p:sp>
        <p:nvSpPr>
          <p:cNvPr id="4" name="Slide Number Placeholder 3"/>
          <p:cNvSpPr>
            <a:spLocks noGrp="1"/>
          </p:cNvSpPr>
          <p:nvPr>
            <p:ph type="sldNum" sz="quarter" idx="12"/>
          </p:nvPr>
        </p:nvSpPr>
        <p:spPr/>
        <p:txBody>
          <a:bodyPr/>
          <a:lstStyle/>
          <a:p>
            <a:fld id="{B0BF9025-D128-CC4B-B075-F0A35CC9F153}" type="slidenum">
              <a:rPr lang="en-US" smtClean="0"/>
              <a:pPr/>
              <a:t>23</a:t>
            </a:fld>
            <a:endParaRPr lang="en-US"/>
          </a:p>
        </p:txBody>
      </p:sp>
      <p:pic>
        <p:nvPicPr>
          <p:cNvPr id="29" name="Picture 28"/>
          <p:cNvPicPr>
            <a:picLocks noChangeAspect="1"/>
          </p:cNvPicPr>
          <p:nvPr/>
        </p:nvPicPr>
        <p:blipFill>
          <a:blip r:embed="rId3"/>
          <a:stretch>
            <a:fillRect/>
          </a:stretch>
        </p:blipFill>
        <p:spPr>
          <a:xfrm>
            <a:off x="3200400" y="1152869"/>
            <a:ext cx="5791200" cy="5705131"/>
          </a:xfrm>
          <a:prstGeom prst="rect">
            <a:avLst/>
          </a:prstGeom>
        </p:spPr>
      </p:pic>
    </p:spTree>
    <p:extLst>
      <p:ext uri="{BB962C8B-B14F-4D97-AF65-F5344CB8AC3E}">
        <p14:creationId xmlns:p14="http://schemas.microsoft.com/office/powerpoint/2010/main" val="3012937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3328860" y="1279420"/>
            <a:ext cx="5662740" cy="5578580"/>
          </a:xfrm>
          <a:prstGeom prst="rect">
            <a:avLst/>
          </a:prstGeom>
        </p:spPr>
      </p:pic>
      <p:sp>
        <p:nvSpPr>
          <p:cNvPr id="2" name="Title 1"/>
          <p:cNvSpPr>
            <a:spLocks noGrp="1"/>
          </p:cNvSpPr>
          <p:nvPr>
            <p:ph type="title"/>
          </p:nvPr>
        </p:nvSpPr>
        <p:spPr/>
        <p:txBody>
          <a:bodyPr/>
          <a:lstStyle/>
          <a:p>
            <a:r>
              <a:rPr lang="en-US" dirty="0"/>
              <a:t>Flow Channel</a:t>
            </a:r>
          </a:p>
        </p:txBody>
      </p:sp>
      <p:sp>
        <p:nvSpPr>
          <p:cNvPr id="4" name="Slide Number Placeholder 3"/>
          <p:cNvSpPr>
            <a:spLocks noGrp="1"/>
          </p:cNvSpPr>
          <p:nvPr>
            <p:ph type="sldNum" sz="quarter" idx="12"/>
          </p:nvPr>
        </p:nvSpPr>
        <p:spPr/>
        <p:txBody>
          <a:bodyPr/>
          <a:lstStyle/>
          <a:p>
            <a:fld id="{B0BF9025-D128-CC4B-B075-F0A35CC9F153}" type="slidenum">
              <a:rPr lang="en-US" smtClean="0"/>
              <a:pPr/>
              <a:t>24</a:t>
            </a:fld>
            <a:endParaRPr lang="en-US"/>
          </a:p>
        </p:txBody>
      </p:sp>
    </p:spTree>
    <p:extLst>
      <p:ext uri="{BB962C8B-B14F-4D97-AF65-F5344CB8AC3E}">
        <p14:creationId xmlns:p14="http://schemas.microsoft.com/office/powerpoint/2010/main" val="2011136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1BA03-BA4E-42EB-9BEF-6908026634AD}"/>
              </a:ext>
            </a:extLst>
          </p:cNvPr>
          <p:cNvSpPr>
            <a:spLocks noGrp="1"/>
          </p:cNvSpPr>
          <p:nvPr>
            <p:ph type="title"/>
          </p:nvPr>
        </p:nvSpPr>
        <p:spPr/>
        <p:txBody>
          <a:bodyPr/>
          <a:lstStyle/>
          <a:p>
            <a:r>
              <a:rPr lang="en-US" dirty="0"/>
              <a:t>Flow State</a:t>
            </a:r>
            <a:br>
              <a:rPr lang="en-US" dirty="0"/>
            </a:br>
            <a:r>
              <a:rPr lang="en-US" sz="2400" dirty="0"/>
              <a:t>(Mihaly Csikszentmihalyi)</a:t>
            </a:r>
            <a:endParaRPr lang="en-US" dirty="0"/>
          </a:p>
        </p:txBody>
      </p:sp>
      <p:sp>
        <p:nvSpPr>
          <p:cNvPr id="3" name="Content Placeholder 2">
            <a:extLst>
              <a:ext uri="{FF2B5EF4-FFF2-40B4-BE49-F238E27FC236}">
                <a16:creationId xmlns:a16="http://schemas.microsoft.com/office/drawing/2014/main" id="{38F32DAC-BEF4-4398-B407-D441DB3F50A6}"/>
              </a:ext>
            </a:extLst>
          </p:cNvPr>
          <p:cNvSpPr>
            <a:spLocks noGrp="1"/>
          </p:cNvSpPr>
          <p:nvPr>
            <p:ph idx="1"/>
          </p:nvPr>
        </p:nvSpPr>
        <p:spPr/>
        <p:txBody>
          <a:bodyPr/>
          <a:lstStyle/>
          <a:p>
            <a:pPr marL="0" indent="0">
              <a:spcBef>
                <a:spcPts val="0"/>
              </a:spcBef>
              <a:buNone/>
            </a:pPr>
            <a:r>
              <a:rPr lang="en-US" dirty="0"/>
              <a:t>Flow is when a person:</a:t>
            </a:r>
          </a:p>
          <a:p>
            <a:pPr marL="514350" indent="-514350">
              <a:spcBef>
                <a:spcPts val="0"/>
              </a:spcBef>
              <a:buFont typeface="+mj-lt"/>
              <a:buAutoNum type="arabicPeriod"/>
            </a:pPr>
            <a:r>
              <a:rPr lang="en-US" dirty="0"/>
              <a:t>is engaged in a doable task</a:t>
            </a:r>
          </a:p>
          <a:p>
            <a:pPr marL="514350" indent="-514350">
              <a:spcBef>
                <a:spcPts val="0"/>
              </a:spcBef>
              <a:buFont typeface="+mj-lt"/>
              <a:buAutoNum type="arabicPeriod"/>
            </a:pPr>
            <a:r>
              <a:rPr lang="en-US" dirty="0"/>
              <a:t>is able to focus</a:t>
            </a:r>
          </a:p>
          <a:p>
            <a:pPr marL="514350" indent="-514350">
              <a:spcBef>
                <a:spcPts val="0"/>
              </a:spcBef>
              <a:buFont typeface="+mj-lt"/>
              <a:buAutoNum type="arabicPeriod"/>
            </a:pPr>
            <a:r>
              <a:rPr lang="en-US" dirty="0"/>
              <a:t>has a clear goal</a:t>
            </a:r>
          </a:p>
          <a:p>
            <a:pPr marL="514350" indent="-514350">
              <a:spcBef>
                <a:spcPts val="0"/>
              </a:spcBef>
              <a:buFont typeface="+mj-lt"/>
              <a:buAutoNum type="arabicPeriod"/>
            </a:pPr>
            <a:r>
              <a:rPr lang="en-US" dirty="0"/>
              <a:t>receives immediate feedback</a:t>
            </a:r>
          </a:p>
          <a:p>
            <a:pPr marL="514350" indent="-514350">
              <a:spcBef>
                <a:spcPts val="0"/>
              </a:spcBef>
              <a:buFont typeface="+mj-lt"/>
              <a:buAutoNum type="arabicPeriod"/>
            </a:pPr>
            <a:r>
              <a:rPr lang="en-US" dirty="0"/>
              <a:t>moves without worrying</a:t>
            </a:r>
          </a:p>
          <a:p>
            <a:pPr marL="514350" indent="-514350">
              <a:spcBef>
                <a:spcPts val="0"/>
              </a:spcBef>
              <a:buFont typeface="+mj-lt"/>
              <a:buAutoNum type="arabicPeriod"/>
            </a:pPr>
            <a:r>
              <a:rPr lang="en-US" dirty="0"/>
              <a:t>has a sense of control</a:t>
            </a:r>
          </a:p>
          <a:p>
            <a:pPr marL="514350" indent="-514350">
              <a:spcBef>
                <a:spcPts val="0"/>
              </a:spcBef>
              <a:buFont typeface="+mj-lt"/>
              <a:buAutoNum type="arabicPeriod"/>
            </a:pPr>
            <a:r>
              <a:rPr lang="en-US" dirty="0"/>
              <a:t>has suspended the sense of self and</a:t>
            </a:r>
          </a:p>
          <a:p>
            <a:pPr marL="514350" indent="-514350">
              <a:spcBef>
                <a:spcPts val="0"/>
              </a:spcBef>
              <a:buFont typeface="+mj-lt"/>
              <a:buAutoNum type="arabicPeriod"/>
            </a:pPr>
            <a:r>
              <a:rPr lang="en-US" dirty="0"/>
              <a:t>has temporarily lost a sense of time.</a:t>
            </a:r>
          </a:p>
        </p:txBody>
      </p:sp>
    </p:spTree>
    <p:extLst>
      <p:ext uri="{BB962C8B-B14F-4D97-AF65-F5344CB8AC3E}">
        <p14:creationId xmlns:p14="http://schemas.microsoft.com/office/powerpoint/2010/main" val="4172455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2274983" y="609600"/>
            <a:ext cx="6096000" cy="4873462"/>
          </a:xfrm>
          <a:prstGeom prst="rect">
            <a:avLst/>
          </a:prstGeom>
        </p:spPr>
      </p:pic>
      <p:sp>
        <p:nvSpPr>
          <p:cNvPr id="4" name="Slide Number Placeholder 3"/>
          <p:cNvSpPr>
            <a:spLocks noGrp="1"/>
          </p:cNvSpPr>
          <p:nvPr>
            <p:ph type="sldNum" sz="quarter" idx="12"/>
          </p:nvPr>
        </p:nvSpPr>
        <p:spPr/>
        <p:txBody>
          <a:bodyPr/>
          <a:lstStyle/>
          <a:p>
            <a:fld id="{B0BF9025-D128-CC4B-B075-F0A35CC9F153}" type="slidenum">
              <a:rPr lang="en-US" smtClean="0"/>
              <a:pPr/>
              <a:t>26</a:t>
            </a:fld>
            <a:endParaRPr lang="en-US"/>
          </a:p>
        </p:txBody>
      </p:sp>
      <p:sp>
        <p:nvSpPr>
          <p:cNvPr id="7" name="TextBox 6"/>
          <p:cNvSpPr txBox="1"/>
          <p:nvPr/>
        </p:nvSpPr>
        <p:spPr>
          <a:xfrm>
            <a:off x="1870755" y="5551925"/>
            <a:ext cx="7539487" cy="1169551"/>
          </a:xfrm>
          <a:prstGeom prst="rect">
            <a:avLst/>
          </a:prstGeom>
          <a:noFill/>
        </p:spPr>
        <p:txBody>
          <a:bodyPr wrap="square" rtlCol="0">
            <a:spAutoFit/>
          </a:bodyPr>
          <a:lstStyle/>
          <a:p>
            <a:pPr marL="231775" indent="-231775"/>
            <a:r>
              <a:rPr lang="en-US" sz="1400" dirty="0"/>
              <a:t>Lev Vygotsky: Zone of Proximal Development</a:t>
            </a:r>
          </a:p>
          <a:p>
            <a:pPr marL="231775" indent="-231775"/>
            <a:r>
              <a:rPr lang="en-US" sz="1400" dirty="0"/>
              <a:t>Mihaly Csikszentmihalyi: Flow: “A highly focused mental state conducive to productivity.</a:t>
            </a:r>
          </a:p>
          <a:p>
            <a:pPr marL="231775" indent="-231775"/>
            <a:r>
              <a:rPr lang="en-US" sz="1400" dirty="0"/>
              <a:t>Jesse Schell: </a:t>
            </a:r>
            <a:r>
              <a:rPr lang="en-US" sz="1400" u="sng" dirty="0"/>
              <a:t>The Art of Game Design</a:t>
            </a:r>
            <a:r>
              <a:rPr lang="en-US" sz="1400" dirty="0"/>
              <a:t> </a:t>
            </a:r>
            <a:br>
              <a:rPr lang="en-US" sz="1400" dirty="0"/>
            </a:br>
            <a:r>
              <a:rPr lang="en-US" sz="1400" dirty="0">
                <a:hlinkClick r:id="rId4"/>
              </a:rPr>
              <a:t>http://artofgamedesign.com/book/AGD%20-%20Chapter%2009.pdf</a:t>
            </a:r>
            <a:r>
              <a:rPr lang="en-US" sz="1400" dirty="0"/>
              <a:t>)</a:t>
            </a:r>
          </a:p>
          <a:p>
            <a:pPr marL="231775" indent="-231775"/>
            <a:r>
              <a:rPr lang="en-US" sz="1400" dirty="0"/>
              <a:t>Also see: </a:t>
            </a:r>
            <a:r>
              <a:rPr lang="en-US" sz="1400" dirty="0">
                <a:hlinkClick r:id="rId5"/>
              </a:rPr>
              <a:t>http://www.ofthat.com/2012/12/game-design-and-zone-of-proximal.html</a:t>
            </a:r>
            <a:endParaRPr lang="en-US" sz="1400" dirty="0"/>
          </a:p>
        </p:txBody>
      </p:sp>
      <p:sp>
        <p:nvSpPr>
          <p:cNvPr id="8" name="TextBox 7"/>
          <p:cNvSpPr txBox="1"/>
          <p:nvPr/>
        </p:nvSpPr>
        <p:spPr>
          <a:xfrm>
            <a:off x="8414134" y="1133565"/>
            <a:ext cx="1992217" cy="1200329"/>
          </a:xfrm>
          <a:prstGeom prst="rect">
            <a:avLst/>
          </a:prstGeom>
          <a:noFill/>
        </p:spPr>
        <p:txBody>
          <a:bodyPr wrap="square" rtlCol="0">
            <a:spAutoFit/>
          </a:bodyPr>
          <a:lstStyle/>
          <a:p>
            <a:r>
              <a:rPr lang="en-US" dirty="0">
                <a:solidFill>
                  <a:schemeClr val="accent5">
                    <a:lumMod val="60000"/>
                    <a:lumOff val="40000"/>
                  </a:schemeClr>
                </a:solidFill>
              </a:rPr>
              <a:t>Both Anxiety and Boredom result in Frustration which impairs learning.</a:t>
            </a:r>
          </a:p>
        </p:txBody>
      </p:sp>
      <p:sp>
        <p:nvSpPr>
          <p:cNvPr id="2" name="Oval 1">
            <a:extLst>
              <a:ext uri="{FF2B5EF4-FFF2-40B4-BE49-F238E27FC236}">
                <a16:creationId xmlns:a16="http://schemas.microsoft.com/office/drawing/2014/main" id="{CCB8435C-1984-2CF0-4D2B-B8178ECA0047}"/>
              </a:ext>
            </a:extLst>
          </p:cNvPr>
          <p:cNvSpPr/>
          <p:nvPr/>
        </p:nvSpPr>
        <p:spPr>
          <a:xfrm>
            <a:off x="11811000" y="6477000"/>
            <a:ext cx="275004" cy="275004"/>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9047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617"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a:endParaRPr>
          </a:p>
        </p:txBody>
      </p:sp>
      <p:pic>
        <p:nvPicPr>
          <p:cNvPr id="10" name="Picture 12">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6" name="Title 5">
            <a:extLst>
              <a:ext uri="{FF2B5EF4-FFF2-40B4-BE49-F238E27FC236}">
                <a16:creationId xmlns:a16="http://schemas.microsoft.com/office/drawing/2014/main" id="{106B03F7-627D-408B-8F34-890C2DC4EAE3}"/>
              </a:ext>
            </a:extLst>
          </p:cNvPr>
          <p:cNvSpPr>
            <a:spLocks noGrp="1"/>
          </p:cNvSpPr>
          <p:nvPr>
            <p:ph type="title"/>
          </p:nvPr>
        </p:nvSpPr>
        <p:spPr>
          <a:xfrm>
            <a:off x="3808027" y="2043664"/>
            <a:ext cx="4578895" cy="2031055"/>
          </a:xfrm>
        </p:spPr>
        <p:txBody>
          <a:bodyPr vert="horz" wrap="square" lIns="91440" tIns="45720" rIns="91440" bIns="45720" numCol="1" rtlCol="0" anchor="b" anchorCtr="0" compatLnSpc="1">
            <a:prstTxWarp prst="textNoShape">
              <a:avLst/>
            </a:prstTxWarp>
            <a:normAutofit/>
          </a:bodyPr>
          <a:lstStyle/>
          <a:p>
            <a:pPr>
              <a:lnSpc>
                <a:spcPct val="90000"/>
              </a:lnSpc>
            </a:pPr>
            <a:r>
              <a:rPr lang="en-US" sz="6000" dirty="0">
                <a:solidFill>
                  <a:srgbClr val="FFFFFF"/>
                </a:solidFill>
              </a:rPr>
              <a:t>7. School</a:t>
            </a:r>
            <a:br>
              <a:rPr lang="en-US" sz="6000" dirty="0">
                <a:solidFill>
                  <a:srgbClr val="FFFFFF"/>
                </a:solidFill>
              </a:rPr>
            </a:br>
            <a:r>
              <a:rPr lang="en-US" sz="6000" dirty="0">
                <a:solidFill>
                  <a:srgbClr val="FFFFFF"/>
                </a:solidFill>
              </a:rPr>
              <a:t>is a Game</a:t>
            </a:r>
          </a:p>
        </p:txBody>
      </p:sp>
    </p:spTree>
    <p:extLst>
      <p:ext uri="{BB962C8B-B14F-4D97-AF65-F5344CB8AC3E}">
        <p14:creationId xmlns:p14="http://schemas.microsoft.com/office/powerpoint/2010/main" val="808396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8D4E2E-8106-4A08-9A97-4E599A1C708B}"/>
              </a:ext>
            </a:extLst>
          </p:cNvPr>
          <p:cNvSpPr>
            <a:spLocks noGrp="1"/>
          </p:cNvSpPr>
          <p:nvPr>
            <p:ph type="title"/>
          </p:nvPr>
        </p:nvSpPr>
        <p:spPr>
          <a:xfrm>
            <a:off x="761800" y="762001"/>
            <a:ext cx="5334197" cy="1708242"/>
          </a:xfrm>
        </p:spPr>
        <p:txBody>
          <a:bodyPr anchor="ctr">
            <a:normAutofit/>
          </a:bodyPr>
          <a:lstStyle/>
          <a:p>
            <a:r>
              <a:rPr lang="en-US" sz="4000"/>
              <a:t>Definition of a Game</a:t>
            </a:r>
          </a:p>
        </p:txBody>
      </p:sp>
      <p:sp>
        <p:nvSpPr>
          <p:cNvPr id="3" name="Content Placeholder 2">
            <a:extLst>
              <a:ext uri="{FF2B5EF4-FFF2-40B4-BE49-F238E27FC236}">
                <a16:creationId xmlns:a16="http://schemas.microsoft.com/office/drawing/2014/main" id="{5221A809-DB79-4C7F-AD38-DA324B154446}"/>
              </a:ext>
            </a:extLst>
          </p:cNvPr>
          <p:cNvSpPr>
            <a:spLocks noGrp="1"/>
          </p:cNvSpPr>
          <p:nvPr>
            <p:ph idx="1"/>
          </p:nvPr>
        </p:nvSpPr>
        <p:spPr>
          <a:xfrm>
            <a:off x="761800" y="2209800"/>
            <a:ext cx="5334197" cy="4030279"/>
          </a:xfrm>
        </p:spPr>
        <p:txBody>
          <a:bodyPr anchor="ctr">
            <a:noAutofit/>
          </a:bodyPr>
          <a:lstStyle/>
          <a:p>
            <a:r>
              <a:rPr lang="en-US" sz="2400" dirty="0"/>
              <a:t>An activity that has:</a:t>
            </a:r>
          </a:p>
          <a:p>
            <a:pPr lvl="1"/>
            <a:r>
              <a:rPr lang="en-US" sz="2400" dirty="0"/>
              <a:t>A Goal</a:t>
            </a:r>
          </a:p>
          <a:p>
            <a:pPr lvl="1"/>
            <a:r>
              <a:rPr lang="en-US" sz="2400" dirty="0"/>
              <a:t>Rules</a:t>
            </a:r>
          </a:p>
          <a:p>
            <a:pPr lvl="1"/>
            <a:r>
              <a:rPr lang="en-US" sz="2400" dirty="0"/>
              <a:t>Feedback</a:t>
            </a:r>
          </a:p>
          <a:p>
            <a:pPr lvl="1"/>
            <a:r>
              <a:rPr lang="en-US" sz="2400" dirty="0"/>
              <a:t>Voluntary Participation</a:t>
            </a:r>
          </a:p>
          <a:p>
            <a:pPr marL="0" indent="0">
              <a:buNone/>
            </a:pPr>
            <a:r>
              <a:rPr lang="en-US" sz="2400" dirty="0"/>
              <a:t>(Jane McGonigal, </a:t>
            </a:r>
            <a:r>
              <a:rPr lang="en-US" sz="2400" i="1" dirty="0"/>
              <a:t>Reality is Broken)</a:t>
            </a:r>
            <a:endParaRPr lang="en-US" sz="2400" dirty="0"/>
          </a:p>
          <a:p>
            <a:pPr marL="0" indent="0">
              <a:buNone/>
            </a:pPr>
            <a:endParaRPr lang="en-US" sz="2400" dirty="0"/>
          </a:p>
          <a:p>
            <a:pPr marL="0" indent="0">
              <a:buNone/>
            </a:pPr>
            <a:r>
              <a:rPr lang="en-US" sz="2400" i="1" dirty="0"/>
              <a:t>School is a game, albeit one with some serious flaws in its rules.</a:t>
            </a:r>
          </a:p>
        </p:txBody>
      </p:sp>
      <p:pic>
        <p:nvPicPr>
          <p:cNvPr id="5" name="Picture 4" descr="Dice and pins on a board game">
            <a:extLst>
              <a:ext uri="{FF2B5EF4-FFF2-40B4-BE49-F238E27FC236}">
                <a16:creationId xmlns:a16="http://schemas.microsoft.com/office/drawing/2014/main" id="{A884B963-6304-B5EA-46D4-BBE6BA76B226}"/>
              </a:ext>
            </a:extLst>
          </p:cNvPr>
          <p:cNvPicPr>
            <a:picLocks noChangeAspect="1"/>
          </p:cNvPicPr>
          <p:nvPr/>
        </p:nvPicPr>
        <p:blipFill rotWithShape="1">
          <a:blip r:embed="rId2"/>
          <a:srcRect l="13576" r="34782"/>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982749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Reality is not a good game">
            <a:extLst>
              <a:ext uri="{FF2B5EF4-FFF2-40B4-BE49-F238E27FC236}">
                <a16:creationId xmlns:a16="http://schemas.microsoft.com/office/drawing/2014/main" id="{D23BD3B0-5E90-4F61-9404-B250395DE2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0"/>
          <a:stretch/>
        </p:blipFill>
        <p:spPr bwMode="auto">
          <a:xfrm>
            <a:off x="2143125" y="152400"/>
            <a:ext cx="7905750" cy="6007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2268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78F4-AC60-49C9-8705-E55E5F82E905}"/>
              </a:ext>
            </a:extLst>
          </p:cNvPr>
          <p:cNvSpPr>
            <a:spLocks noGrp="1"/>
          </p:cNvSpPr>
          <p:nvPr>
            <p:ph type="title"/>
          </p:nvPr>
        </p:nvSpPr>
        <p:spPr>
          <a:xfrm>
            <a:off x="1981200" y="76200"/>
            <a:ext cx="8229600" cy="1341438"/>
          </a:xfrm>
        </p:spPr>
        <p:txBody>
          <a:bodyPr/>
          <a:lstStyle/>
          <a:p>
            <a:r>
              <a:rPr lang="en-US" dirty="0"/>
              <a:t>Rules of School</a:t>
            </a:r>
            <a:br>
              <a:rPr lang="en-US" dirty="0"/>
            </a:br>
            <a:r>
              <a:rPr lang="en-US" dirty="0"/>
              <a:t>that Could Be Improved</a:t>
            </a:r>
          </a:p>
        </p:txBody>
      </p:sp>
      <p:sp>
        <p:nvSpPr>
          <p:cNvPr id="3" name="Content Placeholder 2">
            <a:extLst>
              <a:ext uri="{FF2B5EF4-FFF2-40B4-BE49-F238E27FC236}">
                <a16:creationId xmlns:a16="http://schemas.microsoft.com/office/drawing/2014/main" id="{E4ED2AEF-0685-4086-AEF6-B781A8352F7C}"/>
              </a:ext>
            </a:extLst>
          </p:cNvPr>
          <p:cNvSpPr>
            <a:spLocks noGrp="1"/>
          </p:cNvSpPr>
          <p:nvPr>
            <p:ph idx="1"/>
          </p:nvPr>
        </p:nvSpPr>
        <p:spPr>
          <a:xfrm>
            <a:off x="1981200" y="1600200"/>
            <a:ext cx="8229600" cy="5029200"/>
          </a:xfrm>
        </p:spPr>
        <p:txBody>
          <a:bodyPr/>
          <a:lstStyle/>
          <a:p>
            <a:r>
              <a:rPr lang="en-US" sz="2800" dirty="0"/>
              <a:t>Excessive consequence for failure to pass an exam or complete an assignment.</a:t>
            </a:r>
          </a:p>
          <a:p>
            <a:pPr lvl="1"/>
            <a:r>
              <a:rPr lang="en-US" sz="2400" dirty="0"/>
              <a:t>Rule is there because it’s costly to the institution to re-examine the student.</a:t>
            </a:r>
          </a:p>
          <a:p>
            <a:r>
              <a:rPr lang="en-US" sz="2800" dirty="0"/>
              <a:t>School-Pacing</a:t>
            </a:r>
          </a:p>
          <a:p>
            <a:pPr lvl="1"/>
            <a:r>
              <a:rPr lang="en-US" sz="2400" dirty="0"/>
              <a:t>School pacing incentivizes progress (extrinsically).</a:t>
            </a:r>
          </a:p>
          <a:p>
            <a:pPr lvl="1"/>
            <a:r>
              <a:rPr lang="en-US" sz="2400" dirty="0"/>
              <a:t>Individual pacing required for true Mastery Learning.</a:t>
            </a:r>
          </a:p>
          <a:p>
            <a:pPr lvl="1"/>
            <a:r>
              <a:rPr lang="en-US" sz="2400" dirty="0"/>
              <a:t>More resources would be required to track each student individually.</a:t>
            </a:r>
          </a:p>
          <a:p>
            <a:r>
              <a:rPr lang="en-US" sz="2800" dirty="0"/>
              <a:t>What rules have you encountered that don’t foster learning?</a:t>
            </a:r>
          </a:p>
        </p:txBody>
      </p:sp>
      <p:sp>
        <p:nvSpPr>
          <p:cNvPr id="4" name="Oval 3">
            <a:extLst>
              <a:ext uri="{FF2B5EF4-FFF2-40B4-BE49-F238E27FC236}">
                <a16:creationId xmlns:a16="http://schemas.microsoft.com/office/drawing/2014/main" id="{7046EA35-5739-44A9-B9D8-EE348F623990}"/>
              </a:ext>
            </a:extLst>
          </p:cNvPr>
          <p:cNvSpPr/>
          <p:nvPr/>
        </p:nvSpPr>
        <p:spPr>
          <a:xfrm>
            <a:off x="11811000" y="6491898"/>
            <a:ext cx="275004" cy="275004"/>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8344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0617" y="0"/>
            <a:ext cx="818271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Calibri"/>
            </a:endParaRPr>
          </a:p>
        </p:txBody>
      </p:sp>
      <p:pic>
        <p:nvPicPr>
          <p:cNvPr id="10" name="Picture 12">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6" name="Title 5">
            <a:extLst>
              <a:ext uri="{FF2B5EF4-FFF2-40B4-BE49-F238E27FC236}">
                <a16:creationId xmlns:a16="http://schemas.microsoft.com/office/drawing/2014/main" id="{106B03F7-627D-408B-8F34-890C2DC4EAE3}"/>
              </a:ext>
            </a:extLst>
          </p:cNvPr>
          <p:cNvSpPr>
            <a:spLocks noGrp="1"/>
          </p:cNvSpPr>
          <p:nvPr>
            <p:ph type="title"/>
          </p:nvPr>
        </p:nvSpPr>
        <p:spPr>
          <a:xfrm>
            <a:off x="3429001" y="1447801"/>
            <a:ext cx="4957921" cy="3962400"/>
          </a:xfrm>
        </p:spPr>
        <p:txBody>
          <a:bodyPr vert="horz" wrap="square" lIns="91440" tIns="45720" rIns="91440" bIns="45720" numCol="1" rtlCol="0" anchor="b" anchorCtr="0" compatLnSpc="1">
            <a:prstTxWarp prst="textNoShape">
              <a:avLst/>
            </a:prstTxWarp>
            <a:normAutofit fontScale="90000"/>
          </a:bodyPr>
          <a:lstStyle/>
          <a:p>
            <a:pPr>
              <a:lnSpc>
                <a:spcPct val="90000"/>
              </a:lnSpc>
            </a:pPr>
            <a:r>
              <a:rPr lang="en-US" sz="6000" dirty="0">
                <a:solidFill>
                  <a:srgbClr val="FFFFFF"/>
                </a:solidFill>
              </a:rPr>
              <a:t>8</a:t>
            </a:r>
            <a:r>
              <a:rPr lang="en-US" sz="6000">
                <a:solidFill>
                  <a:srgbClr val="FFFFFF"/>
                </a:solidFill>
              </a:rPr>
              <a:t>. </a:t>
            </a:r>
            <a:r>
              <a:rPr lang="en-US" sz="6000" dirty="0">
                <a:solidFill>
                  <a:srgbClr val="FFFFFF"/>
                </a:solidFill>
              </a:rPr>
              <a:t>Personalized and</a:t>
            </a:r>
            <a:br>
              <a:rPr lang="en-US" sz="6000" dirty="0">
                <a:solidFill>
                  <a:srgbClr val="FFFFFF"/>
                </a:solidFill>
              </a:rPr>
            </a:br>
            <a:r>
              <a:rPr lang="en-US" sz="6000" dirty="0">
                <a:solidFill>
                  <a:srgbClr val="FFFFFF"/>
                </a:solidFill>
              </a:rPr>
              <a:t>Competency-Based</a:t>
            </a:r>
            <a:br>
              <a:rPr lang="en-US" sz="6000" dirty="0">
                <a:solidFill>
                  <a:srgbClr val="FFFFFF"/>
                </a:solidFill>
              </a:rPr>
            </a:br>
            <a:r>
              <a:rPr lang="en-US" sz="6000" dirty="0">
                <a:solidFill>
                  <a:srgbClr val="FFFFFF"/>
                </a:solidFill>
              </a:rPr>
              <a:t>Learning</a:t>
            </a:r>
          </a:p>
        </p:txBody>
      </p:sp>
    </p:spTree>
    <p:extLst>
      <p:ext uri="{BB962C8B-B14F-4D97-AF65-F5344CB8AC3E}">
        <p14:creationId xmlns:p14="http://schemas.microsoft.com/office/powerpoint/2010/main" val="3832048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D3D339-B00D-4B38-BE13-F667FAC7C62A}"/>
              </a:ext>
            </a:extLst>
          </p:cNvPr>
          <p:cNvSpPr>
            <a:spLocks noGrp="1"/>
          </p:cNvSpPr>
          <p:nvPr>
            <p:ph idx="1"/>
          </p:nvPr>
        </p:nvSpPr>
        <p:spPr>
          <a:xfrm>
            <a:off x="1981200" y="1752601"/>
            <a:ext cx="8229600" cy="4373563"/>
          </a:xfrm>
        </p:spPr>
        <p:txBody>
          <a:bodyPr/>
          <a:lstStyle/>
          <a:p>
            <a:r>
              <a:rPr lang="en-US" b="1" dirty="0"/>
              <a:t>Personalized Learning: </a:t>
            </a:r>
            <a:r>
              <a:rPr lang="en-US" dirty="0"/>
              <a:t>Customizing the learning experience to the needs of each individual student. “Teaching students, not classes.”</a:t>
            </a:r>
          </a:p>
        </p:txBody>
      </p:sp>
    </p:spTree>
    <p:extLst>
      <p:ext uri="{BB962C8B-B14F-4D97-AF65-F5344CB8AC3E}">
        <p14:creationId xmlns:p14="http://schemas.microsoft.com/office/powerpoint/2010/main" val="3763776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52947-BF44-4BB3-8EC1-12E7BDAEDFEE}"/>
              </a:ext>
            </a:extLst>
          </p:cNvPr>
          <p:cNvSpPr>
            <a:spLocks noGrp="1"/>
          </p:cNvSpPr>
          <p:nvPr>
            <p:ph type="title"/>
          </p:nvPr>
        </p:nvSpPr>
        <p:spPr>
          <a:xfrm>
            <a:off x="1981200" y="274638"/>
            <a:ext cx="8229600" cy="868362"/>
          </a:xfrm>
        </p:spPr>
        <p:txBody>
          <a:bodyPr/>
          <a:lstStyle/>
          <a:p>
            <a:r>
              <a:rPr lang="en-US" dirty="0"/>
              <a:t>Competency-Based Learning</a:t>
            </a:r>
          </a:p>
        </p:txBody>
      </p:sp>
      <p:sp>
        <p:nvSpPr>
          <p:cNvPr id="3" name="Content Placeholder 2">
            <a:extLst>
              <a:ext uri="{FF2B5EF4-FFF2-40B4-BE49-F238E27FC236}">
                <a16:creationId xmlns:a16="http://schemas.microsoft.com/office/drawing/2014/main" id="{6D45667B-7754-4A9E-BAD5-62FC04FF1390}"/>
              </a:ext>
            </a:extLst>
          </p:cNvPr>
          <p:cNvSpPr>
            <a:spLocks noGrp="1"/>
          </p:cNvSpPr>
          <p:nvPr>
            <p:ph idx="1"/>
          </p:nvPr>
        </p:nvSpPr>
        <p:spPr>
          <a:xfrm>
            <a:off x="1981200" y="1143001"/>
            <a:ext cx="8229600" cy="4800600"/>
          </a:xfrm>
        </p:spPr>
        <p:txBody>
          <a:bodyPr/>
          <a:lstStyle/>
          <a:p>
            <a:r>
              <a:rPr lang="en-US" sz="2000" dirty="0">
                <a:highlight>
                  <a:srgbClr val="FFFF00"/>
                </a:highlight>
              </a:rPr>
              <a:t>Students are empowered daily to make important decisions about their learning experiences, how they will create and apply knowledge, and how they will demonstrate their learning.</a:t>
            </a:r>
          </a:p>
          <a:p>
            <a:r>
              <a:rPr lang="en-US" sz="2000" dirty="0"/>
              <a:t>Assessment is a meaningful, positive, and empowering learning experience for students that yields timely, relevant, and actionable evidence.</a:t>
            </a:r>
          </a:p>
          <a:p>
            <a:r>
              <a:rPr lang="en-US" sz="2000" dirty="0">
                <a:highlight>
                  <a:srgbClr val="FFFF00"/>
                </a:highlight>
              </a:rPr>
              <a:t>Students receive timely, differentiated support based on their individual learning needs.</a:t>
            </a:r>
          </a:p>
          <a:p>
            <a:r>
              <a:rPr lang="en-US" sz="2000" dirty="0"/>
              <a:t>Students progress based on evidence of mastery, not seat time.</a:t>
            </a:r>
          </a:p>
          <a:p>
            <a:r>
              <a:rPr lang="en-US" sz="2000" dirty="0"/>
              <a:t>Students learn actively using different pathways and varied pacing.</a:t>
            </a:r>
          </a:p>
          <a:p>
            <a:r>
              <a:rPr lang="en-US" sz="2000" dirty="0"/>
              <a:t>Strategies to ensure equity for all students are embedded in the culture, structure, and pedagogy of schools and education systems.</a:t>
            </a:r>
          </a:p>
          <a:p>
            <a:r>
              <a:rPr lang="en-US" sz="2000" dirty="0"/>
              <a:t>Rigorous, common expectations for learning (knowledge, skills, and dispositions) are explicit, transparent, measurable, and transferable.</a:t>
            </a:r>
          </a:p>
        </p:txBody>
      </p:sp>
      <p:sp>
        <p:nvSpPr>
          <p:cNvPr id="4" name="TextBox 3">
            <a:extLst>
              <a:ext uri="{FF2B5EF4-FFF2-40B4-BE49-F238E27FC236}">
                <a16:creationId xmlns:a16="http://schemas.microsoft.com/office/drawing/2014/main" id="{12271AE4-1D72-4051-A90E-C78C7DC9EB3C}"/>
              </a:ext>
            </a:extLst>
          </p:cNvPr>
          <p:cNvSpPr txBox="1"/>
          <p:nvPr/>
        </p:nvSpPr>
        <p:spPr>
          <a:xfrm>
            <a:off x="2209800" y="6119336"/>
            <a:ext cx="8458200" cy="738664"/>
          </a:xfrm>
          <a:prstGeom prst="rect">
            <a:avLst/>
          </a:prstGeom>
          <a:noFill/>
        </p:spPr>
        <p:txBody>
          <a:bodyPr wrap="square" rtlCol="0">
            <a:spAutoFit/>
          </a:bodyPr>
          <a:lstStyle/>
          <a:p>
            <a:r>
              <a:rPr lang="en-US" sz="1400" dirty="0"/>
              <a:t>Aurora Institute and </a:t>
            </a:r>
            <a:r>
              <a:rPr lang="en-US" sz="1400" dirty="0" err="1"/>
              <a:t>CompetencyWorks</a:t>
            </a:r>
            <a:r>
              <a:rPr lang="en-US" sz="1400" dirty="0"/>
              <a:t>: </a:t>
            </a:r>
            <a:r>
              <a:rPr lang="en-US" sz="1400" i="1" dirty="0"/>
              <a:t>What is Competency-Based Education? An Updated Definition.</a:t>
            </a:r>
            <a:r>
              <a:rPr lang="en-US" sz="1400" dirty="0"/>
              <a:t> November 2019 (</a:t>
            </a:r>
            <a:r>
              <a:rPr lang="en-US" sz="1400" dirty="0">
                <a:hlinkClick r:id="rId2"/>
              </a:rPr>
              <a:t>https://aurora-institute.org/resource/what-is-competency-based-education-an-updated-definition/</a:t>
            </a:r>
            <a:r>
              <a:rPr lang="en-US" sz="1400" dirty="0"/>
              <a:t>)</a:t>
            </a:r>
          </a:p>
        </p:txBody>
      </p:sp>
    </p:spTree>
    <p:extLst>
      <p:ext uri="{BB962C8B-B14F-4D97-AF65-F5344CB8AC3E}">
        <p14:creationId xmlns:p14="http://schemas.microsoft.com/office/powerpoint/2010/main" val="3446790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4F83C4-286B-44F2-A734-451577FC63C0}"/>
              </a:ext>
            </a:extLst>
          </p:cNvPr>
          <p:cNvSpPr>
            <a:spLocks noGrp="1"/>
          </p:cNvSpPr>
          <p:nvPr>
            <p:ph type="title"/>
          </p:nvPr>
        </p:nvSpPr>
        <p:spPr/>
        <p:txBody>
          <a:bodyPr/>
          <a:lstStyle/>
          <a:p>
            <a:r>
              <a:rPr lang="en-US" dirty="0"/>
              <a:t>Personalized and</a:t>
            </a:r>
            <a:br>
              <a:rPr lang="en-US" dirty="0"/>
            </a:br>
            <a:r>
              <a:rPr lang="en-US" dirty="0"/>
              <a:t>Competency-Based Learning</a:t>
            </a:r>
          </a:p>
        </p:txBody>
      </p:sp>
      <p:sp>
        <p:nvSpPr>
          <p:cNvPr id="3" name="Content Placeholder 2">
            <a:extLst>
              <a:ext uri="{FF2B5EF4-FFF2-40B4-BE49-F238E27FC236}">
                <a16:creationId xmlns:a16="http://schemas.microsoft.com/office/drawing/2014/main" id="{E4B38FE6-F480-4B1F-9DCB-B3C60F4F5971}"/>
              </a:ext>
            </a:extLst>
          </p:cNvPr>
          <p:cNvSpPr>
            <a:spLocks noGrp="1"/>
          </p:cNvSpPr>
          <p:nvPr>
            <p:ph idx="1"/>
          </p:nvPr>
        </p:nvSpPr>
        <p:spPr>
          <a:xfrm>
            <a:off x="1981200" y="1828801"/>
            <a:ext cx="8229600" cy="4525963"/>
          </a:xfrm>
        </p:spPr>
        <p:txBody>
          <a:bodyPr/>
          <a:lstStyle/>
          <a:p>
            <a:r>
              <a:rPr lang="en-US" sz="2800" dirty="0"/>
              <a:t>Competency-Based Learning addresses some of the scaling issues of personalized learning by empowering students.</a:t>
            </a:r>
          </a:p>
          <a:p>
            <a:r>
              <a:rPr lang="en-US" sz="2800" dirty="0"/>
              <a:t>Much of the personalization responsibility is transferred to the students themselves.</a:t>
            </a:r>
          </a:p>
          <a:p>
            <a:r>
              <a:rPr lang="en-US" sz="2800" dirty="0"/>
              <a:t>The best students have always personalized the learning experience. In a way, this is just making personalization the expectation rather than </a:t>
            </a:r>
            <a:r>
              <a:rPr lang="en-US" sz="2800"/>
              <a:t>the exception.</a:t>
            </a:r>
            <a:endParaRPr lang="en-US" sz="2800" dirty="0"/>
          </a:p>
        </p:txBody>
      </p:sp>
      <p:sp>
        <p:nvSpPr>
          <p:cNvPr id="4" name="Oval 3">
            <a:extLst>
              <a:ext uri="{FF2B5EF4-FFF2-40B4-BE49-F238E27FC236}">
                <a16:creationId xmlns:a16="http://schemas.microsoft.com/office/drawing/2014/main" id="{9EA2BFFF-CCA2-4B83-8423-E24AFDA41C24}"/>
              </a:ext>
            </a:extLst>
          </p:cNvPr>
          <p:cNvSpPr/>
          <p:nvPr/>
        </p:nvSpPr>
        <p:spPr>
          <a:xfrm>
            <a:off x="11811000" y="6477000"/>
            <a:ext cx="275004" cy="275004"/>
          </a:xfrm>
          <a:prstGeom prst="ellipse">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9177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42997-71A9-3F4D-B97B-B9C5D432EA27}"/>
              </a:ext>
            </a:extLst>
          </p:cNvPr>
          <p:cNvSpPr>
            <a:spLocks noGrp="1"/>
          </p:cNvSpPr>
          <p:nvPr>
            <p:ph type="title"/>
          </p:nvPr>
        </p:nvSpPr>
        <p:spPr>
          <a:xfrm>
            <a:off x="1981200" y="76201"/>
            <a:ext cx="8229600" cy="655637"/>
          </a:xfrm>
        </p:spPr>
        <p:txBody>
          <a:bodyPr/>
          <a:lstStyle/>
          <a:p>
            <a:r>
              <a:rPr lang="en-US" sz="4000" dirty="0"/>
              <a:t>Study Questions</a:t>
            </a:r>
          </a:p>
        </p:txBody>
      </p:sp>
      <p:sp>
        <p:nvSpPr>
          <p:cNvPr id="3" name="Content Placeholder 2">
            <a:extLst>
              <a:ext uri="{FF2B5EF4-FFF2-40B4-BE49-F238E27FC236}">
                <a16:creationId xmlns:a16="http://schemas.microsoft.com/office/drawing/2014/main" id="{235EF6DD-77D9-764C-8DCE-DA1802CA63C1}"/>
              </a:ext>
            </a:extLst>
          </p:cNvPr>
          <p:cNvSpPr>
            <a:spLocks noGrp="1"/>
          </p:cNvSpPr>
          <p:nvPr>
            <p:ph idx="1"/>
          </p:nvPr>
        </p:nvSpPr>
        <p:spPr>
          <a:xfrm>
            <a:off x="1981200" y="838201"/>
            <a:ext cx="8229600" cy="5287963"/>
          </a:xfrm>
        </p:spPr>
        <p:txBody>
          <a:bodyPr/>
          <a:lstStyle/>
          <a:p>
            <a:pPr marL="0" indent="0">
              <a:buNone/>
            </a:pPr>
            <a:r>
              <a:rPr lang="en-US" sz="2000" i="1" dirty="0"/>
              <a:t>None of this will be on a quiz or exam. But considering these ideas should have a positive impact on your lifelong learning experience.</a:t>
            </a:r>
          </a:p>
          <a:p>
            <a:r>
              <a:rPr lang="en-US" sz="2400" dirty="0"/>
              <a:t>What is your reason for attending the university? Is it motivating to you? What mindsets might you adopt that would serve you better?</a:t>
            </a:r>
          </a:p>
          <a:p>
            <a:r>
              <a:rPr lang="en-US" sz="2400" dirty="0"/>
              <a:t>Which practices in IT&amp;C 210 are consistent with Learning Science? Which are not? What about your other classes?</a:t>
            </a:r>
          </a:p>
          <a:p>
            <a:r>
              <a:rPr lang="en-US" sz="2400" dirty="0"/>
              <a:t>Identify a university education rule that impedes your learning. What purpose does it serve? How could it be improved? How could the rule’s original purpose be addressed differently?</a:t>
            </a:r>
          </a:p>
          <a:p>
            <a:r>
              <a:rPr lang="en-US" sz="2400" dirty="0"/>
              <a:t>What can you do to personalize the learning experience without requiring your classes to change? </a:t>
            </a:r>
          </a:p>
        </p:txBody>
      </p:sp>
    </p:spTree>
    <p:extLst>
      <p:ext uri="{BB962C8B-B14F-4D97-AF65-F5344CB8AC3E}">
        <p14:creationId xmlns:p14="http://schemas.microsoft.com/office/powerpoint/2010/main" val="1611185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555</TotalTime>
  <Words>2039</Words>
  <Application>Microsoft Office PowerPoint</Application>
  <PresentationFormat>Widescreen</PresentationFormat>
  <Paragraphs>222</Paragraphs>
  <Slides>35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Georgia</vt:lpstr>
      <vt:lpstr>Open Sans</vt:lpstr>
      <vt:lpstr>Office Theme</vt:lpstr>
      <vt:lpstr>Principles of Learning</vt:lpstr>
      <vt:lpstr>Learning Engineering is a process and interdisciplinary practice that applies the learning sciences using human-centered engineering design methodologies and data-informed decision making to support learners and their development.</vt:lpstr>
      <vt:lpstr>PowerPoint Presentation</vt:lpstr>
      <vt:lpstr>Things we know about how people learn.</vt:lpstr>
      <vt:lpstr>An Astonishing Regularity in Student Learning Rate - Kenneth Koedinger, Paulo Carvalho, Ran Liu, Elizabeth Mclaughlin</vt:lpstr>
      <vt:lpstr>Favorable Learning Conditions</vt:lpstr>
      <vt:lpstr>2. Motivation</vt:lpstr>
      <vt:lpstr>Motivation: Duncker’s Candle Problem</vt:lpstr>
      <vt:lpstr>Candle Problem “for Dummies”</vt:lpstr>
      <vt:lpstr>PowerPoint Presentation</vt:lpstr>
      <vt:lpstr>Motivation: What we Know</vt:lpstr>
      <vt:lpstr>What Motivates (from Drive by Dan Pink)</vt:lpstr>
      <vt:lpstr>Distinctive Features of IT&amp;C 210</vt:lpstr>
      <vt:lpstr>3. Bloom’s Two Sigma Problem</vt:lpstr>
      <vt:lpstr>Bloom’s Two Sigma Problem</vt:lpstr>
      <vt:lpstr>Two-Sigma Revisited</vt:lpstr>
      <vt:lpstr>4. Mastery Learning</vt:lpstr>
      <vt:lpstr>Mastery Learning</vt:lpstr>
      <vt:lpstr>5. Mindsets</vt:lpstr>
      <vt:lpstr>PowerPoint Presentation</vt:lpstr>
      <vt:lpstr>Example Mindsets</vt:lpstr>
      <vt:lpstr>6. The Flow Channel</vt:lpstr>
      <vt:lpstr>Game Design</vt:lpstr>
      <vt:lpstr>Flow Channel</vt:lpstr>
      <vt:lpstr>Flow State (Mihaly Csikszentmihalyi)</vt:lpstr>
      <vt:lpstr>PowerPoint Presentation</vt:lpstr>
      <vt:lpstr>7. School is a Game</vt:lpstr>
      <vt:lpstr>Definition of a Game</vt:lpstr>
      <vt:lpstr>PowerPoint Presentation</vt:lpstr>
      <vt:lpstr>Rules of School that Could Be Improved</vt:lpstr>
      <vt:lpstr>8. Personalized and Competency-Based Learning</vt:lpstr>
      <vt:lpstr>PowerPoint Presentation</vt:lpstr>
      <vt:lpstr>Competency-Based Learning</vt:lpstr>
      <vt:lpstr>Personalized and Competency-Based Learning</vt:lpstr>
      <vt:lpstr>Study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Learning</dc:title>
  <dc:creator>Brandt Redd</dc:creator>
  <cp:lastModifiedBy>Brandt Redd</cp:lastModifiedBy>
  <cp:revision>1</cp:revision>
  <dcterms:created xsi:type="dcterms:W3CDTF">2020-10-05T06:12:39Z</dcterms:created>
  <dcterms:modified xsi:type="dcterms:W3CDTF">2025-02-12T02:19:33Z</dcterms:modified>
</cp:coreProperties>
</file>