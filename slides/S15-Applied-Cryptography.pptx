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notesMasterIdLst>
    <p:notesMasterId r:id="rId27"/>
  </p:notesMasterIdLst>
  <p:sldIdLst>
    <p:sldId id="256" r:id="rId2"/>
    <p:sldId id="279" r:id="rId3"/>
    <p:sldId id="280" r:id="rId4"/>
    <p:sldId id="302" r:id="rId5"/>
    <p:sldId id="295" r:id="rId6"/>
    <p:sldId id="294" r:id="rId7"/>
    <p:sldId id="281" r:id="rId8"/>
    <p:sldId id="282" r:id="rId9"/>
    <p:sldId id="286" r:id="rId10"/>
    <p:sldId id="293" r:id="rId11"/>
    <p:sldId id="304" r:id="rId12"/>
    <p:sldId id="285" r:id="rId13"/>
    <p:sldId id="287" r:id="rId14"/>
    <p:sldId id="289" r:id="rId15"/>
    <p:sldId id="296" r:id="rId16"/>
    <p:sldId id="298" r:id="rId17"/>
    <p:sldId id="305" r:id="rId18"/>
    <p:sldId id="268" r:id="rId19"/>
    <p:sldId id="269" r:id="rId20"/>
    <p:sldId id="270" r:id="rId21"/>
    <p:sldId id="272" r:id="rId22"/>
    <p:sldId id="306" r:id="rId23"/>
    <p:sldId id="297" r:id="rId24"/>
    <p:sldId id="301" r:id="rId25"/>
    <p:sldId id="277" r:id="rId26"/>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73777CF-E565-40C4-A33B-3CD595A843C1}" v="4" dt="2024-10-04T06:04:28.81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184" autoAdjust="0"/>
    <p:restoredTop sz="77862" autoAdjust="0"/>
  </p:normalViewPr>
  <p:slideViewPr>
    <p:cSldViewPr>
      <p:cViewPr varScale="1">
        <p:scale>
          <a:sx n="92" d="100"/>
          <a:sy n="92" d="100"/>
        </p:scale>
        <p:origin x="2325" y="69"/>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andt Redd" userId="be8ed540b98adac0" providerId="LiveId" clId="{2ECFFAC9-F6EB-4C0B-A7CF-99BDEF44956D}"/>
    <pc:docChg chg="custSel addSld delSld modSld">
      <pc:chgData name="Brandt Redd" userId="be8ed540b98adac0" providerId="LiveId" clId="{2ECFFAC9-F6EB-4C0B-A7CF-99BDEF44956D}" dt="2024-02-14T15:00:16.314" v="2" actId="2696"/>
      <pc:docMkLst>
        <pc:docMk/>
      </pc:docMkLst>
      <pc:sldChg chg="delSp new del mod modClrScheme chgLayout">
        <pc:chgData name="Brandt Redd" userId="be8ed540b98adac0" providerId="LiveId" clId="{2ECFFAC9-F6EB-4C0B-A7CF-99BDEF44956D}" dt="2024-02-14T15:00:16.314" v="2" actId="2696"/>
        <pc:sldMkLst>
          <pc:docMk/>
          <pc:sldMk cId="2073589027" sldId="307"/>
        </pc:sldMkLst>
        <pc:spChg chg="del">
          <ac:chgData name="Brandt Redd" userId="be8ed540b98adac0" providerId="LiveId" clId="{2ECFFAC9-F6EB-4C0B-A7CF-99BDEF44956D}" dt="2024-02-14T14:55:43.447" v="1" actId="700"/>
          <ac:spMkLst>
            <pc:docMk/>
            <pc:sldMk cId="2073589027" sldId="307"/>
            <ac:spMk id="2" creationId="{A657AAE1-E6A6-745C-35B9-912417840438}"/>
          </ac:spMkLst>
        </pc:spChg>
        <pc:spChg chg="del">
          <ac:chgData name="Brandt Redd" userId="be8ed540b98adac0" providerId="LiveId" clId="{2ECFFAC9-F6EB-4C0B-A7CF-99BDEF44956D}" dt="2024-02-14T14:55:43.447" v="1" actId="700"/>
          <ac:spMkLst>
            <pc:docMk/>
            <pc:sldMk cId="2073589027" sldId="307"/>
            <ac:spMk id="3" creationId="{22C03C32-D92F-D6E3-D4C4-607D4BD5BC8C}"/>
          </ac:spMkLst>
        </pc:spChg>
      </pc:sldChg>
    </pc:docChg>
  </pc:docChgLst>
  <pc:docChgLst>
    <pc:chgData name="Brandt Redd" userId="be8ed540b98adac0" providerId="LiveId" clId="{E0A3B963-C6D3-4885-8E45-023E95F5986E}"/>
    <pc:docChg chg="undo custSel addSld delSld modSld">
      <pc:chgData name="Brandt Redd" userId="be8ed540b98adac0" providerId="LiveId" clId="{E0A3B963-C6D3-4885-8E45-023E95F5986E}" dt="2021-02-22T14:54:36.471" v="1767" actId="6549"/>
      <pc:docMkLst>
        <pc:docMk/>
      </pc:docMkLst>
      <pc:sldChg chg="modNotesTx">
        <pc:chgData name="Brandt Redd" userId="be8ed540b98adac0" providerId="LiveId" clId="{E0A3B963-C6D3-4885-8E45-023E95F5986E}" dt="2021-02-22T14:54:36.471" v="1767" actId="6549"/>
        <pc:sldMkLst>
          <pc:docMk/>
          <pc:sldMk cId="0" sldId="256"/>
        </pc:sldMkLst>
      </pc:sldChg>
      <pc:sldChg chg="del">
        <pc:chgData name="Brandt Redd" userId="be8ed540b98adac0" providerId="LiveId" clId="{E0A3B963-C6D3-4885-8E45-023E95F5986E}" dt="2021-02-22T02:46:23.466" v="1469" actId="47"/>
        <pc:sldMkLst>
          <pc:docMk/>
          <pc:sldMk cId="0" sldId="267"/>
        </pc:sldMkLst>
      </pc:sldChg>
      <pc:sldChg chg="modSp mod">
        <pc:chgData name="Brandt Redd" userId="be8ed540b98adac0" providerId="LiveId" clId="{E0A3B963-C6D3-4885-8E45-023E95F5986E}" dt="2021-02-22T02:56:14.480" v="1712" actId="20577"/>
        <pc:sldMkLst>
          <pc:docMk/>
          <pc:sldMk cId="0" sldId="269"/>
        </pc:sldMkLst>
        <pc:spChg chg="mod">
          <ac:chgData name="Brandt Redd" userId="be8ed540b98adac0" providerId="LiveId" clId="{E0A3B963-C6D3-4885-8E45-023E95F5986E}" dt="2021-02-22T02:56:14.480" v="1712" actId="20577"/>
          <ac:spMkLst>
            <pc:docMk/>
            <pc:sldMk cId="0" sldId="269"/>
            <ac:spMk id="17411" creationId="{01DD8E86-733F-4820-8BB0-CC19583C008C}"/>
          </ac:spMkLst>
        </pc:spChg>
      </pc:sldChg>
      <pc:sldChg chg="modSp mod">
        <pc:chgData name="Brandt Redd" userId="be8ed540b98adac0" providerId="LiveId" clId="{E0A3B963-C6D3-4885-8E45-023E95F5986E}" dt="2021-02-21T02:05:59.520" v="871" actId="27636"/>
        <pc:sldMkLst>
          <pc:docMk/>
          <pc:sldMk cId="0" sldId="277"/>
        </pc:sldMkLst>
        <pc:spChg chg="mod">
          <ac:chgData name="Brandt Redd" userId="be8ed540b98adac0" providerId="LiveId" clId="{E0A3B963-C6D3-4885-8E45-023E95F5986E}" dt="2021-02-21T02:05:59.520" v="871" actId="27636"/>
          <ac:spMkLst>
            <pc:docMk/>
            <pc:sldMk cId="0" sldId="277"/>
            <ac:spMk id="26627" creationId="{67C24CC5-7835-4AEF-BBE4-CF6634D9E197}"/>
          </ac:spMkLst>
        </pc:spChg>
      </pc:sldChg>
      <pc:sldChg chg="del">
        <pc:chgData name="Brandt Redd" userId="be8ed540b98adac0" providerId="LiveId" clId="{E0A3B963-C6D3-4885-8E45-023E95F5986E}" dt="2021-02-22T14:51:39.672" v="1766" actId="47"/>
        <pc:sldMkLst>
          <pc:docMk/>
          <pc:sldMk cId="0" sldId="283"/>
        </pc:sldMkLst>
      </pc:sldChg>
      <pc:sldChg chg="modSp mod">
        <pc:chgData name="Brandt Redd" userId="be8ed540b98adac0" providerId="LiveId" clId="{E0A3B963-C6D3-4885-8E45-023E95F5986E}" dt="2021-02-22T02:53:05.681" v="1709" actId="114"/>
        <pc:sldMkLst>
          <pc:docMk/>
          <pc:sldMk cId="0" sldId="286"/>
        </pc:sldMkLst>
        <pc:spChg chg="mod">
          <ac:chgData name="Brandt Redd" userId="be8ed540b98adac0" providerId="LiveId" clId="{E0A3B963-C6D3-4885-8E45-023E95F5986E}" dt="2021-02-22T02:53:05.681" v="1709" actId="114"/>
          <ac:spMkLst>
            <pc:docMk/>
            <pc:sldMk cId="0" sldId="286"/>
            <ac:spMk id="3" creationId="{3367D0B9-BCF3-4A1A-9B7E-84D32AB77B6A}"/>
          </ac:spMkLst>
        </pc:spChg>
      </pc:sldChg>
      <pc:sldChg chg="modSp mod">
        <pc:chgData name="Brandt Redd" userId="be8ed540b98adac0" providerId="LiveId" clId="{E0A3B963-C6D3-4885-8E45-023E95F5986E}" dt="2021-02-21T02:02:40.613" v="744" actId="20577"/>
        <pc:sldMkLst>
          <pc:docMk/>
          <pc:sldMk cId="2521119881" sldId="292"/>
        </pc:sldMkLst>
        <pc:spChg chg="mod">
          <ac:chgData name="Brandt Redd" userId="be8ed540b98adac0" providerId="LiveId" clId="{E0A3B963-C6D3-4885-8E45-023E95F5986E}" dt="2021-02-21T02:02:40.613" v="744" actId="20577"/>
          <ac:spMkLst>
            <pc:docMk/>
            <pc:sldMk cId="2521119881" sldId="292"/>
            <ac:spMk id="3" creationId="{57140D24-B801-432F-99A6-04B2F2B7454B}"/>
          </ac:spMkLst>
        </pc:spChg>
      </pc:sldChg>
      <pc:sldChg chg="modSp mod">
        <pc:chgData name="Brandt Redd" userId="be8ed540b98adac0" providerId="LiveId" clId="{E0A3B963-C6D3-4885-8E45-023E95F5986E}" dt="2021-02-22T02:58:52.452" v="1765" actId="6549"/>
        <pc:sldMkLst>
          <pc:docMk/>
          <pc:sldMk cId="3570421292" sldId="294"/>
        </pc:sldMkLst>
        <pc:spChg chg="mod">
          <ac:chgData name="Brandt Redd" userId="be8ed540b98adac0" providerId="LiveId" clId="{E0A3B963-C6D3-4885-8E45-023E95F5986E}" dt="2021-02-22T02:58:41.915" v="1763" actId="1076"/>
          <ac:spMkLst>
            <pc:docMk/>
            <pc:sldMk cId="3570421292" sldId="294"/>
            <ac:spMk id="5" creationId="{A49C8174-A3A0-4779-851B-13E9FB0161FD}"/>
          </ac:spMkLst>
        </pc:spChg>
        <pc:spChg chg="mod">
          <ac:chgData name="Brandt Redd" userId="be8ed540b98adac0" providerId="LiveId" clId="{E0A3B963-C6D3-4885-8E45-023E95F5986E}" dt="2021-02-22T02:58:52.452" v="1765" actId="6549"/>
          <ac:spMkLst>
            <pc:docMk/>
            <pc:sldMk cId="3570421292" sldId="294"/>
            <ac:spMk id="6" creationId="{A56FF8D7-C03B-44A5-BF6B-2EC9B0A41D3E}"/>
          </ac:spMkLst>
        </pc:spChg>
        <pc:spChg chg="mod">
          <ac:chgData name="Brandt Redd" userId="be8ed540b98adac0" providerId="LiveId" clId="{E0A3B963-C6D3-4885-8E45-023E95F5986E}" dt="2021-02-22T02:58:11.952" v="1734" actId="1076"/>
          <ac:spMkLst>
            <pc:docMk/>
            <pc:sldMk cId="3570421292" sldId="294"/>
            <ac:spMk id="11" creationId="{C6897C1A-754B-42AE-BF38-A7CA0C92C10D}"/>
          </ac:spMkLst>
        </pc:spChg>
      </pc:sldChg>
      <pc:sldChg chg="modSp mod modNotesTx">
        <pc:chgData name="Brandt Redd" userId="be8ed540b98adac0" providerId="LiveId" clId="{E0A3B963-C6D3-4885-8E45-023E95F5986E}" dt="2021-02-22T02:50:34.029" v="1671" actId="20577"/>
        <pc:sldMkLst>
          <pc:docMk/>
          <pc:sldMk cId="1556542452" sldId="295"/>
        </pc:sldMkLst>
        <pc:spChg chg="mod">
          <ac:chgData name="Brandt Redd" userId="be8ed540b98adac0" providerId="LiveId" clId="{E0A3B963-C6D3-4885-8E45-023E95F5986E}" dt="2021-02-22T02:50:07.789" v="1668" actId="14100"/>
          <ac:spMkLst>
            <pc:docMk/>
            <pc:sldMk cId="1556542452" sldId="295"/>
            <ac:spMk id="3" creationId="{5091C642-CDBD-4851-99DA-AEB4EAB836E6}"/>
          </ac:spMkLst>
        </pc:spChg>
        <pc:spChg chg="mod">
          <ac:chgData name="Brandt Redd" userId="be8ed540b98adac0" providerId="LiveId" clId="{E0A3B963-C6D3-4885-8E45-023E95F5986E}" dt="2021-02-22T02:50:13.189" v="1670" actId="1036"/>
          <ac:spMkLst>
            <pc:docMk/>
            <pc:sldMk cId="1556542452" sldId="295"/>
            <ac:spMk id="7" creationId="{BD1F44AF-CED0-4713-BE75-EE79042FCF5F}"/>
          </ac:spMkLst>
        </pc:spChg>
      </pc:sldChg>
      <pc:sldChg chg="modSp mod">
        <pc:chgData name="Brandt Redd" userId="be8ed540b98adac0" providerId="LiveId" clId="{E0A3B963-C6D3-4885-8E45-023E95F5986E}" dt="2021-02-22T02:55:37.247" v="1711" actId="1035"/>
        <pc:sldMkLst>
          <pc:docMk/>
          <pc:sldMk cId="855240793" sldId="298"/>
        </pc:sldMkLst>
        <pc:picChg chg="mod">
          <ac:chgData name="Brandt Redd" userId="be8ed540b98adac0" providerId="LiveId" clId="{E0A3B963-C6D3-4885-8E45-023E95F5986E}" dt="2021-02-22T02:55:37.247" v="1711" actId="1035"/>
          <ac:picMkLst>
            <pc:docMk/>
            <pc:sldMk cId="855240793" sldId="298"/>
            <ac:picMk id="8" creationId="{AA71E088-6CA0-4993-B191-FB646924AA7D}"/>
          </ac:picMkLst>
        </pc:picChg>
      </pc:sldChg>
      <pc:sldChg chg="del">
        <pc:chgData name="Brandt Redd" userId="be8ed540b98adac0" providerId="LiveId" clId="{E0A3B963-C6D3-4885-8E45-023E95F5986E}" dt="2021-02-21T02:02:50.451" v="745" actId="47"/>
        <pc:sldMkLst>
          <pc:docMk/>
          <pc:sldMk cId="788392415" sldId="299"/>
        </pc:sldMkLst>
      </pc:sldChg>
      <pc:sldChg chg="add">
        <pc:chgData name="Brandt Redd" userId="be8ed540b98adac0" providerId="LiveId" clId="{E0A3B963-C6D3-4885-8E45-023E95F5986E}" dt="2021-02-21T02:04:28.949" v="746"/>
        <pc:sldMkLst>
          <pc:docMk/>
          <pc:sldMk cId="639240293" sldId="301"/>
        </pc:sldMkLst>
      </pc:sldChg>
      <pc:sldChg chg="addSp delSp modSp add mod setBg">
        <pc:chgData name="Brandt Redd" userId="be8ed540b98adac0" providerId="LiveId" clId="{E0A3B963-C6D3-4885-8E45-023E95F5986E}" dt="2021-02-22T02:47:16.849" v="1501" actId="20577"/>
        <pc:sldMkLst>
          <pc:docMk/>
          <pc:sldMk cId="2505101274" sldId="302"/>
        </pc:sldMkLst>
        <pc:spChg chg="add mod">
          <ac:chgData name="Brandt Redd" userId="be8ed540b98adac0" providerId="LiveId" clId="{E0A3B963-C6D3-4885-8E45-023E95F5986E}" dt="2021-02-22T02:41:18.001" v="1430" actId="1036"/>
          <ac:spMkLst>
            <pc:docMk/>
            <pc:sldMk cId="2505101274" sldId="302"/>
            <ac:spMk id="2" creationId="{71BAF706-A544-4CB4-8DF3-B122ED0B5B25}"/>
          </ac:spMkLst>
        </pc:spChg>
        <pc:spChg chg="add mod">
          <ac:chgData name="Brandt Redd" userId="be8ed540b98adac0" providerId="LiveId" clId="{E0A3B963-C6D3-4885-8E45-023E95F5986E}" dt="2021-02-22T02:41:18.001" v="1430" actId="1036"/>
          <ac:spMkLst>
            <pc:docMk/>
            <pc:sldMk cId="2505101274" sldId="302"/>
            <ac:spMk id="5" creationId="{EF08C9F4-3188-47A3-A129-966E642CDB9B}"/>
          </ac:spMkLst>
        </pc:spChg>
        <pc:spChg chg="add mod">
          <ac:chgData name="Brandt Redd" userId="be8ed540b98adac0" providerId="LiveId" clId="{E0A3B963-C6D3-4885-8E45-023E95F5986E}" dt="2021-02-22T02:41:18.001" v="1430" actId="1036"/>
          <ac:spMkLst>
            <pc:docMk/>
            <pc:sldMk cId="2505101274" sldId="302"/>
            <ac:spMk id="6" creationId="{A6460D9C-9ED4-42A3-995C-9FE02FDB1B7B}"/>
          </ac:spMkLst>
        </pc:spChg>
        <pc:spChg chg="add mod">
          <ac:chgData name="Brandt Redd" userId="be8ed540b98adac0" providerId="LiveId" clId="{E0A3B963-C6D3-4885-8E45-023E95F5986E}" dt="2021-02-22T02:46:39.771" v="1470" actId="113"/>
          <ac:spMkLst>
            <pc:docMk/>
            <pc:sldMk cId="2505101274" sldId="302"/>
            <ac:spMk id="11" creationId="{A4A5DEF3-6BFE-44DF-8F70-2D6A7135AB90}"/>
          </ac:spMkLst>
        </pc:spChg>
        <pc:spChg chg="add mod">
          <ac:chgData name="Brandt Redd" userId="be8ed540b98adac0" providerId="LiveId" clId="{E0A3B963-C6D3-4885-8E45-023E95F5986E}" dt="2021-02-22T02:46:43.550" v="1471" actId="113"/>
          <ac:spMkLst>
            <pc:docMk/>
            <pc:sldMk cId="2505101274" sldId="302"/>
            <ac:spMk id="14" creationId="{9240B756-166B-4C22-A15F-10FFABF98537}"/>
          </ac:spMkLst>
        </pc:spChg>
        <pc:spChg chg="add mod">
          <ac:chgData name="Brandt Redd" userId="be8ed540b98adac0" providerId="LiveId" clId="{E0A3B963-C6D3-4885-8E45-023E95F5986E}" dt="2021-02-22T02:47:16.849" v="1501" actId="20577"/>
          <ac:spMkLst>
            <pc:docMk/>
            <pc:sldMk cId="2505101274" sldId="302"/>
            <ac:spMk id="15" creationId="{C39F38B7-3012-4EC5-9787-9D81D20B5549}"/>
          </ac:spMkLst>
        </pc:spChg>
        <pc:spChg chg="add mod">
          <ac:chgData name="Brandt Redd" userId="be8ed540b98adac0" providerId="LiveId" clId="{E0A3B963-C6D3-4885-8E45-023E95F5986E}" dt="2021-02-22T02:41:18.001" v="1430" actId="1036"/>
          <ac:spMkLst>
            <pc:docMk/>
            <pc:sldMk cId="2505101274" sldId="302"/>
            <ac:spMk id="16" creationId="{E619E3D5-DCA9-4663-914D-9A2AD31DAC40}"/>
          </ac:spMkLst>
        </pc:spChg>
        <pc:spChg chg="add mod">
          <ac:chgData name="Brandt Redd" userId="be8ed540b98adac0" providerId="LiveId" clId="{E0A3B963-C6D3-4885-8E45-023E95F5986E}" dt="2021-02-22T02:41:18.001" v="1430" actId="1036"/>
          <ac:spMkLst>
            <pc:docMk/>
            <pc:sldMk cId="2505101274" sldId="302"/>
            <ac:spMk id="17" creationId="{49BE7D72-36C2-4DB2-85BF-132A01BBA8BD}"/>
          </ac:spMkLst>
        </pc:spChg>
        <pc:spChg chg="add mod">
          <ac:chgData name="Brandt Redd" userId="be8ed540b98adac0" providerId="LiveId" clId="{E0A3B963-C6D3-4885-8E45-023E95F5986E}" dt="2021-02-22T02:41:18.001" v="1430" actId="1036"/>
          <ac:spMkLst>
            <pc:docMk/>
            <pc:sldMk cId="2505101274" sldId="302"/>
            <ac:spMk id="18" creationId="{B2A5E27C-6932-4863-81A7-5EEE7CAD3AAE}"/>
          </ac:spMkLst>
        </pc:spChg>
        <pc:spChg chg="add mod">
          <ac:chgData name="Brandt Redd" userId="be8ed540b98adac0" providerId="LiveId" clId="{E0A3B963-C6D3-4885-8E45-023E95F5986E}" dt="2021-02-22T02:41:18.001" v="1430" actId="1036"/>
          <ac:spMkLst>
            <pc:docMk/>
            <pc:sldMk cId="2505101274" sldId="302"/>
            <ac:spMk id="21" creationId="{22B5FE3F-26ED-4353-859C-2C5D76566FE7}"/>
          </ac:spMkLst>
        </pc:spChg>
        <pc:spChg chg="add mod">
          <ac:chgData name="Brandt Redd" userId="be8ed540b98adac0" providerId="LiveId" clId="{E0A3B963-C6D3-4885-8E45-023E95F5986E}" dt="2021-02-22T02:41:18.001" v="1430" actId="1036"/>
          <ac:spMkLst>
            <pc:docMk/>
            <pc:sldMk cId="2505101274" sldId="302"/>
            <ac:spMk id="22" creationId="{EB288157-1A0B-4A66-8F49-C582A9D11D6C}"/>
          </ac:spMkLst>
        </pc:spChg>
        <pc:spChg chg="add del mod">
          <ac:chgData name="Brandt Redd" userId="be8ed540b98adac0" providerId="LiveId" clId="{E0A3B963-C6D3-4885-8E45-023E95F5986E}" dt="2021-02-22T02:36:45.362" v="1371" actId="478"/>
          <ac:spMkLst>
            <pc:docMk/>
            <pc:sldMk cId="2505101274" sldId="302"/>
            <ac:spMk id="23" creationId="{BEAE99FC-E27E-41F0-8DD4-7B3FB72A9632}"/>
          </ac:spMkLst>
        </pc:spChg>
        <pc:spChg chg="mod">
          <ac:chgData name="Brandt Redd" userId="be8ed540b98adac0" providerId="LiveId" clId="{E0A3B963-C6D3-4885-8E45-023E95F5986E}" dt="2021-02-22T02:37:19.355" v="1398" actId="1076"/>
          <ac:spMkLst>
            <pc:docMk/>
            <pc:sldMk cId="2505101274" sldId="302"/>
            <ac:spMk id="14338" creationId="{DFBB461A-3733-477D-912A-D9C81B73E870}"/>
          </ac:spMkLst>
        </pc:spChg>
        <pc:grpChg chg="add mod">
          <ac:chgData name="Brandt Redd" userId="be8ed540b98adac0" providerId="LiveId" clId="{E0A3B963-C6D3-4885-8E45-023E95F5986E}" dt="2021-02-22T02:41:18.001" v="1430" actId="1036"/>
          <ac:grpSpMkLst>
            <pc:docMk/>
            <pc:sldMk cId="2505101274" sldId="302"/>
            <ac:grpSpMk id="13" creationId="{1573E60C-B0B7-4728-89D0-2FEE69C92849}"/>
          </ac:grpSpMkLst>
        </pc:grpChg>
        <pc:grpChg chg="add mod">
          <ac:chgData name="Brandt Redd" userId="be8ed540b98adac0" providerId="LiveId" clId="{E0A3B963-C6D3-4885-8E45-023E95F5986E}" dt="2021-02-22T02:41:18.001" v="1430" actId="1036"/>
          <ac:grpSpMkLst>
            <pc:docMk/>
            <pc:sldMk cId="2505101274" sldId="302"/>
            <ac:grpSpMk id="26" creationId="{784B85D9-159C-4F6E-904C-504E88E87AA5}"/>
          </ac:grpSpMkLst>
        </pc:grpChg>
        <pc:grpChg chg="add mod">
          <ac:chgData name="Brandt Redd" userId="be8ed540b98adac0" providerId="LiveId" clId="{E0A3B963-C6D3-4885-8E45-023E95F5986E}" dt="2021-02-22T02:45:20.405" v="1460" actId="1037"/>
          <ac:grpSpMkLst>
            <pc:docMk/>
            <pc:sldMk cId="2505101274" sldId="302"/>
            <ac:grpSpMk id="27" creationId="{6634B83B-C1D7-483B-9824-5FC41B334068}"/>
          </ac:grpSpMkLst>
        </pc:grpChg>
        <pc:picChg chg="add del mod">
          <ac:chgData name="Brandt Redd" userId="be8ed540b98adac0" providerId="LiveId" clId="{E0A3B963-C6D3-4885-8E45-023E95F5986E}" dt="2021-02-22T02:43:18.081" v="1444" actId="478"/>
          <ac:picMkLst>
            <pc:docMk/>
            <pc:sldMk cId="2505101274" sldId="302"/>
            <ac:picMk id="29" creationId="{3D594859-3297-40B1-AC1C-BBA84FF28514}"/>
          </ac:picMkLst>
        </pc:picChg>
        <pc:picChg chg="add mod">
          <ac:chgData name="Brandt Redd" userId="be8ed540b98adac0" providerId="LiveId" clId="{E0A3B963-C6D3-4885-8E45-023E95F5986E}" dt="2021-02-22T02:45:11.268" v="1457" actId="207"/>
          <ac:picMkLst>
            <pc:docMk/>
            <pc:sldMk cId="2505101274" sldId="302"/>
            <ac:picMk id="31" creationId="{6925751F-E45A-4225-8A51-24FB21858ED4}"/>
          </ac:picMkLst>
        </pc:picChg>
        <pc:picChg chg="add mod">
          <ac:chgData name="Brandt Redd" userId="be8ed540b98adac0" providerId="LiveId" clId="{E0A3B963-C6D3-4885-8E45-023E95F5986E}" dt="2021-02-22T02:46:07.436" v="1468" actId="1076"/>
          <ac:picMkLst>
            <pc:docMk/>
            <pc:sldMk cId="2505101274" sldId="302"/>
            <ac:picMk id="33" creationId="{10BC1EC8-DC7C-4565-B6B8-FEE879836019}"/>
          </ac:picMkLst>
        </pc:picChg>
        <pc:picChg chg="add mod">
          <ac:chgData name="Brandt Redd" userId="be8ed540b98adac0" providerId="LiveId" clId="{E0A3B963-C6D3-4885-8E45-023E95F5986E}" dt="2021-02-22T02:45:11.268" v="1457" actId="207"/>
          <ac:picMkLst>
            <pc:docMk/>
            <pc:sldMk cId="2505101274" sldId="302"/>
            <ac:picMk id="35" creationId="{F9C5D409-F9B4-46E3-9853-D4DC303304CC}"/>
          </ac:picMkLst>
        </pc:picChg>
        <pc:picChg chg="add mod">
          <ac:chgData name="Brandt Redd" userId="be8ed540b98adac0" providerId="LiveId" clId="{E0A3B963-C6D3-4885-8E45-023E95F5986E}" dt="2021-02-22T02:45:01.836" v="1456" actId="207"/>
          <ac:picMkLst>
            <pc:docMk/>
            <pc:sldMk cId="2505101274" sldId="302"/>
            <ac:picMk id="36" creationId="{2C4A9DCA-BD9D-434A-B3A2-D5BD34B55B5C}"/>
          </ac:picMkLst>
        </pc:picChg>
        <pc:picChg chg="add mod">
          <ac:chgData name="Brandt Redd" userId="be8ed540b98adac0" providerId="LiveId" clId="{E0A3B963-C6D3-4885-8E45-023E95F5986E}" dt="2021-02-22T02:44:54.625" v="1455" actId="207"/>
          <ac:picMkLst>
            <pc:docMk/>
            <pc:sldMk cId="2505101274" sldId="302"/>
            <ac:picMk id="37" creationId="{B603FCA5-E22F-40A4-8E21-105E457D386F}"/>
          </ac:picMkLst>
        </pc:picChg>
        <pc:picChg chg="add del mod">
          <ac:chgData name="Brandt Redd" userId="be8ed540b98adac0" providerId="LiveId" clId="{E0A3B963-C6D3-4885-8E45-023E95F5986E}" dt="2021-02-22T02:42:47.542" v="1440" actId="478"/>
          <ac:picMkLst>
            <pc:docMk/>
            <pc:sldMk cId="2505101274" sldId="302"/>
            <ac:picMk id="1026" creationId="{0929D808-962A-44A8-A1A2-061810478AC9}"/>
          </ac:picMkLst>
        </pc:picChg>
        <pc:picChg chg="del">
          <ac:chgData name="Brandt Redd" userId="be8ed540b98adac0" providerId="LiveId" clId="{E0A3B963-C6D3-4885-8E45-023E95F5986E}" dt="2021-02-22T02:34:54.386" v="1357" actId="478"/>
          <ac:picMkLst>
            <pc:docMk/>
            <pc:sldMk cId="2505101274" sldId="302"/>
            <ac:picMk id="5123" creationId="{18B84894-A565-4E49-8953-202F0F37D91B}"/>
          </ac:picMkLst>
        </pc:picChg>
        <pc:cxnChg chg="add mod">
          <ac:chgData name="Brandt Redd" userId="be8ed540b98adac0" providerId="LiveId" clId="{E0A3B963-C6D3-4885-8E45-023E95F5986E}" dt="2021-02-22T02:41:18.001" v="1430" actId="1036"/>
          <ac:cxnSpMkLst>
            <pc:docMk/>
            <pc:sldMk cId="2505101274" sldId="302"/>
            <ac:cxnSpMk id="4" creationId="{117D2A31-1B89-4C2D-9B7A-F02F59D291D6}"/>
          </ac:cxnSpMkLst>
        </pc:cxnChg>
        <pc:cxnChg chg="add mod">
          <ac:chgData name="Brandt Redd" userId="be8ed540b98adac0" providerId="LiveId" clId="{E0A3B963-C6D3-4885-8E45-023E95F5986E}" dt="2021-02-22T02:41:18.001" v="1430" actId="1036"/>
          <ac:cxnSpMkLst>
            <pc:docMk/>
            <pc:sldMk cId="2505101274" sldId="302"/>
            <ac:cxnSpMk id="10" creationId="{8C8233E3-23D4-4F17-B86A-4283AF88EDDF}"/>
          </ac:cxnSpMkLst>
        </pc:cxnChg>
        <pc:cxnChg chg="add mod">
          <ac:chgData name="Brandt Redd" userId="be8ed540b98adac0" providerId="LiveId" clId="{E0A3B963-C6D3-4885-8E45-023E95F5986E}" dt="2021-02-22T02:41:18.001" v="1430" actId="1036"/>
          <ac:cxnSpMkLst>
            <pc:docMk/>
            <pc:sldMk cId="2505101274" sldId="302"/>
            <ac:cxnSpMk id="19" creationId="{5168F906-649B-44C4-980B-27C386EBEB54}"/>
          </ac:cxnSpMkLst>
        </pc:cxnChg>
        <pc:cxnChg chg="add mod">
          <ac:chgData name="Brandt Redd" userId="be8ed540b98adac0" providerId="LiveId" clId="{E0A3B963-C6D3-4885-8E45-023E95F5986E}" dt="2021-02-22T02:41:18.001" v="1430" actId="1036"/>
          <ac:cxnSpMkLst>
            <pc:docMk/>
            <pc:sldMk cId="2505101274" sldId="302"/>
            <ac:cxnSpMk id="20" creationId="{0D2862CD-6F3B-4300-AB54-4E74A00A3834}"/>
          </ac:cxnSpMkLst>
        </pc:cxnChg>
        <pc:cxnChg chg="add mod">
          <ac:chgData name="Brandt Redd" userId="be8ed540b98adac0" providerId="LiveId" clId="{E0A3B963-C6D3-4885-8E45-023E95F5986E}" dt="2021-02-22T02:41:18.001" v="1430" actId="1036"/>
          <ac:cxnSpMkLst>
            <pc:docMk/>
            <pc:sldMk cId="2505101274" sldId="302"/>
            <ac:cxnSpMk id="24" creationId="{1494DC59-7C76-4103-9F17-EADEA536DCC6}"/>
          </ac:cxnSpMkLst>
        </pc:cxnChg>
        <pc:cxnChg chg="add del mod">
          <ac:chgData name="Brandt Redd" userId="be8ed540b98adac0" providerId="LiveId" clId="{E0A3B963-C6D3-4885-8E45-023E95F5986E}" dt="2021-02-22T02:36:47.371" v="1372" actId="478"/>
          <ac:cxnSpMkLst>
            <pc:docMk/>
            <pc:sldMk cId="2505101274" sldId="302"/>
            <ac:cxnSpMk id="25" creationId="{141219CC-116D-4E10-BBFD-1D04C6724F85}"/>
          </ac:cxnSpMkLst>
        </pc:cxnChg>
      </pc:sldChg>
    </pc:docChg>
  </pc:docChgLst>
  <pc:docChgLst>
    <pc:chgData name="Brandt Redd" userId="be8ed540b98adac0" providerId="LiveId" clId="{4D6B6183-4D8D-4A87-B2C7-5ABBD4A9AEB3}"/>
    <pc:docChg chg="delSld">
      <pc:chgData name="Brandt Redd" userId="be8ed540b98adac0" providerId="LiveId" clId="{4D6B6183-4D8D-4A87-B2C7-5ABBD4A9AEB3}" dt="2021-12-23T16:44:22.980" v="0" actId="47"/>
      <pc:docMkLst>
        <pc:docMk/>
      </pc:docMkLst>
      <pc:sldChg chg="del">
        <pc:chgData name="Brandt Redd" userId="be8ed540b98adac0" providerId="LiveId" clId="{4D6B6183-4D8D-4A87-B2C7-5ABBD4A9AEB3}" dt="2021-12-23T16:44:22.980" v="0" actId="47"/>
        <pc:sldMkLst>
          <pc:docMk/>
          <pc:sldMk cId="2521119881" sldId="292"/>
        </pc:sldMkLst>
      </pc:sldChg>
    </pc:docChg>
  </pc:docChgLst>
  <pc:docChgLst>
    <pc:chgData name="Brandt Redd" userId="be8ed540b98adac0" providerId="LiveId" clId="{D0D906D8-9A88-4F9B-9419-AC318B5C0D7F}"/>
    <pc:docChg chg="undo redo custSel mod addSld delSld modSld sldOrd">
      <pc:chgData name="Brandt Redd" userId="be8ed540b98adac0" providerId="LiveId" clId="{D0D906D8-9A88-4F9B-9419-AC318B5C0D7F}" dt="2020-10-12T04:31:25.543" v="8807" actId="404"/>
      <pc:docMkLst>
        <pc:docMk/>
      </pc:docMkLst>
      <pc:sldChg chg="modSp mod">
        <pc:chgData name="Brandt Redd" userId="be8ed540b98adac0" providerId="LiveId" clId="{D0D906D8-9A88-4F9B-9419-AC318B5C0D7F}" dt="2020-10-12T00:43:01.608" v="55" actId="20577"/>
        <pc:sldMkLst>
          <pc:docMk/>
          <pc:sldMk cId="0" sldId="256"/>
        </pc:sldMkLst>
        <pc:spChg chg="mod">
          <ac:chgData name="Brandt Redd" userId="be8ed540b98adac0" providerId="LiveId" clId="{D0D906D8-9A88-4F9B-9419-AC318B5C0D7F}" dt="2020-10-12T00:42:38.613" v="45" actId="20577"/>
          <ac:spMkLst>
            <pc:docMk/>
            <pc:sldMk cId="0" sldId="256"/>
            <ac:spMk id="2050" creationId="{35A8382B-35E8-40C5-A3FF-C843E718A891}"/>
          </ac:spMkLst>
        </pc:spChg>
        <pc:spChg chg="mod">
          <ac:chgData name="Brandt Redd" userId="be8ed540b98adac0" providerId="LiveId" clId="{D0D906D8-9A88-4F9B-9419-AC318B5C0D7F}" dt="2020-10-12T00:43:01.608" v="55" actId="20577"/>
          <ac:spMkLst>
            <pc:docMk/>
            <pc:sldMk cId="0" sldId="256"/>
            <ac:spMk id="13315" creationId="{361B277D-FCA2-4FE6-BEED-4C7EF8142D05}"/>
          </ac:spMkLst>
        </pc:spChg>
      </pc:sldChg>
      <pc:sldChg chg="addSp delSp modSp mod">
        <pc:chgData name="Brandt Redd" userId="be8ed540b98adac0" providerId="LiveId" clId="{D0D906D8-9A88-4F9B-9419-AC318B5C0D7F}" dt="2020-10-12T00:49:44.805" v="191" actId="1076"/>
        <pc:sldMkLst>
          <pc:docMk/>
          <pc:sldMk cId="0" sldId="267"/>
        </pc:sldMkLst>
        <pc:spChg chg="add del mod">
          <ac:chgData name="Brandt Redd" userId="be8ed540b98adac0" providerId="LiveId" clId="{D0D906D8-9A88-4F9B-9419-AC318B5C0D7F}" dt="2020-10-12T00:49:35.263" v="188" actId="478"/>
          <ac:spMkLst>
            <pc:docMk/>
            <pc:sldMk cId="0" sldId="267"/>
            <ac:spMk id="2" creationId="{F6E916AB-F2BF-4103-80EA-9D473632D835}"/>
          </ac:spMkLst>
        </pc:spChg>
        <pc:spChg chg="mod">
          <ac:chgData name="Brandt Redd" userId="be8ed540b98adac0" providerId="LiveId" clId="{D0D906D8-9A88-4F9B-9419-AC318B5C0D7F}" dt="2020-10-12T00:46:37.491" v="106" actId="14100"/>
          <ac:spMkLst>
            <pc:docMk/>
            <pc:sldMk cId="0" sldId="267"/>
            <ac:spMk id="14338" creationId="{DFBB461A-3733-477D-912A-D9C81B73E870}"/>
          </ac:spMkLst>
        </pc:spChg>
        <pc:picChg chg="mod">
          <ac:chgData name="Brandt Redd" userId="be8ed540b98adac0" providerId="LiveId" clId="{D0D906D8-9A88-4F9B-9419-AC318B5C0D7F}" dt="2020-10-12T00:49:44.805" v="191" actId="1076"/>
          <ac:picMkLst>
            <pc:docMk/>
            <pc:sldMk cId="0" sldId="267"/>
            <ac:picMk id="5123" creationId="{18B84894-A565-4E49-8953-202F0F37D91B}"/>
          </ac:picMkLst>
        </pc:picChg>
      </pc:sldChg>
      <pc:sldChg chg="modSp mod">
        <pc:chgData name="Brandt Redd" userId="be8ed540b98adac0" providerId="LiveId" clId="{D0D906D8-9A88-4F9B-9419-AC318B5C0D7F}" dt="2020-10-12T03:19:23.555" v="7628" actId="20577"/>
        <pc:sldMkLst>
          <pc:docMk/>
          <pc:sldMk cId="0" sldId="268"/>
        </pc:sldMkLst>
        <pc:spChg chg="mod">
          <ac:chgData name="Brandt Redd" userId="be8ed540b98adac0" providerId="LiveId" clId="{D0D906D8-9A88-4F9B-9419-AC318B5C0D7F}" dt="2020-10-12T03:16:59.777" v="7409" actId="20577"/>
          <ac:spMkLst>
            <pc:docMk/>
            <pc:sldMk cId="0" sldId="268"/>
            <ac:spMk id="16386" creationId="{4C49050B-B57E-4C29-8CAE-8849A5B15545}"/>
          </ac:spMkLst>
        </pc:spChg>
        <pc:spChg chg="mod">
          <ac:chgData name="Brandt Redd" userId="be8ed540b98adac0" providerId="LiveId" clId="{D0D906D8-9A88-4F9B-9419-AC318B5C0D7F}" dt="2020-10-12T03:19:23.555" v="7628" actId="20577"/>
          <ac:spMkLst>
            <pc:docMk/>
            <pc:sldMk cId="0" sldId="268"/>
            <ac:spMk id="16387" creationId="{AD3AB976-090E-4DB1-8F76-305FF7C27B85}"/>
          </ac:spMkLst>
        </pc:spChg>
      </pc:sldChg>
      <pc:sldChg chg="modSp mod">
        <pc:chgData name="Brandt Redd" userId="be8ed540b98adac0" providerId="LiveId" clId="{D0D906D8-9A88-4F9B-9419-AC318B5C0D7F}" dt="2020-10-12T02:20:28.285" v="3818" actId="5793"/>
        <pc:sldMkLst>
          <pc:docMk/>
          <pc:sldMk cId="0" sldId="269"/>
        </pc:sldMkLst>
        <pc:spChg chg="mod">
          <ac:chgData name="Brandt Redd" userId="be8ed540b98adac0" providerId="LiveId" clId="{D0D906D8-9A88-4F9B-9419-AC318B5C0D7F}" dt="2020-10-12T02:20:28.285" v="3818" actId="5793"/>
          <ac:spMkLst>
            <pc:docMk/>
            <pc:sldMk cId="0" sldId="269"/>
            <ac:spMk id="17411" creationId="{01DD8E86-733F-4820-8BB0-CC19583C008C}"/>
          </ac:spMkLst>
        </pc:spChg>
      </pc:sldChg>
      <pc:sldChg chg="modSp mod">
        <pc:chgData name="Brandt Redd" userId="be8ed540b98adac0" providerId="LiveId" clId="{D0D906D8-9A88-4F9B-9419-AC318B5C0D7F}" dt="2020-10-12T02:22:39.710" v="3997" actId="14100"/>
        <pc:sldMkLst>
          <pc:docMk/>
          <pc:sldMk cId="0" sldId="270"/>
        </pc:sldMkLst>
        <pc:spChg chg="mod">
          <ac:chgData name="Brandt Redd" userId="be8ed540b98adac0" providerId="LiveId" clId="{D0D906D8-9A88-4F9B-9419-AC318B5C0D7F}" dt="2020-10-12T02:22:39.710" v="3997" actId="14100"/>
          <ac:spMkLst>
            <pc:docMk/>
            <pc:sldMk cId="0" sldId="270"/>
            <ac:spMk id="18435" creationId="{73A6602F-BDB5-4537-9EDE-47BC4CF10F36}"/>
          </ac:spMkLst>
        </pc:spChg>
      </pc:sldChg>
      <pc:sldChg chg="addSp modSp mod">
        <pc:chgData name="Brandt Redd" userId="be8ed540b98adac0" providerId="LiveId" clId="{D0D906D8-9A88-4F9B-9419-AC318B5C0D7F}" dt="2020-10-12T03:05:04.616" v="6109" actId="1076"/>
        <pc:sldMkLst>
          <pc:docMk/>
          <pc:sldMk cId="0" sldId="272"/>
        </pc:sldMkLst>
        <pc:spChg chg="mod">
          <ac:chgData name="Brandt Redd" userId="be8ed540b98adac0" providerId="LiveId" clId="{D0D906D8-9A88-4F9B-9419-AC318B5C0D7F}" dt="2020-10-12T03:01:55.706" v="5911" actId="14100"/>
          <ac:spMkLst>
            <pc:docMk/>
            <pc:sldMk cId="0" sldId="272"/>
            <ac:spMk id="20482" creationId="{F6E72A2C-7C01-4BAF-849E-FA544CE485C2}"/>
          </ac:spMkLst>
        </pc:spChg>
        <pc:spChg chg="mod">
          <ac:chgData name="Brandt Redd" userId="be8ed540b98adac0" providerId="LiveId" clId="{D0D906D8-9A88-4F9B-9419-AC318B5C0D7F}" dt="2020-10-12T03:03:46.971" v="6095" actId="20577"/>
          <ac:spMkLst>
            <pc:docMk/>
            <pc:sldMk cId="0" sldId="272"/>
            <ac:spMk id="20483" creationId="{BDFDD27E-5BC7-46D2-AEC2-0434B0E4CFE9}"/>
          </ac:spMkLst>
        </pc:spChg>
        <pc:picChg chg="add mod ord">
          <ac:chgData name="Brandt Redd" userId="be8ed540b98adac0" providerId="LiveId" clId="{D0D906D8-9A88-4F9B-9419-AC318B5C0D7F}" dt="2020-10-12T03:05:04.616" v="6109" actId="1076"/>
          <ac:picMkLst>
            <pc:docMk/>
            <pc:sldMk cId="0" sldId="272"/>
            <ac:picMk id="3" creationId="{6553505F-4D70-4C94-9030-4DBE1431EBD1}"/>
          </ac:picMkLst>
        </pc:picChg>
        <pc:picChg chg="add mod">
          <ac:chgData name="Brandt Redd" userId="be8ed540b98adac0" providerId="LiveId" clId="{D0D906D8-9A88-4F9B-9419-AC318B5C0D7F}" dt="2020-10-12T03:04:13.854" v="6101" actId="1076"/>
          <ac:picMkLst>
            <pc:docMk/>
            <pc:sldMk cId="0" sldId="272"/>
            <ac:picMk id="2050" creationId="{AE6CE5BA-3E12-47CC-9137-3CA8BD0769AF}"/>
          </ac:picMkLst>
        </pc:picChg>
      </pc:sldChg>
      <pc:sldChg chg="modSp mod">
        <pc:chgData name="Brandt Redd" userId="be8ed540b98adac0" providerId="LiveId" clId="{D0D906D8-9A88-4F9B-9419-AC318B5C0D7F}" dt="2020-10-12T04:12:47.774" v="7721" actId="20577"/>
        <pc:sldMkLst>
          <pc:docMk/>
          <pc:sldMk cId="0" sldId="277"/>
        </pc:sldMkLst>
        <pc:spChg chg="mod">
          <ac:chgData name="Brandt Redd" userId="be8ed540b98adac0" providerId="LiveId" clId="{D0D906D8-9A88-4F9B-9419-AC318B5C0D7F}" dt="2020-10-12T04:12:47.774" v="7721" actId="20577"/>
          <ac:spMkLst>
            <pc:docMk/>
            <pc:sldMk cId="0" sldId="277"/>
            <ac:spMk id="21506" creationId="{72F0CB01-AE59-4C1B-BA1F-FE6EFFCA9419}"/>
          </ac:spMkLst>
        </pc:spChg>
        <pc:spChg chg="mod">
          <ac:chgData name="Brandt Redd" userId="be8ed540b98adac0" providerId="LiveId" clId="{D0D906D8-9A88-4F9B-9419-AC318B5C0D7F}" dt="2020-10-12T03:20:16.683" v="7659" actId="6549"/>
          <ac:spMkLst>
            <pc:docMk/>
            <pc:sldMk cId="0" sldId="277"/>
            <ac:spMk id="26627" creationId="{67C24CC5-7835-4AEF-BBE4-CF6634D9E197}"/>
          </ac:spMkLst>
        </pc:spChg>
      </pc:sldChg>
      <pc:sldChg chg="modSp mod">
        <pc:chgData name="Brandt Redd" userId="be8ed540b98adac0" providerId="LiveId" clId="{D0D906D8-9A88-4F9B-9419-AC318B5C0D7F}" dt="2020-10-12T00:46:11.496" v="105" actId="20577"/>
        <pc:sldMkLst>
          <pc:docMk/>
          <pc:sldMk cId="0" sldId="280"/>
        </pc:sldMkLst>
        <pc:spChg chg="mod">
          <ac:chgData name="Brandt Redd" userId="be8ed540b98adac0" providerId="LiveId" clId="{D0D906D8-9A88-4F9B-9419-AC318B5C0D7F}" dt="2020-10-12T00:46:07.878" v="104" actId="20577"/>
          <ac:spMkLst>
            <pc:docMk/>
            <pc:sldMk cId="0" sldId="280"/>
            <ac:spMk id="4104" creationId="{EAF7401C-6F20-49FE-B74B-29316766318F}"/>
          </ac:spMkLst>
        </pc:spChg>
        <pc:spChg chg="mod">
          <ac:chgData name="Brandt Redd" userId="be8ed540b98adac0" providerId="LiveId" clId="{D0D906D8-9A88-4F9B-9419-AC318B5C0D7F}" dt="2020-10-12T00:46:11.496" v="105" actId="20577"/>
          <ac:spMkLst>
            <pc:docMk/>
            <pc:sldMk cId="0" sldId="280"/>
            <ac:spMk id="4109" creationId="{3E4EDFCF-AEDF-4755-B322-602BD78A994C}"/>
          </ac:spMkLst>
        </pc:spChg>
      </pc:sldChg>
      <pc:sldChg chg="modSp mod">
        <pc:chgData name="Brandt Redd" userId="be8ed540b98adac0" providerId="LiveId" clId="{D0D906D8-9A88-4F9B-9419-AC318B5C0D7F}" dt="2020-10-12T01:29:28.868" v="1128" actId="27636"/>
        <pc:sldMkLst>
          <pc:docMk/>
          <pc:sldMk cId="0" sldId="281"/>
        </pc:sldMkLst>
        <pc:spChg chg="mod">
          <ac:chgData name="Brandt Redd" userId="be8ed540b98adac0" providerId="LiveId" clId="{D0D906D8-9A88-4F9B-9419-AC318B5C0D7F}" dt="2020-10-12T00:47:03.945" v="108" actId="14100"/>
          <ac:spMkLst>
            <pc:docMk/>
            <pc:sldMk cId="0" sldId="281"/>
            <ac:spMk id="2" creationId="{F4A79E46-6C16-4371-A015-53BD547433E3}"/>
          </ac:spMkLst>
        </pc:spChg>
        <pc:spChg chg="mod">
          <ac:chgData name="Brandt Redd" userId="be8ed540b98adac0" providerId="LiveId" clId="{D0D906D8-9A88-4F9B-9419-AC318B5C0D7F}" dt="2020-10-12T01:29:28.868" v="1128" actId="27636"/>
          <ac:spMkLst>
            <pc:docMk/>
            <pc:sldMk cId="0" sldId="281"/>
            <ac:spMk id="3" creationId="{0D274BCE-E7A7-47F2-8788-9FA9F388B8D1}"/>
          </ac:spMkLst>
        </pc:spChg>
      </pc:sldChg>
      <pc:sldChg chg="modSp mod">
        <pc:chgData name="Brandt Redd" userId="be8ed540b98adac0" providerId="LiveId" clId="{D0D906D8-9A88-4F9B-9419-AC318B5C0D7F}" dt="2020-10-12T03:36:11.149" v="7681" actId="27636"/>
        <pc:sldMkLst>
          <pc:docMk/>
          <pc:sldMk cId="0" sldId="282"/>
        </pc:sldMkLst>
        <pc:spChg chg="mod">
          <ac:chgData name="Brandt Redd" userId="be8ed540b98adac0" providerId="LiveId" clId="{D0D906D8-9A88-4F9B-9419-AC318B5C0D7F}" dt="2020-10-12T03:36:11.149" v="7681" actId="27636"/>
          <ac:spMkLst>
            <pc:docMk/>
            <pc:sldMk cId="0" sldId="282"/>
            <ac:spMk id="3" creationId="{90AFF301-D1E7-4E92-A32E-6779D11CB2EC}"/>
          </ac:spMkLst>
        </pc:spChg>
        <pc:spChg chg="mod">
          <ac:chgData name="Brandt Redd" userId="be8ed540b98adac0" providerId="LiveId" clId="{D0D906D8-9A88-4F9B-9419-AC318B5C0D7F}" dt="2020-10-12T01:29:46.845" v="1129" actId="14100"/>
          <ac:spMkLst>
            <pc:docMk/>
            <pc:sldMk cId="0" sldId="282"/>
            <ac:spMk id="7170" creationId="{87993074-5A6A-4232-80AC-2180D9B23680}"/>
          </ac:spMkLst>
        </pc:spChg>
      </pc:sldChg>
      <pc:sldChg chg="modSp del mod">
        <pc:chgData name="Brandt Redd" userId="be8ed540b98adac0" providerId="LiveId" clId="{D0D906D8-9A88-4F9B-9419-AC318B5C0D7F}" dt="2020-10-12T02:41:07.645" v="4745" actId="47"/>
        <pc:sldMkLst>
          <pc:docMk/>
          <pc:sldMk cId="0" sldId="284"/>
        </pc:sldMkLst>
        <pc:spChg chg="mod">
          <ac:chgData name="Brandt Redd" userId="be8ed540b98adac0" providerId="LiveId" clId="{D0D906D8-9A88-4F9B-9419-AC318B5C0D7F}" dt="2020-10-12T02:18:28.566" v="3799" actId="20577"/>
          <ac:spMkLst>
            <pc:docMk/>
            <pc:sldMk cId="0" sldId="284"/>
            <ac:spMk id="2" creationId="{DB5EBB80-EDB7-4400-A715-0F4705276A2F}"/>
          </ac:spMkLst>
        </pc:spChg>
        <pc:picChg chg="mod">
          <ac:chgData name="Brandt Redd" userId="be8ed540b98adac0" providerId="LiveId" clId="{D0D906D8-9A88-4F9B-9419-AC318B5C0D7F}" dt="2020-10-12T02:18:01.142" v="3791" actId="1076"/>
          <ac:picMkLst>
            <pc:docMk/>
            <pc:sldMk cId="0" sldId="284"/>
            <ac:picMk id="9219" creationId="{A7A4782F-4C8F-44C0-9650-BB90EA1423E0}"/>
          </ac:picMkLst>
        </pc:picChg>
      </pc:sldChg>
      <pc:sldChg chg="modSp mod">
        <pc:chgData name="Brandt Redd" userId="be8ed540b98adac0" providerId="LiveId" clId="{D0D906D8-9A88-4F9B-9419-AC318B5C0D7F}" dt="2020-10-12T02:18:59.129" v="3815" actId="20577"/>
        <pc:sldMkLst>
          <pc:docMk/>
          <pc:sldMk cId="0" sldId="285"/>
        </pc:sldMkLst>
        <pc:spChg chg="mod">
          <ac:chgData name="Brandt Redd" userId="be8ed540b98adac0" providerId="LiveId" clId="{D0D906D8-9A88-4F9B-9419-AC318B5C0D7F}" dt="2020-10-12T02:18:59.129" v="3815" actId="20577"/>
          <ac:spMkLst>
            <pc:docMk/>
            <pc:sldMk cId="0" sldId="285"/>
            <ac:spMk id="11266" creationId="{C02FF4B8-21EF-4DC2-A74C-5CCC3F845341}"/>
          </ac:spMkLst>
        </pc:spChg>
      </pc:sldChg>
      <pc:sldChg chg="modSp mod">
        <pc:chgData name="Brandt Redd" userId="be8ed540b98adac0" providerId="LiveId" clId="{D0D906D8-9A88-4F9B-9419-AC318B5C0D7F}" dt="2020-10-12T03:36:58.630" v="7688" actId="6549"/>
        <pc:sldMkLst>
          <pc:docMk/>
          <pc:sldMk cId="0" sldId="286"/>
        </pc:sldMkLst>
        <pc:spChg chg="mod">
          <ac:chgData name="Brandt Redd" userId="be8ed540b98adac0" providerId="LiveId" clId="{D0D906D8-9A88-4F9B-9419-AC318B5C0D7F}" dt="2020-10-12T03:36:58.630" v="7688" actId="6549"/>
          <ac:spMkLst>
            <pc:docMk/>
            <pc:sldMk cId="0" sldId="286"/>
            <ac:spMk id="3" creationId="{3367D0B9-BCF3-4A1A-9B7E-84D32AB77B6A}"/>
          </ac:spMkLst>
        </pc:spChg>
      </pc:sldChg>
      <pc:sldChg chg="modSp mod">
        <pc:chgData name="Brandt Redd" userId="be8ed540b98adac0" providerId="LiveId" clId="{D0D906D8-9A88-4F9B-9419-AC318B5C0D7F}" dt="2020-10-12T03:38:00.027" v="7698" actId="20577"/>
        <pc:sldMkLst>
          <pc:docMk/>
          <pc:sldMk cId="0" sldId="287"/>
        </pc:sldMkLst>
        <pc:spChg chg="mod">
          <ac:chgData name="Brandt Redd" userId="be8ed540b98adac0" providerId="LiveId" clId="{D0D906D8-9A88-4F9B-9419-AC318B5C0D7F}" dt="2020-10-12T03:38:00.027" v="7698" actId="20577"/>
          <ac:spMkLst>
            <pc:docMk/>
            <pc:sldMk cId="0" sldId="287"/>
            <ac:spMk id="14339" creationId="{F780F282-B3A1-499A-AF09-CDD0EF6A7A92}"/>
          </ac:spMkLst>
        </pc:spChg>
      </pc:sldChg>
      <pc:sldChg chg="modSp new add del mod">
        <pc:chgData name="Brandt Redd" userId="be8ed540b98adac0" providerId="LiveId" clId="{D0D906D8-9A88-4F9B-9419-AC318B5C0D7F}" dt="2020-10-12T04:20:54.875" v="8291" actId="404"/>
        <pc:sldMkLst>
          <pc:docMk/>
          <pc:sldMk cId="2521119881" sldId="292"/>
        </pc:sldMkLst>
        <pc:spChg chg="mod">
          <ac:chgData name="Brandt Redd" userId="be8ed540b98adac0" providerId="LiveId" clId="{D0D906D8-9A88-4F9B-9419-AC318B5C0D7F}" dt="2020-10-12T04:16:11.643" v="8116" actId="1076"/>
          <ac:spMkLst>
            <pc:docMk/>
            <pc:sldMk cId="2521119881" sldId="292"/>
            <ac:spMk id="2" creationId="{B297FDF8-F460-4926-A4FF-62505C5C7DB0}"/>
          </ac:spMkLst>
        </pc:spChg>
        <pc:spChg chg="mod">
          <ac:chgData name="Brandt Redd" userId="be8ed540b98adac0" providerId="LiveId" clId="{D0D906D8-9A88-4F9B-9419-AC318B5C0D7F}" dt="2020-10-12T04:20:54.875" v="8291" actId="404"/>
          <ac:spMkLst>
            <pc:docMk/>
            <pc:sldMk cId="2521119881" sldId="292"/>
            <ac:spMk id="3" creationId="{57140D24-B801-432F-99A6-04B2F2B7454B}"/>
          </ac:spMkLst>
        </pc:spChg>
      </pc:sldChg>
      <pc:sldChg chg="delSp modSp new mod">
        <pc:chgData name="Brandt Redd" userId="be8ed540b98adac0" providerId="LiveId" clId="{D0D906D8-9A88-4F9B-9419-AC318B5C0D7F}" dt="2020-10-12T03:25:50.291" v="7671" actId="114"/>
        <pc:sldMkLst>
          <pc:docMk/>
          <pc:sldMk cId="1480890269" sldId="293"/>
        </pc:sldMkLst>
        <pc:spChg chg="del">
          <ac:chgData name="Brandt Redd" userId="be8ed540b98adac0" providerId="LiveId" clId="{D0D906D8-9A88-4F9B-9419-AC318B5C0D7F}" dt="2020-10-12T00:50:33.491" v="193" actId="478"/>
          <ac:spMkLst>
            <pc:docMk/>
            <pc:sldMk cId="1480890269" sldId="293"/>
            <ac:spMk id="2" creationId="{E064B2A7-8FD6-4126-825D-46987CC2AD88}"/>
          </ac:spMkLst>
        </pc:spChg>
        <pc:spChg chg="mod">
          <ac:chgData name="Brandt Redd" userId="be8ed540b98adac0" providerId="LiveId" clId="{D0D906D8-9A88-4F9B-9419-AC318B5C0D7F}" dt="2020-10-12T03:25:50.291" v="7671" actId="114"/>
          <ac:spMkLst>
            <pc:docMk/>
            <pc:sldMk cId="1480890269" sldId="293"/>
            <ac:spMk id="3" creationId="{7E48385D-347B-43BB-8199-EAE4AF886710}"/>
          </ac:spMkLst>
        </pc:spChg>
      </pc:sldChg>
      <pc:sldChg chg="addSp modSp new mod modNotesTx">
        <pc:chgData name="Brandt Redd" userId="be8ed540b98adac0" providerId="LiveId" clId="{D0D906D8-9A88-4F9B-9419-AC318B5C0D7F}" dt="2020-10-12T01:39:58.264" v="2156" actId="6549"/>
        <pc:sldMkLst>
          <pc:docMk/>
          <pc:sldMk cId="3570421292" sldId="294"/>
        </pc:sldMkLst>
        <pc:spChg chg="mod">
          <ac:chgData name="Brandt Redd" userId="be8ed540b98adac0" providerId="LiveId" clId="{D0D906D8-9A88-4F9B-9419-AC318B5C0D7F}" dt="2020-10-12T01:16:03.296" v="777" actId="1076"/>
          <ac:spMkLst>
            <pc:docMk/>
            <pc:sldMk cId="3570421292" sldId="294"/>
            <ac:spMk id="2" creationId="{0AEE2A09-A42E-4822-BAD9-B30C7F95A4C5}"/>
          </ac:spMkLst>
        </pc:spChg>
        <pc:spChg chg="mod">
          <ac:chgData name="Brandt Redd" userId="be8ed540b98adac0" providerId="LiveId" clId="{D0D906D8-9A88-4F9B-9419-AC318B5C0D7F}" dt="2020-10-12T01:20:47.767" v="787" actId="1076"/>
          <ac:spMkLst>
            <pc:docMk/>
            <pc:sldMk cId="3570421292" sldId="294"/>
            <ac:spMk id="3" creationId="{FF0461E4-F9EE-4430-853E-0EFF2D1C151C}"/>
          </ac:spMkLst>
        </pc:spChg>
        <pc:spChg chg="add mod">
          <ac:chgData name="Brandt Redd" userId="be8ed540b98adac0" providerId="LiveId" clId="{D0D906D8-9A88-4F9B-9419-AC318B5C0D7F}" dt="2020-10-12T01:37:01.822" v="1812" actId="20577"/>
          <ac:spMkLst>
            <pc:docMk/>
            <pc:sldMk cId="3570421292" sldId="294"/>
            <ac:spMk id="4" creationId="{56A40C6F-D913-46FC-ADA5-BD7A6D5CBA30}"/>
          </ac:spMkLst>
        </pc:spChg>
        <pc:spChg chg="add mod">
          <ac:chgData name="Brandt Redd" userId="be8ed540b98adac0" providerId="LiveId" clId="{D0D906D8-9A88-4F9B-9419-AC318B5C0D7F}" dt="2020-10-12T01:16:28.797" v="784" actId="1076"/>
          <ac:spMkLst>
            <pc:docMk/>
            <pc:sldMk cId="3570421292" sldId="294"/>
            <ac:spMk id="5" creationId="{A49C8174-A3A0-4779-851B-13E9FB0161FD}"/>
          </ac:spMkLst>
        </pc:spChg>
        <pc:spChg chg="add mod">
          <ac:chgData name="Brandt Redd" userId="be8ed540b98adac0" providerId="LiveId" clId="{D0D906D8-9A88-4F9B-9419-AC318B5C0D7F}" dt="2020-10-12T01:23:49.131" v="875" actId="20577"/>
          <ac:spMkLst>
            <pc:docMk/>
            <pc:sldMk cId="3570421292" sldId="294"/>
            <ac:spMk id="6" creationId="{A56FF8D7-C03B-44A5-BF6B-2EC9B0A41D3E}"/>
          </ac:spMkLst>
        </pc:spChg>
        <pc:spChg chg="add mod">
          <ac:chgData name="Brandt Redd" userId="be8ed540b98adac0" providerId="LiveId" clId="{D0D906D8-9A88-4F9B-9419-AC318B5C0D7F}" dt="2020-10-12T01:24:18.011" v="884" actId="1076"/>
          <ac:spMkLst>
            <pc:docMk/>
            <pc:sldMk cId="3570421292" sldId="294"/>
            <ac:spMk id="11" creationId="{C6897C1A-754B-42AE-BF38-A7CA0C92C10D}"/>
          </ac:spMkLst>
        </pc:spChg>
        <pc:picChg chg="add mod">
          <ac:chgData name="Brandt Redd" userId="be8ed540b98adac0" providerId="LiveId" clId="{D0D906D8-9A88-4F9B-9419-AC318B5C0D7F}" dt="2020-10-12T01:05:53.448" v="698" actId="1076"/>
          <ac:picMkLst>
            <pc:docMk/>
            <pc:sldMk cId="3570421292" sldId="294"/>
            <ac:picMk id="1026" creationId="{8A3F5BF3-56EC-4AF3-9EEC-A7E28D435C3A}"/>
          </ac:picMkLst>
        </pc:picChg>
        <pc:picChg chg="add mod">
          <ac:chgData name="Brandt Redd" userId="be8ed540b98adac0" providerId="LiveId" clId="{D0D906D8-9A88-4F9B-9419-AC318B5C0D7F}" dt="2020-10-12T01:14:39.705" v="763" actId="1076"/>
          <ac:picMkLst>
            <pc:docMk/>
            <pc:sldMk cId="3570421292" sldId="294"/>
            <ac:picMk id="1028" creationId="{8FD12F50-1504-4BBB-B357-BA51F959E596}"/>
          </ac:picMkLst>
        </pc:picChg>
        <pc:picChg chg="add mod">
          <ac:chgData name="Brandt Redd" userId="be8ed540b98adac0" providerId="LiveId" clId="{D0D906D8-9A88-4F9B-9419-AC318B5C0D7F}" dt="2020-10-12T01:20:45.087" v="786" actId="1076"/>
          <ac:picMkLst>
            <pc:docMk/>
            <pc:sldMk cId="3570421292" sldId="294"/>
            <ac:picMk id="1030" creationId="{2C833CB7-4923-4768-9FFB-CF2FF390A6E7}"/>
          </ac:picMkLst>
        </pc:picChg>
        <pc:picChg chg="add mod">
          <ac:chgData name="Brandt Redd" userId="be8ed540b98adac0" providerId="LiveId" clId="{D0D906D8-9A88-4F9B-9419-AC318B5C0D7F}" dt="2020-10-12T01:15:35.770" v="775" actId="1076"/>
          <ac:picMkLst>
            <pc:docMk/>
            <pc:sldMk cId="3570421292" sldId="294"/>
            <ac:picMk id="1032" creationId="{A6500340-DEC5-428C-9630-44E10B679DEE}"/>
          </ac:picMkLst>
        </pc:picChg>
      </pc:sldChg>
      <pc:sldChg chg="addSp delSp modSp new mod setBg setClrOvrMap chgLayout modNotesTx">
        <pc:chgData name="Brandt Redd" userId="be8ed540b98adac0" providerId="LiveId" clId="{D0D906D8-9A88-4F9B-9419-AC318B5C0D7F}" dt="2020-10-12T02:39:48.758" v="4744" actId="20577"/>
        <pc:sldMkLst>
          <pc:docMk/>
          <pc:sldMk cId="1556542452" sldId="295"/>
        </pc:sldMkLst>
        <pc:spChg chg="del mod">
          <ac:chgData name="Brandt Redd" userId="be8ed540b98adac0" providerId="LiveId" clId="{D0D906D8-9A88-4F9B-9419-AC318B5C0D7F}" dt="2020-10-12T01:41:28.336" v="2170" actId="478"/>
          <ac:spMkLst>
            <pc:docMk/>
            <pc:sldMk cId="1556542452" sldId="295"/>
            <ac:spMk id="2" creationId="{6BDE40F8-271C-4129-8BBE-6367FD25728E}"/>
          </ac:spMkLst>
        </pc:spChg>
        <pc:spChg chg="mod ord">
          <ac:chgData name="Brandt Redd" userId="be8ed540b98adac0" providerId="LiveId" clId="{D0D906D8-9A88-4F9B-9419-AC318B5C0D7F}" dt="2020-10-12T02:05:43.373" v="3120" actId="14100"/>
          <ac:spMkLst>
            <pc:docMk/>
            <pc:sldMk cId="1556542452" sldId="295"/>
            <ac:spMk id="3" creationId="{5091C642-CDBD-4851-99DA-AEB4EAB836E6}"/>
          </ac:spMkLst>
        </pc:spChg>
        <pc:spChg chg="add mod ord">
          <ac:chgData name="Brandt Redd" userId="be8ed540b98adac0" providerId="LiveId" clId="{D0D906D8-9A88-4F9B-9419-AC318B5C0D7F}" dt="2020-10-12T02:17:24.934" v="3790" actId="20577"/>
          <ac:spMkLst>
            <pc:docMk/>
            <pc:sldMk cId="1556542452" sldId="295"/>
            <ac:spMk id="4" creationId="{B41CF9A6-84EB-42DE-98F0-2CA90EF54DD1}"/>
          </ac:spMkLst>
        </pc:spChg>
        <pc:spChg chg="add mod">
          <ac:chgData name="Brandt Redd" userId="be8ed540b98adac0" providerId="LiveId" clId="{D0D906D8-9A88-4F9B-9419-AC318B5C0D7F}" dt="2020-10-12T02:13:26.773" v="3534" actId="1076"/>
          <ac:spMkLst>
            <pc:docMk/>
            <pc:sldMk cId="1556542452" sldId="295"/>
            <ac:spMk id="7" creationId="{BD1F44AF-CED0-4713-BE75-EE79042FCF5F}"/>
          </ac:spMkLst>
        </pc:spChg>
        <pc:spChg chg="add mod ord">
          <ac:chgData name="Brandt Redd" userId="be8ed540b98adac0" providerId="LiveId" clId="{D0D906D8-9A88-4F9B-9419-AC318B5C0D7F}" dt="2020-10-12T02:05:31.366" v="3117" actId="170"/>
          <ac:spMkLst>
            <pc:docMk/>
            <pc:sldMk cId="1556542452" sldId="295"/>
            <ac:spMk id="8" creationId="{C481E55F-07A9-47BE-B2B3-CD815B531D81}"/>
          </ac:spMkLst>
        </pc:spChg>
        <pc:spChg chg="add del">
          <ac:chgData name="Brandt Redd" userId="be8ed540b98adac0" providerId="LiveId" clId="{D0D906D8-9A88-4F9B-9419-AC318B5C0D7F}" dt="2020-10-12T02:00:14.572" v="2931" actId="26606"/>
          <ac:spMkLst>
            <pc:docMk/>
            <pc:sldMk cId="1556542452" sldId="295"/>
            <ac:spMk id="11" creationId="{C5E6CFF1-2F42-4E10-9A97-F116F46F53FE}"/>
          </ac:spMkLst>
        </pc:spChg>
        <pc:picChg chg="add mod ord">
          <ac:chgData name="Brandt Redd" userId="be8ed540b98adac0" providerId="LiveId" clId="{D0D906D8-9A88-4F9B-9419-AC318B5C0D7F}" dt="2020-10-12T02:00:14.591" v="2932" actId="26606"/>
          <ac:picMkLst>
            <pc:docMk/>
            <pc:sldMk cId="1556542452" sldId="295"/>
            <ac:picMk id="6" creationId="{8E5B4BB0-D088-4E78-86D3-1A3CF8FF867C}"/>
          </ac:picMkLst>
        </pc:picChg>
        <pc:cxnChg chg="add del">
          <ac:chgData name="Brandt Redd" userId="be8ed540b98adac0" providerId="LiveId" clId="{D0D906D8-9A88-4F9B-9419-AC318B5C0D7F}" dt="2020-10-12T02:00:14.572" v="2931" actId="26606"/>
          <ac:cxnSpMkLst>
            <pc:docMk/>
            <pc:sldMk cId="1556542452" sldId="295"/>
            <ac:cxnSpMk id="13" creationId="{67182200-4859-4C8D-BCBB-55B245C28BA3}"/>
          </ac:cxnSpMkLst>
        </pc:cxnChg>
        <pc:cxnChg chg="add">
          <ac:chgData name="Brandt Redd" userId="be8ed540b98adac0" providerId="LiveId" clId="{D0D906D8-9A88-4F9B-9419-AC318B5C0D7F}" dt="2020-10-12T02:00:14.591" v="2932" actId="26606"/>
          <ac:cxnSpMkLst>
            <pc:docMk/>
            <pc:sldMk cId="1556542452" sldId="295"/>
            <ac:cxnSpMk id="15" creationId="{E4A809D5-3600-46D4-A466-67F2349A54FB}"/>
          </ac:cxnSpMkLst>
        </pc:cxnChg>
      </pc:sldChg>
      <pc:sldChg chg="addSp delSp modSp new mod setBg modClrScheme chgLayout">
        <pc:chgData name="Brandt Redd" userId="be8ed540b98adac0" providerId="LiveId" clId="{D0D906D8-9A88-4F9B-9419-AC318B5C0D7F}" dt="2020-10-12T02:21:03.569" v="3849" actId="26606"/>
        <pc:sldMkLst>
          <pc:docMk/>
          <pc:sldMk cId="4050467417" sldId="296"/>
        </pc:sldMkLst>
        <pc:spChg chg="mod ord">
          <ac:chgData name="Brandt Redd" userId="be8ed540b98adac0" providerId="LiveId" clId="{D0D906D8-9A88-4F9B-9419-AC318B5C0D7F}" dt="2020-10-12T02:21:03.569" v="3849" actId="26606"/>
          <ac:spMkLst>
            <pc:docMk/>
            <pc:sldMk cId="4050467417" sldId="296"/>
            <ac:spMk id="2" creationId="{26DEA584-8A05-4348-844E-27743200F956}"/>
          </ac:spMkLst>
        </pc:spChg>
        <pc:spChg chg="del">
          <ac:chgData name="Brandt Redd" userId="be8ed540b98adac0" providerId="LiveId" clId="{D0D906D8-9A88-4F9B-9419-AC318B5C0D7F}" dt="2020-10-12T02:20:53.447" v="3846" actId="700"/>
          <ac:spMkLst>
            <pc:docMk/>
            <pc:sldMk cId="4050467417" sldId="296"/>
            <ac:spMk id="3" creationId="{B55CC8A0-9211-406A-8779-EE7C64346B63}"/>
          </ac:spMkLst>
        </pc:spChg>
        <pc:spChg chg="add del">
          <ac:chgData name="Brandt Redd" userId="be8ed540b98adac0" providerId="LiveId" clId="{D0D906D8-9A88-4F9B-9419-AC318B5C0D7F}" dt="2020-10-12T02:21:03.536" v="3848" actId="26606"/>
          <ac:spMkLst>
            <pc:docMk/>
            <pc:sldMk cId="4050467417" sldId="296"/>
            <ac:spMk id="7" creationId="{23962611-DFD5-4092-AAFD-559E3DFCE2C9}"/>
          </ac:spMkLst>
        </pc:spChg>
        <pc:spChg chg="add">
          <ac:chgData name="Brandt Redd" userId="be8ed540b98adac0" providerId="LiveId" clId="{D0D906D8-9A88-4F9B-9419-AC318B5C0D7F}" dt="2020-10-12T02:21:03.569" v="3849" actId="26606"/>
          <ac:spMkLst>
            <pc:docMk/>
            <pc:sldMk cId="4050467417" sldId="296"/>
            <ac:spMk id="12" creationId="{35555856-9970-4BC3-9AA9-6A917F53AFBD}"/>
          </ac:spMkLst>
        </pc:spChg>
        <pc:spChg chg="add">
          <ac:chgData name="Brandt Redd" userId="be8ed540b98adac0" providerId="LiveId" clId="{D0D906D8-9A88-4F9B-9419-AC318B5C0D7F}" dt="2020-10-12T02:21:03.569" v="3849" actId="26606"/>
          <ac:spMkLst>
            <pc:docMk/>
            <pc:sldMk cId="4050467417" sldId="296"/>
            <ac:spMk id="13" creationId="{13722DD7-BA73-4776-93A3-94491FEF7260}"/>
          </ac:spMkLst>
        </pc:spChg>
        <pc:picChg chg="add">
          <ac:chgData name="Brandt Redd" userId="be8ed540b98adac0" providerId="LiveId" clId="{D0D906D8-9A88-4F9B-9419-AC318B5C0D7F}" dt="2020-10-12T02:21:03.569" v="3849" actId="26606"/>
          <ac:picMkLst>
            <pc:docMk/>
            <pc:sldMk cId="4050467417" sldId="296"/>
            <ac:picMk id="6" creationId="{285186E2-8279-42F3-BE02-6E05618D5432}"/>
          </ac:picMkLst>
        </pc:picChg>
        <pc:picChg chg="add del">
          <ac:chgData name="Brandt Redd" userId="be8ed540b98adac0" providerId="LiveId" clId="{D0D906D8-9A88-4F9B-9419-AC318B5C0D7F}" dt="2020-10-12T02:21:03.536" v="3848" actId="26606"/>
          <ac:picMkLst>
            <pc:docMk/>
            <pc:sldMk cId="4050467417" sldId="296"/>
            <ac:picMk id="9" creationId="{2270F1FA-0425-408F-9861-80BF5AFB276D}"/>
          </ac:picMkLst>
        </pc:picChg>
        <pc:picChg chg="add">
          <ac:chgData name="Brandt Redd" userId="be8ed540b98adac0" providerId="LiveId" clId="{D0D906D8-9A88-4F9B-9419-AC318B5C0D7F}" dt="2020-10-12T02:21:03.569" v="3849" actId="26606"/>
          <ac:picMkLst>
            <pc:docMk/>
            <pc:sldMk cId="4050467417" sldId="296"/>
            <ac:picMk id="11" creationId="{7F487851-BFAF-46D8-A1ED-50CAD6E46F59}"/>
          </ac:picMkLst>
        </pc:picChg>
      </pc:sldChg>
      <pc:sldChg chg="modSp new mod ord">
        <pc:chgData name="Brandt Redd" userId="be8ed540b98adac0" providerId="LiveId" clId="{D0D906D8-9A88-4F9B-9419-AC318B5C0D7F}" dt="2020-10-12T03:14:43.516" v="7290"/>
        <pc:sldMkLst>
          <pc:docMk/>
          <pc:sldMk cId="3004370226" sldId="297"/>
        </pc:sldMkLst>
        <pc:spChg chg="mod">
          <ac:chgData name="Brandt Redd" userId="be8ed540b98adac0" providerId="LiveId" clId="{D0D906D8-9A88-4F9B-9419-AC318B5C0D7F}" dt="2020-10-12T03:11:06.568" v="6972" actId="14100"/>
          <ac:spMkLst>
            <pc:docMk/>
            <pc:sldMk cId="3004370226" sldId="297"/>
            <ac:spMk id="2" creationId="{628E98A4-B34D-4F64-95FD-CF8E15DA26F0}"/>
          </ac:spMkLst>
        </pc:spChg>
        <pc:spChg chg="mod">
          <ac:chgData name="Brandt Redd" userId="be8ed540b98adac0" providerId="LiveId" clId="{D0D906D8-9A88-4F9B-9419-AC318B5C0D7F}" dt="2020-10-12T03:14:11.768" v="7288" actId="14100"/>
          <ac:spMkLst>
            <pc:docMk/>
            <pc:sldMk cId="3004370226" sldId="297"/>
            <ac:spMk id="3" creationId="{BB641D40-31A2-41E0-9B14-DC13B0D7D1F2}"/>
          </ac:spMkLst>
        </pc:spChg>
      </pc:sldChg>
      <pc:sldChg chg="addSp delSp modSp new mod modClrScheme chgLayout modNotesTx">
        <pc:chgData name="Brandt Redd" userId="be8ed540b98adac0" providerId="LiveId" clId="{D0D906D8-9A88-4F9B-9419-AC318B5C0D7F}" dt="2020-10-12T03:49:25.337" v="7716" actId="1076"/>
        <pc:sldMkLst>
          <pc:docMk/>
          <pc:sldMk cId="855240793" sldId="298"/>
        </pc:sldMkLst>
        <pc:spChg chg="del">
          <ac:chgData name="Brandt Redd" userId="be8ed540b98adac0" providerId="LiveId" clId="{D0D906D8-9A88-4F9B-9419-AC318B5C0D7F}" dt="2020-10-12T03:46:36.159" v="7700" actId="700"/>
          <ac:spMkLst>
            <pc:docMk/>
            <pc:sldMk cId="855240793" sldId="298"/>
            <ac:spMk id="2" creationId="{BE3CC8BC-86BD-4108-96D1-9E8C0392AC60}"/>
          </ac:spMkLst>
        </pc:spChg>
        <pc:spChg chg="add mod">
          <ac:chgData name="Brandt Redd" userId="be8ed540b98adac0" providerId="LiveId" clId="{D0D906D8-9A88-4F9B-9419-AC318B5C0D7F}" dt="2020-10-12T03:49:25.337" v="7716" actId="1076"/>
          <ac:spMkLst>
            <pc:docMk/>
            <pc:sldMk cId="855240793" sldId="298"/>
            <ac:spMk id="9" creationId="{7BF329F8-F6D1-4DCA-A04E-7885B4D239A9}"/>
          </ac:spMkLst>
        </pc:spChg>
        <pc:picChg chg="add mod">
          <ac:chgData name="Brandt Redd" userId="be8ed540b98adac0" providerId="LiveId" clId="{D0D906D8-9A88-4F9B-9419-AC318B5C0D7F}" dt="2020-10-12T03:46:43.402" v="7702" actId="1076"/>
          <ac:picMkLst>
            <pc:docMk/>
            <pc:sldMk cId="855240793" sldId="298"/>
            <ac:picMk id="4" creationId="{318EF1FD-AF06-43E9-B47B-AA2CE3A61D20}"/>
          </ac:picMkLst>
        </pc:picChg>
        <pc:picChg chg="add mod">
          <ac:chgData name="Brandt Redd" userId="be8ed540b98adac0" providerId="LiveId" clId="{D0D906D8-9A88-4F9B-9419-AC318B5C0D7F}" dt="2020-10-12T03:47:17.762" v="7704" actId="1076"/>
          <ac:picMkLst>
            <pc:docMk/>
            <pc:sldMk cId="855240793" sldId="298"/>
            <ac:picMk id="6" creationId="{CA8B72E4-3789-4652-9848-0157197E949A}"/>
          </ac:picMkLst>
        </pc:picChg>
        <pc:picChg chg="add mod modCrop">
          <ac:chgData name="Brandt Redd" userId="be8ed540b98adac0" providerId="LiveId" clId="{D0D906D8-9A88-4F9B-9419-AC318B5C0D7F}" dt="2020-10-12T03:48:43.396" v="7707" actId="732"/>
          <ac:picMkLst>
            <pc:docMk/>
            <pc:sldMk cId="855240793" sldId="298"/>
            <ac:picMk id="8" creationId="{AA71E088-6CA0-4993-B191-FB646924AA7D}"/>
          </ac:picMkLst>
        </pc:picChg>
      </pc:sldChg>
      <pc:sldChg chg="modSp new mod">
        <pc:chgData name="Brandt Redd" userId="be8ed540b98adac0" providerId="LiveId" clId="{D0D906D8-9A88-4F9B-9419-AC318B5C0D7F}" dt="2020-10-12T04:31:25.543" v="8807" actId="404"/>
        <pc:sldMkLst>
          <pc:docMk/>
          <pc:sldMk cId="788392415" sldId="299"/>
        </pc:sldMkLst>
        <pc:spChg chg="mod">
          <ac:chgData name="Brandt Redd" userId="be8ed540b98adac0" providerId="LiveId" clId="{D0D906D8-9A88-4F9B-9419-AC318B5C0D7F}" dt="2020-10-12T04:21:31.852" v="8329" actId="14100"/>
          <ac:spMkLst>
            <pc:docMk/>
            <pc:sldMk cId="788392415" sldId="299"/>
            <ac:spMk id="2" creationId="{DD893A48-1D9B-4755-BC11-1E5DFA731824}"/>
          </ac:spMkLst>
        </pc:spChg>
        <pc:spChg chg="mod">
          <ac:chgData name="Brandt Redd" userId="be8ed540b98adac0" providerId="LiveId" clId="{D0D906D8-9A88-4F9B-9419-AC318B5C0D7F}" dt="2020-10-12T04:31:25.543" v="8807" actId="404"/>
          <ac:spMkLst>
            <pc:docMk/>
            <pc:sldMk cId="788392415" sldId="299"/>
            <ac:spMk id="3" creationId="{FF980427-192A-4DE6-BD3F-C0E3E54DF37D}"/>
          </ac:spMkLst>
        </pc:spChg>
      </pc:sldChg>
    </pc:docChg>
  </pc:docChgLst>
  <pc:docChgLst>
    <pc:chgData name="Brandt Redd" userId="be8ed540b98adac0" providerId="LiveId" clId="{E73777CF-E565-40C4-A33B-3CD595A843C1}"/>
    <pc:docChg chg="undo custSel delSld modSld">
      <pc:chgData name="Brandt Redd" userId="be8ed540b98adac0" providerId="LiveId" clId="{E73777CF-E565-40C4-A33B-3CD595A843C1}" dt="2024-10-04T06:08:55.683" v="690" actId="20577"/>
      <pc:docMkLst>
        <pc:docMk/>
      </pc:docMkLst>
      <pc:sldChg chg="del">
        <pc:chgData name="Brandt Redd" userId="be8ed540b98adac0" providerId="LiveId" clId="{E73777CF-E565-40C4-A33B-3CD595A843C1}" dt="2024-10-04T06:05:04.072" v="564" actId="47"/>
        <pc:sldMkLst>
          <pc:docMk/>
          <pc:sldMk cId="0" sldId="261"/>
        </pc:sldMkLst>
      </pc:sldChg>
      <pc:sldChg chg="modSp mod">
        <pc:chgData name="Brandt Redd" userId="be8ed540b98adac0" providerId="LiveId" clId="{E73777CF-E565-40C4-A33B-3CD595A843C1}" dt="2024-10-04T05:58:46.465" v="274" actId="20577"/>
        <pc:sldMkLst>
          <pc:docMk/>
          <pc:sldMk cId="0" sldId="268"/>
        </pc:sldMkLst>
        <pc:spChg chg="mod">
          <ac:chgData name="Brandt Redd" userId="be8ed540b98adac0" providerId="LiveId" clId="{E73777CF-E565-40C4-A33B-3CD595A843C1}" dt="2024-10-04T05:58:46.465" v="274" actId="20577"/>
          <ac:spMkLst>
            <pc:docMk/>
            <pc:sldMk cId="0" sldId="268"/>
            <ac:spMk id="16387" creationId="{AD3AB976-090E-4DB1-8F76-305FF7C27B85}"/>
          </ac:spMkLst>
        </pc:spChg>
      </pc:sldChg>
      <pc:sldChg chg="modSp mod">
        <pc:chgData name="Brandt Redd" userId="be8ed540b98adac0" providerId="LiveId" clId="{E73777CF-E565-40C4-A33B-3CD595A843C1}" dt="2024-10-04T06:00:33.445" v="508" actId="20577"/>
        <pc:sldMkLst>
          <pc:docMk/>
          <pc:sldMk cId="0" sldId="269"/>
        </pc:sldMkLst>
        <pc:spChg chg="mod">
          <ac:chgData name="Brandt Redd" userId="be8ed540b98adac0" providerId="LiveId" clId="{E73777CF-E565-40C4-A33B-3CD595A843C1}" dt="2024-10-04T06:00:33.445" v="508" actId="20577"/>
          <ac:spMkLst>
            <pc:docMk/>
            <pc:sldMk cId="0" sldId="269"/>
            <ac:spMk id="17411" creationId="{01DD8E86-733F-4820-8BB0-CC19583C008C}"/>
          </ac:spMkLst>
        </pc:spChg>
      </pc:sldChg>
      <pc:sldChg chg="modSp mod">
        <pc:chgData name="Brandt Redd" userId="be8ed540b98adac0" providerId="LiveId" clId="{E73777CF-E565-40C4-A33B-3CD595A843C1}" dt="2024-10-04T06:04:28.813" v="563" actId="404"/>
        <pc:sldMkLst>
          <pc:docMk/>
          <pc:sldMk cId="0" sldId="270"/>
        </pc:sldMkLst>
        <pc:spChg chg="mod">
          <ac:chgData name="Brandt Redd" userId="be8ed540b98adac0" providerId="LiveId" clId="{E73777CF-E565-40C4-A33B-3CD595A843C1}" dt="2024-10-04T06:02:02.596" v="538" actId="14100"/>
          <ac:spMkLst>
            <pc:docMk/>
            <pc:sldMk cId="0" sldId="270"/>
            <ac:spMk id="18434" creationId="{A299F917-CF28-4606-ACCA-52FEF63B4EE1}"/>
          </ac:spMkLst>
        </pc:spChg>
        <pc:spChg chg="mod">
          <ac:chgData name="Brandt Redd" userId="be8ed540b98adac0" providerId="LiveId" clId="{E73777CF-E565-40C4-A33B-3CD595A843C1}" dt="2024-10-04T06:04:28.813" v="563" actId="404"/>
          <ac:spMkLst>
            <pc:docMk/>
            <pc:sldMk cId="0" sldId="270"/>
            <ac:spMk id="18435" creationId="{73A6602F-BDB5-4537-9EDE-47BC4CF10F36}"/>
          </ac:spMkLst>
        </pc:spChg>
      </pc:sldChg>
      <pc:sldChg chg="modSp mod">
        <pc:chgData name="Brandt Redd" userId="be8ed540b98adac0" providerId="LiveId" clId="{E73777CF-E565-40C4-A33B-3CD595A843C1}" dt="2024-10-04T06:05:20.012" v="580" actId="20577"/>
        <pc:sldMkLst>
          <pc:docMk/>
          <pc:sldMk cId="0" sldId="272"/>
        </pc:sldMkLst>
        <pc:spChg chg="mod">
          <ac:chgData name="Brandt Redd" userId="be8ed540b98adac0" providerId="LiveId" clId="{E73777CF-E565-40C4-A33B-3CD595A843C1}" dt="2024-10-04T06:05:20.012" v="580" actId="20577"/>
          <ac:spMkLst>
            <pc:docMk/>
            <pc:sldMk cId="0" sldId="272"/>
            <ac:spMk id="20483" creationId="{BDFDD27E-5BC7-46D2-AEC2-0434B0E4CFE9}"/>
          </ac:spMkLst>
        </pc:spChg>
      </pc:sldChg>
      <pc:sldChg chg="modSp mod">
        <pc:chgData name="Brandt Redd" userId="be8ed540b98adac0" providerId="LiveId" clId="{E73777CF-E565-40C4-A33B-3CD595A843C1}" dt="2024-10-04T05:55:54.865" v="149" actId="27636"/>
        <pc:sldMkLst>
          <pc:docMk/>
          <pc:sldMk cId="0" sldId="282"/>
        </pc:sldMkLst>
        <pc:spChg chg="mod">
          <ac:chgData name="Brandt Redd" userId="be8ed540b98adac0" providerId="LiveId" clId="{E73777CF-E565-40C4-A33B-3CD595A843C1}" dt="2024-10-04T05:55:54.865" v="149" actId="27636"/>
          <ac:spMkLst>
            <pc:docMk/>
            <pc:sldMk cId="0" sldId="282"/>
            <ac:spMk id="3" creationId="{90AFF301-D1E7-4E92-A32E-6779D11CB2EC}"/>
          </ac:spMkLst>
        </pc:spChg>
      </pc:sldChg>
      <pc:sldChg chg="modNotesTx">
        <pc:chgData name="Brandt Redd" userId="be8ed540b98adac0" providerId="LiveId" clId="{E73777CF-E565-40C4-A33B-3CD595A843C1}" dt="2024-10-04T05:57:31.649" v="246" actId="20577"/>
        <pc:sldMkLst>
          <pc:docMk/>
          <pc:sldMk cId="0" sldId="285"/>
        </pc:sldMkLst>
      </pc:sldChg>
      <pc:sldChg chg="modSp mod">
        <pc:chgData name="Brandt Redd" userId="be8ed540b98adac0" providerId="LiveId" clId="{E73777CF-E565-40C4-A33B-3CD595A843C1}" dt="2024-10-04T05:57:52.060" v="270" actId="20577"/>
        <pc:sldMkLst>
          <pc:docMk/>
          <pc:sldMk cId="0" sldId="287"/>
        </pc:sldMkLst>
        <pc:spChg chg="mod">
          <ac:chgData name="Brandt Redd" userId="be8ed540b98adac0" providerId="LiveId" clId="{E73777CF-E565-40C4-A33B-3CD595A843C1}" dt="2024-10-04T05:57:52.060" v="270" actId="20577"/>
          <ac:spMkLst>
            <pc:docMk/>
            <pc:sldMk cId="0" sldId="287"/>
            <ac:spMk id="14339" creationId="{F780F282-B3A1-499A-AF09-CDD0EF6A7A92}"/>
          </ac:spMkLst>
        </pc:spChg>
      </pc:sldChg>
      <pc:sldChg chg="modSp mod">
        <pc:chgData name="Brandt Redd" userId="be8ed540b98adac0" providerId="LiveId" clId="{E73777CF-E565-40C4-A33B-3CD595A843C1}" dt="2024-10-04T06:08:55.683" v="690" actId="20577"/>
        <pc:sldMkLst>
          <pc:docMk/>
          <pc:sldMk cId="3004370226" sldId="297"/>
        </pc:sldMkLst>
        <pc:spChg chg="mod">
          <ac:chgData name="Brandt Redd" userId="be8ed540b98adac0" providerId="LiveId" clId="{E73777CF-E565-40C4-A33B-3CD595A843C1}" dt="2024-10-04T06:08:55.683" v="690" actId="20577"/>
          <ac:spMkLst>
            <pc:docMk/>
            <pc:sldMk cId="3004370226" sldId="297"/>
            <ac:spMk id="3" creationId="{BB641D40-31A2-41E0-9B14-DC13B0D7D1F2}"/>
          </ac:spMkLst>
        </pc:spChg>
      </pc:sldChg>
    </pc:docChg>
  </pc:docChgLst>
  <pc:docChgLst>
    <pc:chgData name="Brandt Redd" userId="be8ed540b98adac0" providerId="LiveId" clId="{415730AB-A26B-4B4F-AD48-81183F3EF19E}"/>
    <pc:docChg chg="undo custSel addSld delSld modSld sldOrd">
      <pc:chgData name="Brandt Redd" userId="be8ed540b98adac0" providerId="LiveId" clId="{415730AB-A26B-4B4F-AD48-81183F3EF19E}" dt="2021-10-11T04:51:47.951" v="612" actId="20577"/>
      <pc:docMkLst>
        <pc:docMk/>
      </pc:docMkLst>
      <pc:sldChg chg="modSp mod">
        <pc:chgData name="Brandt Redd" userId="be8ed540b98adac0" providerId="LiveId" clId="{415730AB-A26B-4B4F-AD48-81183F3EF19E}" dt="2021-10-11T04:51:47.951" v="612" actId="20577"/>
        <pc:sldMkLst>
          <pc:docMk/>
          <pc:sldMk cId="0" sldId="268"/>
        </pc:sldMkLst>
        <pc:spChg chg="mod">
          <ac:chgData name="Brandt Redd" userId="be8ed540b98adac0" providerId="LiveId" clId="{415730AB-A26B-4B4F-AD48-81183F3EF19E}" dt="2021-10-11T04:51:47.951" v="612" actId="20577"/>
          <ac:spMkLst>
            <pc:docMk/>
            <pc:sldMk cId="0" sldId="268"/>
            <ac:spMk id="16387" creationId="{AD3AB976-090E-4DB1-8F76-305FF7C27B85}"/>
          </ac:spMkLst>
        </pc:spChg>
      </pc:sldChg>
      <pc:sldChg chg="addSp modSp">
        <pc:chgData name="Brandt Redd" userId="be8ed540b98adac0" providerId="LiveId" clId="{415730AB-A26B-4B4F-AD48-81183F3EF19E}" dt="2021-10-11T02:55:15.620" v="494"/>
        <pc:sldMkLst>
          <pc:docMk/>
          <pc:sldMk cId="0" sldId="272"/>
        </pc:sldMkLst>
        <pc:spChg chg="add mod">
          <ac:chgData name="Brandt Redd" userId="be8ed540b98adac0" providerId="LiveId" clId="{415730AB-A26B-4B4F-AD48-81183F3EF19E}" dt="2021-10-11T02:55:15.620" v="494"/>
          <ac:spMkLst>
            <pc:docMk/>
            <pc:sldMk cId="0" sldId="272"/>
            <ac:spMk id="6" creationId="{3E4ED39E-9B2C-4E15-B7AC-C0E55CD3D843}"/>
          </ac:spMkLst>
        </pc:spChg>
      </pc:sldChg>
      <pc:sldChg chg="modSp mod">
        <pc:chgData name="Brandt Redd" userId="be8ed540b98adac0" providerId="LiveId" clId="{415730AB-A26B-4B4F-AD48-81183F3EF19E}" dt="2021-10-11T04:34:40.157" v="606" actId="20577"/>
        <pc:sldMkLst>
          <pc:docMk/>
          <pc:sldMk cId="0" sldId="286"/>
        </pc:sldMkLst>
        <pc:spChg chg="mod">
          <ac:chgData name="Brandt Redd" userId="be8ed540b98adac0" providerId="LiveId" clId="{415730AB-A26B-4B4F-AD48-81183F3EF19E}" dt="2021-10-11T04:34:40.157" v="606" actId="20577"/>
          <ac:spMkLst>
            <pc:docMk/>
            <pc:sldMk cId="0" sldId="286"/>
            <ac:spMk id="3" creationId="{3367D0B9-BCF3-4A1A-9B7E-84D32AB77B6A}"/>
          </ac:spMkLst>
        </pc:spChg>
      </pc:sldChg>
      <pc:sldChg chg="modSp mod">
        <pc:chgData name="Brandt Redd" userId="be8ed540b98adac0" providerId="LiveId" clId="{415730AB-A26B-4B4F-AD48-81183F3EF19E}" dt="2021-10-11T02:50:23.678" v="465" actId="20577"/>
        <pc:sldMkLst>
          <pc:docMk/>
          <pc:sldMk cId="0" sldId="287"/>
        </pc:sldMkLst>
        <pc:spChg chg="mod">
          <ac:chgData name="Brandt Redd" userId="be8ed540b98adac0" providerId="LiveId" clId="{415730AB-A26B-4B4F-AD48-81183F3EF19E}" dt="2021-10-11T02:50:23.678" v="465" actId="20577"/>
          <ac:spMkLst>
            <pc:docMk/>
            <pc:sldMk cId="0" sldId="287"/>
            <ac:spMk id="14339" creationId="{F780F282-B3A1-499A-AF09-CDD0EF6A7A92}"/>
          </ac:spMkLst>
        </pc:spChg>
      </pc:sldChg>
      <pc:sldChg chg="del">
        <pc:chgData name="Brandt Redd" userId="be8ed540b98adac0" providerId="LiveId" clId="{415730AB-A26B-4B4F-AD48-81183F3EF19E}" dt="2021-10-11T02:50:11.013" v="458" actId="47"/>
        <pc:sldMkLst>
          <pc:docMk/>
          <pc:sldMk cId="0" sldId="290"/>
        </pc:sldMkLst>
      </pc:sldChg>
      <pc:sldChg chg="del">
        <pc:chgData name="Brandt Redd" userId="be8ed540b98adac0" providerId="LiveId" clId="{415730AB-A26B-4B4F-AD48-81183F3EF19E}" dt="2021-10-11T02:50:11.013" v="458" actId="47"/>
        <pc:sldMkLst>
          <pc:docMk/>
          <pc:sldMk cId="0" sldId="291"/>
        </pc:sldMkLst>
      </pc:sldChg>
      <pc:sldChg chg="modSp mod">
        <pc:chgData name="Brandt Redd" userId="be8ed540b98adac0" providerId="LiveId" clId="{415730AB-A26B-4B4F-AD48-81183F3EF19E}" dt="2021-10-11T02:35:34.289" v="190" actId="20577"/>
        <pc:sldMkLst>
          <pc:docMk/>
          <pc:sldMk cId="2521119881" sldId="292"/>
        </pc:sldMkLst>
        <pc:spChg chg="mod">
          <ac:chgData name="Brandt Redd" userId="be8ed540b98adac0" providerId="LiveId" clId="{415730AB-A26B-4B4F-AD48-81183F3EF19E}" dt="2021-10-11T02:35:34.289" v="190" actId="20577"/>
          <ac:spMkLst>
            <pc:docMk/>
            <pc:sldMk cId="2521119881" sldId="292"/>
            <ac:spMk id="3" creationId="{57140D24-B801-432F-99A6-04B2F2B7454B}"/>
          </ac:spMkLst>
        </pc:spChg>
      </pc:sldChg>
      <pc:sldChg chg="addSp modSp mod ord">
        <pc:chgData name="Brandt Redd" userId="be8ed540b98adac0" providerId="LiveId" clId="{415730AB-A26B-4B4F-AD48-81183F3EF19E}" dt="2021-10-11T02:46:09.683" v="315" actId="1076"/>
        <pc:sldMkLst>
          <pc:docMk/>
          <pc:sldMk cId="1480890269" sldId="293"/>
        </pc:sldMkLst>
        <pc:spChg chg="add mod">
          <ac:chgData name="Brandt Redd" userId="be8ed540b98adac0" providerId="LiveId" clId="{415730AB-A26B-4B4F-AD48-81183F3EF19E}" dt="2021-10-11T02:46:09.683" v="315" actId="1076"/>
          <ac:spMkLst>
            <pc:docMk/>
            <pc:sldMk cId="1480890269" sldId="293"/>
            <ac:spMk id="2" creationId="{7EBF8093-C66E-4FBF-A067-2920A4D7B0FC}"/>
          </ac:spMkLst>
        </pc:spChg>
      </pc:sldChg>
      <pc:sldChg chg="modSp mod">
        <pc:chgData name="Brandt Redd" userId="be8ed540b98adac0" providerId="LiveId" clId="{415730AB-A26B-4B4F-AD48-81183F3EF19E}" dt="2021-10-11T02:58:18.010" v="597" actId="20577"/>
        <pc:sldMkLst>
          <pc:docMk/>
          <pc:sldMk cId="3004370226" sldId="297"/>
        </pc:sldMkLst>
        <pc:spChg chg="mod">
          <ac:chgData name="Brandt Redd" userId="be8ed540b98adac0" providerId="LiveId" clId="{415730AB-A26B-4B4F-AD48-81183F3EF19E}" dt="2021-10-11T02:58:18.010" v="597" actId="20577"/>
          <ac:spMkLst>
            <pc:docMk/>
            <pc:sldMk cId="3004370226" sldId="297"/>
            <ac:spMk id="3" creationId="{BB641D40-31A2-41E0-9B14-DC13B0D7D1F2}"/>
          </ac:spMkLst>
        </pc:spChg>
      </pc:sldChg>
      <pc:sldChg chg="addSp modSp mod">
        <pc:chgData name="Brandt Redd" userId="be8ed540b98adac0" providerId="LiveId" clId="{415730AB-A26B-4B4F-AD48-81183F3EF19E}" dt="2021-10-11T02:52:42.715" v="467" actId="1076"/>
        <pc:sldMkLst>
          <pc:docMk/>
          <pc:sldMk cId="855240793" sldId="298"/>
        </pc:sldMkLst>
        <pc:spChg chg="add mod">
          <ac:chgData name="Brandt Redd" userId="be8ed540b98adac0" providerId="LiveId" clId="{415730AB-A26B-4B4F-AD48-81183F3EF19E}" dt="2021-10-11T02:52:32.648" v="466"/>
          <ac:spMkLst>
            <pc:docMk/>
            <pc:sldMk cId="855240793" sldId="298"/>
            <ac:spMk id="7" creationId="{2AA79860-9102-4007-9525-00E9B8BDD4DB}"/>
          </ac:spMkLst>
        </pc:spChg>
        <pc:spChg chg="mod">
          <ac:chgData name="Brandt Redd" userId="be8ed540b98adac0" providerId="LiveId" clId="{415730AB-A26B-4B4F-AD48-81183F3EF19E}" dt="2021-10-11T02:52:42.715" v="467" actId="1076"/>
          <ac:spMkLst>
            <pc:docMk/>
            <pc:sldMk cId="855240793" sldId="298"/>
            <ac:spMk id="9" creationId="{7BF329F8-F6D1-4DCA-A04E-7885B4D239A9}"/>
          </ac:spMkLst>
        </pc:spChg>
      </pc:sldChg>
      <pc:sldChg chg="addSp modSp mod">
        <pc:chgData name="Brandt Redd" userId="be8ed540b98adac0" providerId="LiveId" clId="{415730AB-A26B-4B4F-AD48-81183F3EF19E}" dt="2021-10-11T02:59:25.263" v="604" actId="1037"/>
        <pc:sldMkLst>
          <pc:docMk/>
          <pc:sldMk cId="639240293" sldId="301"/>
        </pc:sldMkLst>
        <pc:spChg chg="mod">
          <ac:chgData name="Brandt Redd" userId="be8ed540b98adac0" providerId="LiveId" clId="{415730AB-A26B-4B4F-AD48-81183F3EF19E}" dt="2021-10-11T02:59:25.263" v="604" actId="1037"/>
          <ac:spMkLst>
            <pc:docMk/>
            <pc:sldMk cId="639240293" sldId="301"/>
            <ac:spMk id="4" creationId="{B0F64C95-6A2C-41F8-9023-0AD9C477438F}"/>
          </ac:spMkLst>
        </pc:spChg>
        <pc:spChg chg="add mod">
          <ac:chgData name="Brandt Redd" userId="be8ed540b98adac0" providerId="LiveId" clId="{415730AB-A26B-4B4F-AD48-81183F3EF19E}" dt="2021-10-11T02:59:17.774" v="598"/>
          <ac:spMkLst>
            <pc:docMk/>
            <pc:sldMk cId="639240293" sldId="301"/>
            <ac:spMk id="5" creationId="{A9D0579D-09AF-4616-9932-4DC22C988951}"/>
          </ac:spMkLst>
        </pc:spChg>
      </pc:sldChg>
      <pc:sldChg chg="modSp mod">
        <pc:chgData name="Brandt Redd" userId="be8ed540b98adac0" providerId="LiveId" clId="{415730AB-A26B-4B4F-AD48-81183F3EF19E}" dt="2021-10-11T02:41:44.375" v="309" actId="20577"/>
        <pc:sldMkLst>
          <pc:docMk/>
          <pc:sldMk cId="2505101274" sldId="302"/>
        </pc:sldMkLst>
        <pc:spChg chg="mod">
          <ac:chgData name="Brandt Redd" userId="be8ed540b98adac0" providerId="LiveId" clId="{415730AB-A26B-4B4F-AD48-81183F3EF19E}" dt="2021-10-11T02:38:29.633" v="222" actId="1076"/>
          <ac:spMkLst>
            <pc:docMk/>
            <pc:sldMk cId="2505101274" sldId="302"/>
            <ac:spMk id="11" creationId="{A4A5DEF3-6BFE-44DF-8F70-2D6A7135AB90}"/>
          </ac:spMkLst>
        </pc:spChg>
        <pc:spChg chg="mod">
          <ac:chgData name="Brandt Redd" userId="be8ed540b98adac0" providerId="LiveId" clId="{415730AB-A26B-4B4F-AD48-81183F3EF19E}" dt="2021-10-11T02:40:18.456" v="265" actId="1036"/>
          <ac:spMkLst>
            <pc:docMk/>
            <pc:sldMk cId="2505101274" sldId="302"/>
            <ac:spMk id="14" creationId="{9240B756-166B-4C22-A15F-10FFABF98537}"/>
          </ac:spMkLst>
        </pc:spChg>
        <pc:spChg chg="mod">
          <ac:chgData name="Brandt Redd" userId="be8ed540b98adac0" providerId="LiveId" clId="{415730AB-A26B-4B4F-AD48-81183F3EF19E}" dt="2021-10-11T02:41:44.375" v="309" actId="20577"/>
          <ac:spMkLst>
            <pc:docMk/>
            <pc:sldMk cId="2505101274" sldId="302"/>
            <ac:spMk id="15" creationId="{C39F38B7-3012-4EC5-9787-9D81D20B5549}"/>
          </ac:spMkLst>
        </pc:spChg>
        <pc:grpChg chg="mod">
          <ac:chgData name="Brandt Redd" userId="be8ed540b98adac0" providerId="LiveId" clId="{415730AB-A26B-4B4F-AD48-81183F3EF19E}" dt="2021-10-11T02:38:49.944" v="232" actId="1035"/>
          <ac:grpSpMkLst>
            <pc:docMk/>
            <pc:sldMk cId="2505101274" sldId="302"/>
            <ac:grpSpMk id="13" creationId="{1573E60C-B0B7-4728-89D0-2FEE69C92849}"/>
          </ac:grpSpMkLst>
        </pc:grpChg>
        <pc:grpChg chg="mod">
          <ac:chgData name="Brandt Redd" userId="be8ed540b98adac0" providerId="LiveId" clId="{415730AB-A26B-4B4F-AD48-81183F3EF19E}" dt="2021-10-11T02:40:18.456" v="265" actId="1036"/>
          <ac:grpSpMkLst>
            <pc:docMk/>
            <pc:sldMk cId="2505101274" sldId="302"/>
            <ac:grpSpMk id="26" creationId="{784B85D9-159C-4F6E-904C-504E88E87AA5}"/>
          </ac:grpSpMkLst>
        </pc:grpChg>
        <pc:grpChg chg="mod">
          <ac:chgData name="Brandt Redd" userId="be8ed540b98adac0" providerId="LiveId" clId="{415730AB-A26B-4B4F-AD48-81183F3EF19E}" dt="2021-10-11T02:40:13.205" v="263" actId="1036"/>
          <ac:grpSpMkLst>
            <pc:docMk/>
            <pc:sldMk cId="2505101274" sldId="302"/>
            <ac:grpSpMk id="27" creationId="{6634B83B-C1D7-483B-9824-5FC41B334068}"/>
          </ac:grpSpMkLst>
        </pc:grpChg>
        <pc:picChg chg="mod">
          <ac:chgData name="Brandt Redd" userId="be8ed540b98adac0" providerId="LiveId" clId="{415730AB-A26B-4B4F-AD48-81183F3EF19E}" dt="2021-10-11T02:38:49.944" v="232" actId="1035"/>
          <ac:picMkLst>
            <pc:docMk/>
            <pc:sldMk cId="2505101274" sldId="302"/>
            <ac:picMk id="31" creationId="{6925751F-E45A-4225-8A51-24FB21858ED4}"/>
          </ac:picMkLst>
        </pc:picChg>
        <pc:picChg chg="mod">
          <ac:chgData name="Brandt Redd" userId="be8ed540b98adac0" providerId="LiveId" clId="{415730AB-A26B-4B4F-AD48-81183F3EF19E}" dt="2021-10-11T02:40:13.205" v="263" actId="1036"/>
          <ac:picMkLst>
            <pc:docMk/>
            <pc:sldMk cId="2505101274" sldId="302"/>
            <ac:picMk id="33" creationId="{10BC1EC8-DC7C-4565-B6B8-FEE879836019}"/>
          </ac:picMkLst>
        </pc:picChg>
        <pc:picChg chg="mod">
          <ac:chgData name="Brandt Redd" userId="be8ed540b98adac0" providerId="LiveId" clId="{415730AB-A26B-4B4F-AD48-81183F3EF19E}" dt="2021-10-11T02:38:49.944" v="232" actId="1035"/>
          <ac:picMkLst>
            <pc:docMk/>
            <pc:sldMk cId="2505101274" sldId="302"/>
            <ac:picMk id="35" creationId="{F9C5D409-F9B4-46E3-9853-D4DC303304CC}"/>
          </ac:picMkLst>
        </pc:picChg>
        <pc:picChg chg="mod">
          <ac:chgData name="Brandt Redd" userId="be8ed540b98adac0" providerId="LiveId" clId="{415730AB-A26B-4B4F-AD48-81183F3EF19E}" dt="2021-10-11T02:40:18.456" v="265" actId="1036"/>
          <ac:picMkLst>
            <pc:docMk/>
            <pc:sldMk cId="2505101274" sldId="302"/>
            <ac:picMk id="36" creationId="{2C4A9DCA-BD9D-434A-B3A2-D5BD34B55B5C}"/>
          </ac:picMkLst>
        </pc:picChg>
        <pc:picChg chg="mod">
          <ac:chgData name="Brandt Redd" userId="be8ed540b98adac0" providerId="LiveId" clId="{415730AB-A26B-4B4F-AD48-81183F3EF19E}" dt="2021-10-11T02:40:18.456" v="265" actId="1036"/>
          <ac:picMkLst>
            <pc:docMk/>
            <pc:sldMk cId="2505101274" sldId="302"/>
            <ac:picMk id="37" creationId="{B603FCA5-E22F-40A4-8E21-105E457D386F}"/>
          </ac:picMkLst>
        </pc:picChg>
      </pc:sldChg>
      <pc:sldChg chg="addSp delSp modSp new mod modClrScheme chgLayout">
        <pc:chgData name="Brandt Redd" userId="be8ed540b98adac0" providerId="LiveId" clId="{415730AB-A26B-4B4F-AD48-81183F3EF19E}" dt="2021-10-11T02:36:26.575" v="206" actId="1076"/>
        <pc:sldMkLst>
          <pc:docMk/>
          <pc:sldMk cId="1722652924" sldId="303"/>
        </pc:sldMkLst>
        <pc:spChg chg="del mod ord">
          <ac:chgData name="Brandt Redd" userId="be8ed540b98adac0" providerId="LiveId" clId="{415730AB-A26B-4B4F-AD48-81183F3EF19E}" dt="2021-10-11T02:36:00.645" v="192" actId="700"/>
          <ac:spMkLst>
            <pc:docMk/>
            <pc:sldMk cId="1722652924" sldId="303"/>
            <ac:spMk id="2" creationId="{4D60B67D-8D75-4E07-9EED-64B0250D21E2}"/>
          </ac:spMkLst>
        </pc:spChg>
        <pc:spChg chg="del mod ord">
          <ac:chgData name="Brandt Redd" userId="be8ed540b98adac0" providerId="LiveId" clId="{415730AB-A26B-4B4F-AD48-81183F3EF19E}" dt="2021-10-11T02:36:00.645" v="192" actId="700"/>
          <ac:spMkLst>
            <pc:docMk/>
            <pc:sldMk cId="1722652924" sldId="303"/>
            <ac:spMk id="3" creationId="{B265E35B-508F-4B0A-A3DD-D01057B7AB1F}"/>
          </ac:spMkLst>
        </pc:spChg>
        <pc:spChg chg="add mod ord">
          <ac:chgData name="Brandt Redd" userId="be8ed540b98adac0" providerId="LiveId" clId="{415730AB-A26B-4B4F-AD48-81183F3EF19E}" dt="2021-10-11T02:36:26.575" v="206" actId="1076"/>
          <ac:spMkLst>
            <pc:docMk/>
            <pc:sldMk cId="1722652924" sldId="303"/>
            <ac:spMk id="4" creationId="{4EBADF18-25FF-4BE2-A578-06601A7C8E3A}"/>
          </ac:spMkLst>
        </pc:spChg>
        <pc:spChg chg="add del mod ord">
          <ac:chgData name="Brandt Redd" userId="be8ed540b98adac0" providerId="LiveId" clId="{415730AB-A26B-4B4F-AD48-81183F3EF19E}" dt="2021-10-11T02:36:22.987" v="205" actId="478"/>
          <ac:spMkLst>
            <pc:docMk/>
            <pc:sldMk cId="1722652924" sldId="303"/>
            <ac:spMk id="5" creationId="{3977599C-4E26-4CF2-98FE-B09368DC182B}"/>
          </ac:spMkLst>
        </pc:spChg>
      </pc:sldChg>
      <pc:sldChg chg="modSp add mod">
        <pc:chgData name="Brandt Redd" userId="be8ed540b98adac0" providerId="LiveId" clId="{415730AB-A26B-4B4F-AD48-81183F3EF19E}" dt="2021-10-11T02:48:25.473" v="457" actId="14100"/>
        <pc:sldMkLst>
          <pc:docMk/>
          <pc:sldMk cId="103968545" sldId="304"/>
        </pc:sldMkLst>
        <pc:spChg chg="mod">
          <ac:chgData name="Brandt Redd" userId="be8ed540b98adac0" providerId="LiveId" clId="{415730AB-A26B-4B4F-AD48-81183F3EF19E}" dt="2021-10-11T02:48:25.473" v="457" actId="14100"/>
          <ac:spMkLst>
            <pc:docMk/>
            <pc:sldMk cId="103968545" sldId="304"/>
            <ac:spMk id="4" creationId="{4EBADF18-25FF-4BE2-A578-06601A7C8E3A}"/>
          </ac:spMkLst>
        </pc:spChg>
      </pc:sldChg>
      <pc:sldChg chg="modSp add mod">
        <pc:chgData name="Brandt Redd" userId="be8ed540b98adac0" providerId="LiveId" clId="{415730AB-A26B-4B4F-AD48-81183F3EF19E}" dt="2021-10-11T02:53:53.253" v="493" actId="20577"/>
        <pc:sldMkLst>
          <pc:docMk/>
          <pc:sldMk cId="2567870877" sldId="305"/>
        </pc:sldMkLst>
        <pc:spChg chg="mod">
          <ac:chgData name="Brandt Redd" userId="be8ed540b98adac0" providerId="LiveId" clId="{415730AB-A26B-4B4F-AD48-81183F3EF19E}" dt="2021-10-11T02:53:53.253" v="493" actId="20577"/>
          <ac:spMkLst>
            <pc:docMk/>
            <pc:sldMk cId="2567870877" sldId="305"/>
            <ac:spMk id="4" creationId="{4EBADF18-25FF-4BE2-A578-06601A7C8E3A}"/>
          </ac:spMkLst>
        </pc:spChg>
      </pc:sldChg>
      <pc:sldChg chg="modSp add mod">
        <pc:chgData name="Brandt Redd" userId="be8ed540b98adac0" providerId="LiveId" clId="{415730AB-A26B-4B4F-AD48-81183F3EF19E}" dt="2021-10-11T02:55:33.463" v="513" actId="20577"/>
        <pc:sldMkLst>
          <pc:docMk/>
          <pc:sldMk cId="677751564" sldId="306"/>
        </pc:sldMkLst>
        <pc:spChg chg="mod">
          <ac:chgData name="Brandt Redd" userId="be8ed540b98adac0" providerId="LiveId" clId="{415730AB-A26B-4B4F-AD48-81183F3EF19E}" dt="2021-10-11T02:55:33.463" v="513" actId="20577"/>
          <ac:spMkLst>
            <pc:docMk/>
            <pc:sldMk cId="677751564" sldId="306"/>
            <ac:spMk id="4" creationId="{4EBADF18-25FF-4BE2-A578-06601A7C8E3A}"/>
          </ac:spMkLst>
        </pc:spChg>
      </pc:sldChg>
    </pc:docChg>
  </pc:docChgLst>
  <pc:docChgLst>
    <pc:chgData name="Brandt Redd" userId="be8ed540b98adac0" providerId="LiveId" clId="{E2758271-3E4A-4979-8679-B57DD41E52F1}"/>
    <pc:docChg chg="custSel modSld">
      <pc:chgData name="Brandt Redd" userId="be8ed540b98adac0" providerId="LiveId" clId="{E2758271-3E4A-4979-8679-B57DD41E52F1}" dt="2022-02-16T14:53:59.231" v="163" actId="20577"/>
      <pc:docMkLst>
        <pc:docMk/>
      </pc:docMkLst>
      <pc:sldChg chg="modSp mod">
        <pc:chgData name="Brandt Redd" userId="be8ed540b98adac0" providerId="LiveId" clId="{E2758271-3E4A-4979-8679-B57DD41E52F1}" dt="2022-02-16T05:36:14.290" v="86" actId="5793"/>
        <pc:sldMkLst>
          <pc:docMk/>
          <pc:sldMk cId="0" sldId="272"/>
        </pc:sldMkLst>
        <pc:spChg chg="mod">
          <ac:chgData name="Brandt Redd" userId="be8ed540b98adac0" providerId="LiveId" clId="{E2758271-3E4A-4979-8679-B57DD41E52F1}" dt="2022-02-16T05:36:14.290" v="86" actId="5793"/>
          <ac:spMkLst>
            <pc:docMk/>
            <pc:sldMk cId="0" sldId="272"/>
            <ac:spMk id="20483" creationId="{BDFDD27E-5BC7-46D2-AEC2-0434B0E4CFE9}"/>
          </ac:spMkLst>
        </pc:spChg>
      </pc:sldChg>
      <pc:sldChg chg="modSp mod">
        <pc:chgData name="Brandt Redd" userId="be8ed540b98adac0" providerId="LiveId" clId="{E2758271-3E4A-4979-8679-B57DD41E52F1}" dt="2022-02-14T04:18:40.762" v="70" actId="14100"/>
        <pc:sldMkLst>
          <pc:docMk/>
          <pc:sldMk cId="0" sldId="279"/>
        </pc:sldMkLst>
        <pc:spChg chg="mod">
          <ac:chgData name="Brandt Redd" userId="be8ed540b98adac0" providerId="LiveId" clId="{E2758271-3E4A-4979-8679-B57DD41E52F1}" dt="2022-02-14T04:18:40.762" v="70" actId="14100"/>
          <ac:spMkLst>
            <pc:docMk/>
            <pc:sldMk cId="0" sldId="279"/>
            <ac:spMk id="3" creationId="{16861180-49B6-49ED-B4FE-B83B91B83808}"/>
          </ac:spMkLst>
        </pc:spChg>
      </pc:sldChg>
      <pc:sldChg chg="modSp mod">
        <pc:chgData name="Brandt Redd" userId="be8ed540b98adac0" providerId="LiveId" clId="{E2758271-3E4A-4979-8679-B57DD41E52F1}" dt="2022-02-16T14:53:59.231" v="163" actId="20577"/>
        <pc:sldMkLst>
          <pc:docMk/>
          <pc:sldMk cId="3004370226" sldId="297"/>
        </pc:sldMkLst>
        <pc:spChg chg="mod">
          <ac:chgData name="Brandt Redd" userId="be8ed540b98adac0" providerId="LiveId" clId="{E2758271-3E4A-4979-8679-B57DD41E52F1}" dt="2022-02-16T14:53:59.231" v="163" actId="20577"/>
          <ac:spMkLst>
            <pc:docMk/>
            <pc:sldMk cId="3004370226" sldId="297"/>
            <ac:spMk id="3" creationId="{BB641D40-31A2-41E0-9B14-DC13B0D7D1F2}"/>
          </ac:spMkLst>
        </pc:spChg>
      </pc:sldChg>
    </pc:docChg>
  </pc:docChgLst>
  <pc:docChgLst>
    <pc:chgData name="Brandt Redd" userId="be8ed540b98adac0" providerId="LiveId" clId="{B7211C98-F835-497C-9242-2C9CA071BC80}"/>
    <pc:docChg chg="custSel delSld modSld">
      <pc:chgData name="Brandt Redd" userId="be8ed540b98adac0" providerId="LiveId" clId="{B7211C98-F835-497C-9242-2C9CA071BC80}" dt="2023-10-11T13:52:10.151" v="353" actId="47"/>
      <pc:docMkLst>
        <pc:docMk/>
      </pc:docMkLst>
      <pc:sldChg chg="modSp mod">
        <pc:chgData name="Brandt Redd" userId="be8ed540b98adac0" providerId="LiveId" clId="{B7211C98-F835-497C-9242-2C9CA071BC80}" dt="2023-10-07T23:22:56.256" v="89" actId="20577"/>
        <pc:sldMkLst>
          <pc:docMk/>
          <pc:sldMk cId="0" sldId="281"/>
        </pc:sldMkLst>
        <pc:spChg chg="mod">
          <ac:chgData name="Brandt Redd" userId="be8ed540b98adac0" providerId="LiveId" clId="{B7211C98-F835-497C-9242-2C9CA071BC80}" dt="2023-10-07T23:22:56.256" v="89" actId="20577"/>
          <ac:spMkLst>
            <pc:docMk/>
            <pc:sldMk cId="0" sldId="281"/>
            <ac:spMk id="3" creationId="{0D274BCE-E7A7-47F2-8788-9FA9F388B8D1}"/>
          </ac:spMkLst>
        </pc:spChg>
      </pc:sldChg>
      <pc:sldChg chg="modSp mod">
        <pc:chgData name="Brandt Redd" userId="be8ed540b98adac0" providerId="LiveId" clId="{B7211C98-F835-497C-9242-2C9CA071BC80}" dt="2023-10-07T23:24:12.548" v="212" actId="20577"/>
        <pc:sldMkLst>
          <pc:docMk/>
          <pc:sldMk cId="0" sldId="282"/>
        </pc:sldMkLst>
        <pc:spChg chg="mod">
          <ac:chgData name="Brandt Redd" userId="be8ed540b98adac0" providerId="LiveId" clId="{B7211C98-F835-497C-9242-2C9CA071BC80}" dt="2023-10-07T23:24:12.548" v="212" actId="20577"/>
          <ac:spMkLst>
            <pc:docMk/>
            <pc:sldMk cId="0" sldId="282"/>
            <ac:spMk id="3" creationId="{90AFF301-D1E7-4E92-A32E-6779D11CB2EC}"/>
          </ac:spMkLst>
        </pc:spChg>
      </pc:sldChg>
      <pc:sldChg chg="modSp mod">
        <pc:chgData name="Brandt Redd" userId="be8ed540b98adac0" providerId="LiveId" clId="{B7211C98-F835-497C-9242-2C9CA071BC80}" dt="2023-10-07T23:25:37.216" v="352" actId="27636"/>
        <pc:sldMkLst>
          <pc:docMk/>
          <pc:sldMk cId="0" sldId="286"/>
        </pc:sldMkLst>
        <pc:spChg chg="mod">
          <ac:chgData name="Brandt Redd" userId="be8ed540b98adac0" providerId="LiveId" clId="{B7211C98-F835-497C-9242-2C9CA071BC80}" dt="2023-10-07T23:25:37.216" v="352" actId="27636"/>
          <ac:spMkLst>
            <pc:docMk/>
            <pc:sldMk cId="0" sldId="286"/>
            <ac:spMk id="3" creationId="{3367D0B9-BCF3-4A1A-9B7E-84D32AB77B6A}"/>
          </ac:spMkLst>
        </pc:spChg>
      </pc:sldChg>
      <pc:sldChg chg="del">
        <pc:chgData name="Brandt Redd" userId="be8ed540b98adac0" providerId="LiveId" clId="{B7211C98-F835-497C-9242-2C9CA071BC80}" dt="2023-10-11T13:52:10.151" v="353" actId="47"/>
        <pc:sldMkLst>
          <pc:docMk/>
          <pc:sldMk cId="1722652924" sldId="30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6464425B-D096-4744-95C2-2B4539E69A4A}"/>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atin typeface="Arial" charset="0"/>
                <a:cs typeface="+mn-cs"/>
              </a:defRPr>
            </a:lvl1pPr>
          </a:lstStyle>
          <a:p>
            <a:pPr>
              <a:defRPr/>
            </a:pPr>
            <a:endParaRPr lang="en-US"/>
          </a:p>
        </p:txBody>
      </p:sp>
      <p:sp>
        <p:nvSpPr>
          <p:cNvPr id="5123" name="Rectangle 3">
            <a:extLst>
              <a:ext uri="{FF2B5EF4-FFF2-40B4-BE49-F238E27FC236}">
                <a16:creationId xmlns:a16="http://schemas.microsoft.com/office/drawing/2014/main" id="{1A755E02-F170-42EA-9F81-38459EA4623C}"/>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Arial" charset="0"/>
                <a:cs typeface="+mn-cs"/>
              </a:defRPr>
            </a:lvl1pPr>
          </a:lstStyle>
          <a:p>
            <a:pPr>
              <a:defRPr/>
            </a:pPr>
            <a:endParaRPr lang="en-US"/>
          </a:p>
        </p:txBody>
      </p:sp>
      <p:sp>
        <p:nvSpPr>
          <p:cNvPr id="22532" name="Rectangle 4">
            <a:extLst>
              <a:ext uri="{FF2B5EF4-FFF2-40B4-BE49-F238E27FC236}">
                <a16:creationId xmlns:a16="http://schemas.microsoft.com/office/drawing/2014/main" id="{8539AD0B-7A5C-4D6B-81D1-B78C254F9584}"/>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5125" name="Rectangle 5">
            <a:extLst>
              <a:ext uri="{FF2B5EF4-FFF2-40B4-BE49-F238E27FC236}">
                <a16:creationId xmlns:a16="http://schemas.microsoft.com/office/drawing/2014/main" id="{8456CE36-9AC0-4C9E-AD8D-659C864D1700}"/>
              </a:ext>
            </a:extLst>
          </p:cNvPr>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126" name="Rectangle 6">
            <a:extLst>
              <a:ext uri="{FF2B5EF4-FFF2-40B4-BE49-F238E27FC236}">
                <a16:creationId xmlns:a16="http://schemas.microsoft.com/office/drawing/2014/main" id="{9F7E2A22-AA33-47D4-8C8D-D7C58F63593E}"/>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atin typeface="Arial" charset="0"/>
                <a:cs typeface="+mn-cs"/>
              </a:defRPr>
            </a:lvl1pPr>
          </a:lstStyle>
          <a:p>
            <a:pPr>
              <a:defRPr/>
            </a:pPr>
            <a:endParaRPr lang="en-US"/>
          </a:p>
        </p:txBody>
      </p:sp>
      <p:sp>
        <p:nvSpPr>
          <p:cNvPr id="5127" name="Rectangle 7">
            <a:extLst>
              <a:ext uri="{FF2B5EF4-FFF2-40B4-BE49-F238E27FC236}">
                <a16:creationId xmlns:a16="http://schemas.microsoft.com/office/drawing/2014/main" id="{6B444792-8BAD-4761-A26A-C572F13A3002}"/>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A7D3BCEC-B62E-4C7F-A26B-2AAB1180D605}"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www.garykessler.net/library/crypto.html"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www.garykessler.net/library/crypto.html"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www.verisign.com/" TargetMode="External"/><Relationship Id="rId2" Type="http://schemas.openxmlformats.org/officeDocument/2006/relationships/slide" Target="../slides/slide14.xml"/><Relationship Id="rId1" Type="http://schemas.openxmlformats.org/officeDocument/2006/relationships/notesMaster" Target="../notesMasters/notesMaster1.xml"/><Relationship Id="rId4" Type="http://schemas.openxmlformats.org/officeDocument/2006/relationships/hyperlink" Target="http://www.garykessler.net/library/crypto.html" TargetMode="Externa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a:extLst>
              <a:ext uri="{FF2B5EF4-FFF2-40B4-BE49-F238E27FC236}">
                <a16:creationId xmlns:a16="http://schemas.microsoft.com/office/drawing/2014/main" id="{2E0E467D-ACA2-4F9D-8B03-75EBA15D0C3A}"/>
              </a:ext>
            </a:extLst>
          </p:cNvPr>
          <p:cNvSpPr>
            <a:spLocks noGrp="1" noRot="1" noChangeAspect="1" noTextEdit="1"/>
          </p:cNvSpPr>
          <p:nvPr>
            <p:ph type="sldImg"/>
          </p:nvPr>
        </p:nvSpPr>
        <p:spPr>
          <a:ln/>
        </p:spPr>
      </p:sp>
      <p:sp>
        <p:nvSpPr>
          <p:cNvPr id="23555" name="Notes Placeholder 2">
            <a:extLst>
              <a:ext uri="{FF2B5EF4-FFF2-40B4-BE49-F238E27FC236}">
                <a16:creationId xmlns:a16="http://schemas.microsoft.com/office/drawing/2014/main" id="{F3AAA9CE-D32D-4B36-A4CC-4EF2C714F3C8}"/>
              </a:ext>
            </a:extLst>
          </p:cNvPr>
          <p:cNvSpPr>
            <a:spLocks noGrp="1"/>
          </p:cNvSpPr>
          <p:nvPr>
            <p:ph type="body" idx="1"/>
          </p:nvPr>
        </p:nvSpPr>
        <p:spPr>
          <a:noFill/>
        </p:spPr>
        <p:txBody>
          <a:bodyPr/>
          <a:lstStyle/>
          <a:p>
            <a:pPr eaLnBrk="1" hangingPunct="1"/>
            <a:endParaRPr lang="en-US" altLang="en-US" dirty="0">
              <a:latin typeface="Arial" panose="020B0604020202020204" pitchFamily="34" charset="0"/>
            </a:endParaRPr>
          </a:p>
        </p:txBody>
      </p:sp>
      <p:sp>
        <p:nvSpPr>
          <p:cNvPr id="33796" name="Slide Number Placeholder 3">
            <a:extLst>
              <a:ext uri="{FF2B5EF4-FFF2-40B4-BE49-F238E27FC236}">
                <a16:creationId xmlns:a16="http://schemas.microsoft.com/office/drawing/2014/main" id="{28375812-9CF1-4D05-9B14-56DA2B05F1BB}"/>
              </a:ext>
            </a:extLst>
          </p:cNvPr>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B1742D4-0672-4D84-9EC0-6E411EAA090C}" type="slidenum">
              <a:rPr lang="en-US" altLang="en-US"/>
              <a:pPr eaLnBrk="1" hangingPunct="1"/>
              <a:t>1</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a:extLst>
              <a:ext uri="{FF2B5EF4-FFF2-40B4-BE49-F238E27FC236}">
                <a16:creationId xmlns:a16="http://schemas.microsoft.com/office/drawing/2014/main" id="{35F49157-607C-4151-824E-E9148A126622}"/>
              </a:ext>
            </a:extLst>
          </p:cNvPr>
          <p:cNvSpPr>
            <a:spLocks noGrp="1" noRot="1" noChangeAspect="1" noTextEdit="1"/>
          </p:cNvSpPr>
          <p:nvPr>
            <p:ph type="sldImg"/>
          </p:nvPr>
        </p:nvSpPr>
        <p:spPr>
          <a:ln/>
        </p:spPr>
      </p:sp>
      <p:sp>
        <p:nvSpPr>
          <p:cNvPr id="24579" name="Notes Placeholder 2">
            <a:extLst>
              <a:ext uri="{FF2B5EF4-FFF2-40B4-BE49-F238E27FC236}">
                <a16:creationId xmlns:a16="http://schemas.microsoft.com/office/drawing/2014/main" id="{74BF5936-AB46-4D09-A7BC-786581B4FB24}"/>
              </a:ext>
            </a:extLst>
          </p:cNvPr>
          <p:cNvSpPr>
            <a:spLocks noGrp="1"/>
          </p:cNvSpPr>
          <p:nvPr>
            <p:ph type="body" idx="1"/>
          </p:nvPr>
        </p:nvSpPr>
        <p:spPr>
          <a:noFill/>
        </p:spPr>
        <p:txBody>
          <a:bodyPr/>
          <a:lstStyle/>
          <a:p>
            <a:r>
              <a:rPr lang="en-US" altLang="en-US">
                <a:latin typeface="Arial" panose="020B0604020202020204" pitchFamily="34" charset="0"/>
                <a:ea typeface="ＭＳ Ｐゴシック" panose="020B0600070205080204" pitchFamily="34" charset="-128"/>
              </a:rPr>
              <a:t>See 210A information assurance slides for more detials. This is covered in much more depth in IT466.</a:t>
            </a:r>
          </a:p>
          <a:p>
            <a:endParaRPr lang="en-US" altLang="en-US">
              <a:latin typeface="Arial" panose="020B0604020202020204" pitchFamily="34" charset="0"/>
              <a:ea typeface="ＭＳ Ｐゴシック" panose="020B0600070205080204" pitchFamily="34" charset="-128"/>
            </a:endParaRPr>
          </a:p>
          <a:p>
            <a:r>
              <a:rPr lang="en-US" altLang="en-US">
                <a:latin typeface="Arial" panose="020B0604020202020204" pitchFamily="34" charset="0"/>
                <a:ea typeface="ＭＳ Ｐゴシック" panose="020B0600070205080204" pitchFamily="34" charset="-128"/>
              </a:rPr>
              <a:t>Confidentiality: only authorized parties can access the information.</a:t>
            </a:r>
          </a:p>
          <a:p>
            <a:r>
              <a:rPr lang="en-US" altLang="en-US">
                <a:latin typeface="Arial" panose="020B0604020202020204" pitchFamily="34" charset="0"/>
                <a:ea typeface="ＭＳ Ｐゴシック" panose="020B0600070205080204" pitchFamily="34" charset="-128"/>
              </a:rPr>
              <a:t>Integrity: Data cannot be modified undetectably</a:t>
            </a:r>
          </a:p>
          <a:p>
            <a:r>
              <a:rPr lang="en-US" altLang="en-US">
                <a:latin typeface="Arial" panose="020B0604020202020204" pitchFamily="34" charset="0"/>
                <a:ea typeface="ＭＳ Ｐゴシック" panose="020B0600070205080204" pitchFamily="34" charset="-128"/>
              </a:rPr>
              <a:t>Authentication: Documents are genuine. Parties are who they say they are.</a:t>
            </a:r>
          </a:p>
          <a:p>
            <a:r>
              <a:rPr lang="en-US" altLang="en-US">
                <a:latin typeface="Arial" panose="020B0604020202020204" pitchFamily="34" charset="0"/>
                <a:ea typeface="ＭＳ Ｐゴシック" panose="020B0600070205080204" pitchFamily="34" charset="-128"/>
              </a:rPr>
              <a:t>Non Repudiation: Like a traditional signature. The agreement is assured and the agreeing parties cannot (reliably) deny that they agreed to the arrangement.</a:t>
            </a:r>
          </a:p>
          <a:p>
            <a:endParaRPr lang="en-US" altLang="en-US">
              <a:latin typeface="Arial" panose="020B0604020202020204" pitchFamily="34" charset="0"/>
              <a:ea typeface="ＭＳ Ｐゴシック" panose="020B0600070205080204" pitchFamily="34" charset="-128"/>
            </a:endParaRPr>
          </a:p>
          <a:p>
            <a:r>
              <a:rPr lang="en-US" altLang="en-US">
                <a:latin typeface="Arial" panose="020B0604020202020204" pitchFamily="34" charset="0"/>
                <a:ea typeface="ＭＳ Ｐゴシック" panose="020B0600070205080204" pitchFamily="34" charset="-128"/>
              </a:rPr>
              <a:t>There is one more security service that cryptography isn’t directly related to:</a:t>
            </a:r>
          </a:p>
          <a:p>
            <a:r>
              <a:rPr lang="en-US" altLang="en-US">
                <a:latin typeface="Arial" panose="020B0604020202020204" pitchFamily="34" charset="0"/>
                <a:ea typeface="ＭＳ Ｐゴシック" panose="020B0600070205080204" pitchFamily="34" charset="-128"/>
              </a:rPr>
              <a:t>Availability: Data must be available when desired. The security system must not prevent access by authorized parties.</a:t>
            </a:r>
          </a:p>
          <a:p>
            <a:endParaRPr lang="en-US" altLang="en-US">
              <a:latin typeface="Arial" panose="020B0604020202020204" pitchFamily="34" charset="0"/>
              <a:ea typeface="ＭＳ Ｐゴシック" panose="020B0600070205080204" pitchFamily="34" charset="-128"/>
            </a:endParaRPr>
          </a:p>
          <a:p>
            <a:endParaRPr lang="en-US" altLang="en-US">
              <a:latin typeface="Arial" panose="020B0604020202020204" pitchFamily="34" charset="0"/>
            </a:endParaRPr>
          </a:p>
        </p:txBody>
      </p:sp>
      <p:sp>
        <p:nvSpPr>
          <p:cNvPr id="4" name="Slide Number Placeholder 3">
            <a:extLst>
              <a:ext uri="{FF2B5EF4-FFF2-40B4-BE49-F238E27FC236}">
                <a16:creationId xmlns:a16="http://schemas.microsoft.com/office/drawing/2014/main" id="{35F53008-BD3F-4F4B-B5B5-3AE1485A42A6}"/>
              </a:ext>
            </a:extLst>
          </p:cNvPr>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25E706E-DB51-45F1-BF75-A706E00A377E}" type="slidenum">
              <a:rPr lang="en-US" altLang="en-US"/>
              <a:pPr eaLnBrk="1" hangingPunct="1"/>
              <a:t>2</a:t>
            </a:fld>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a:extLst>
              <a:ext uri="{FF2B5EF4-FFF2-40B4-BE49-F238E27FC236}">
                <a16:creationId xmlns:a16="http://schemas.microsoft.com/office/drawing/2014/main" id="{2CF24558-9176-42B5-AE17-7456E1DBB091}"/>
              </a:ext>
            </a:extLst>
          </p:cNvPr>
          <p:cNvSpPr>
            <a:spLocks noGrp="1" noRot="1" noChangeAspect="1" noTextEdit="1"/>
          </p:cNvSpPr>
          <p:nvPr>
            <p:ph type="sldImg"/>
          </p:nvPr>
        </p:nvSpPr>
        <p:spPr>
          <a:ln/>
        </p:spPr>
      </p:sp>
      <p:sp>
        <p:nvSpPr>
          <p:cNvPr id="25603" name="Notes Placeholder 2">
            <a:extLst>
              <a:ext uri="{FF2B5EF4-FFF2-40B4-BE49-F238E27FC236}">
                <a16:creationId xmlns:a16="http://schemas.microsoft.com/office/drawing/2014/main" id="{477703F1-87A3-4E53-94E3-74FF8DB1D0D0}"/>
              </a:ext>
            </a:extLst>
          </p:cNvPr>
          <p:cNvSpPr>
            <a:spLocks noGrp="1"/>
          </p:cNvSpPr>
          <p:nvPr>
            <p:ph type="body" idx="1"/>
          </p:nvPr>
        </p:nvSpPr>
        <p:spPr>
          <a:noFill/>
        </p:spPr>
        <p:txBody>
          <a:bodyPr/>
          <a:lstStyle/>
          <a:p>
            <a:r>
              <a:rPr lang="en-US" altLang="en-US" dirty="0">
                <a:latin typeface="Arial" panose="020B0604020202020204" pitchFamily="34" charset="0"/>
              </a:rPr>
              <a:t>Plaintext refers to the original message, while cyphertext refers to a modified version that is harder to “decode”.</a:t>
            </a:r>
          </a:p>
          <a:p>
            <a:endParaRPr lang="en-US" altLang="en-US" dirty="0">
              <a:latin typeface="Arial" panose="020B0604020202020204" pitchFamily="34" charset="0"/>
            </a:endParaRPr>
          </a:p>
          <a:p>
            <a:r>
              <a:rPr lang="en-US" altLang="en-US" dirty="0">
                <a:latin typeface="Arial" panose="020B0604020202020204" pitchFamily="34" charset="0"/>
              </a:rPr>
              <a:t>In our day, the actual algorithms are known (i.e., they are not kept secret), but they require a “key” that may be kept secret (or public – see late) to encrypt and decrypt messages.</a:t>
            </a:r>
          </a:p>
          <a:p>
            <a:endParaRPr lang="en-US" altLang="en-US" dirty="0">
              <a:latin typeface="Arial" panose="020B0604020202020204" pitchFamily="34" charset="0"/>
            </a:endParaRPr>
          </a:p>
          <a:p>
            <a:r>
              <a:rPr lang="en-US" altLang="en-US" dirty="0">
                <a:latin typeface="Arial" panose="020B0604020202020204" pitchFamily="34" charset="0"/>
              </a:rPr>
              <a:t>A simple example is the Book Cypher, which uses a book (e.g., KJV modern-day LDS edition bible) as the key. Plaintext messages are converted to numbers (e.g., page number, line number, and character number) of matching letters in the book. Then the numbers (i.e., cyphertext) can be converted back into plaintext by looking the appropriate letters up using the numbers and the book. Even when the method is known, if the specific book (i.e., key) is not known it is very difficult to break.</a:t>
            </a:r>
          </a:p>
        </p:txBody>
      </p:sp>
      <p:sp>
        <p:nvSpPr>
          <p:cNvPr id="4" name="Slide Number Placeholder 3">
            <a:extLst>
              <a:ext uri="{FF2B5EF4-FFF2-40B4-BE49-F238E27FC236}">
                <a16:creationId xmlns:a16="http://schemas.microsoft.com/office/drawing/2014/main" id="{D7655347-1F6B-4FA2-B787-B29FC3DEF77A}"/>
              </a:ext>
            </a:extLst>
          </p:cNvPr>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CE921ED-4F8A-4C1C-B54C-17E280A258D9}" type="slidenum">
              <a:rPr lang="en-US" altLang="en-US"/>
              <a:pPr eaLnBrk="1" hangingPunct="1"/>
              <a:t>3</a:t>
            </a:fld>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a:extLst>
              <a:ext uri="{FF2B5EF4-FFF2-40B4-BE49-F238E27FC236}">
                <a16:creationId xmlns:a16="http://schemas.microsoft.com/office/drawing/2014/main" id="{AEEF2AEA-E069-453C-B82A-6CDD3EBE52C7}"/>
              </a:ext>
            </a:extLst>
          </p:cNvPr>
          <p:cNvSpPr>
            <a:spLocks noGrp="1" noRot="1" noChangeAspect="1" noTextEdit="1"/>
          </p:cNvSpPr>
          <p:nvPr>
            <p:ph type="sldImg"/>
          </p:nvPr>
        </p:nvSpPr>
        <p:spPr>
          <a:ln/>
        </p:spPr>
      </p:sp>
      <p:sp>
        <p:nvSpPr>
          <p:cNvPr id="26627" name="Notes Placeholder 2">
            <a:extLst>
              <a:ext uri="{FF2B5EF4-FFF2-40B4-BE49-F238E27FC236}">
                <a16:creationId xmlns:a16="http://schemas.microsoft.com/office/drawing/2014/main" id="{40766E2B-0FE2-4143-A0D1-6F603E512569}"/>
              </a:ext>
            </a:extLst>
          </p:cNvPr>
          <p:cNvSpPr>
            <a:spLocks noGrp="1"/>
          </p:cNvSpPr>
          <p:nvPr>
            <p:ph type="body" idx="1"/>
          </p:nvPr>
        </p:nvSpPr>
        <p:spPr>
          <a:noFill/>
        </p:spPr>
        <p:txBody>
          <a:bodyPr/>
          <a:lstStyle/>
          <a:p>
            <a:r>
              <a:rPr lang="en-US" altLang="en-US">
                <a:latin typeface="Arial" panose="020B0604020202020204" pitchFamily="34" charset="0"/>
              </a:rPr>
              <a:t>Image from </a:t>
            </a:r>
            <a:r>
              <a:rPr lang="en-US" altLang="en-US">
                <a:latin typeface="Arial" panose="020B0604020202020204" pitchFamily="34" charset="0"/>
                <a:hlinkClick r:id="rId3"/>
              </a:rPr>
              <a:t>http://www.garykessler.net/library/crypto.html</a:t>
            </a:r>
            <a:r>
              <a:rPr lang="en-US" altLang="en-US">
                <a:latin typeface="Arial" panose="020B0604020202020204" pitchFamily="34" charset="0"/>
              </a:rPr>
              <a:t> (a great resource for much of this content)</a:t>
            </a:r>
          </a:p>
          <a:p>
            <a:endParaRPr lang="en-US" altLang="en-US">
              <a:latin typeface="Arial" panose="020B0604020202020204" pitchFamily="34" charset="0"/>
            </a:endParaRPr>
          </a:p>
          <a:p>
            <a:r>
              <a:rPr lang="en-US" altLang="en-US">
                <a:latin typeface="Arial" panose="020B0604020202020204" pitchFamily="34" charset="0"/>
              </a:rPr>
              <a:t>Secret Key (symmetric) cryptography</a:t>
            </a:r>
          </a:p>
          <a:p>
            <a:r>
              <a:rPr lang="en-US" altLang="en-US">
                <a:latin typeface="Arial" panose="020B0604020202020204" pitchFamily="34" charset="0"/>
              </a:rPr>
              <a:t>Public key (asymmetric) cryptography</a:t>
            </a:r>
          </a:p>
          <a:p>
            <a:r>
              <a:rPr lang="en-US" altLang="en-US">
                <a:latin typeface="Arial" panose="020B0604020202020204" pitchFamily="34" charset="0"/>
              </a:rPr>
              <a:t>Hash functions</a:t>
            </a:r>
          </a:p>
          <a:p>
            <a:endParaRPr lang="en-US" altLang="en-US">
              <a:latin typeface="Arial" panose="020B0604020202020204" pitchFamily="34" charset="0"/>
            </a:endParaRPr>
          </a:p>
          <a:p>
            <a:r>
              <a:rPr lang="en-US" altLang="en-US">
                <a:latin typeface="Arial" panose="020B0604020202020204" pitchFamily="34" charset="0"/>
              </a:rPr>
              <a:t>These act as “ingredients” to various security schemes.</a:t>
            </a:r>
          </a:p>
        </p:txBody>
      </p:sp>
      <p:sp>
        <p:nvSpPr>
          <p:cNvPr id="4" name="Slide Number Placeholder 3">
            <a:extLst>
              <a:ext uri="{FF2B5EF4-FFF2-40B4-BE49-F238E27FC236}">
                <a16:creationId xmlns:a16="http://schemas.microsoft.com/office/drawing/2014/main" id="{DE4F6E31-FF1F-4BB1-BEAB-6B015F86EB76}"/>
              </a:ext>
            </a:extLst>
          </p:cNvPr>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3A43DA8-3531-44E9-BDBB-015864C608D2}" type="slidenum">
              <a:rPr lang="en-US" altLang="en-US"/>
              <a:pPr eaLnBrk="1" hangingPunct="1"/>
              <a:t>4</a:t>
            </a:fld>
            <a:endParaRPr lang="en-US" altLang="en-US"/>
          </a:p>
        </p:txBody>
      </p:sp>
    </p:spTree>
    <p:extLst>
      <p:ext uri="{BB962C8B-B14F-4D97-AF65-F5344CB8AC3E}">
        <p14:creationId xmlns:p14="http://schemas.microsoft.com/office/powerpoint/2010/main" val="34149250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film, </a:t>
            </a:r>
            <a:r>
              <a:rPr lang="en-US" i="1" dirty="0"/>
              <a:t>The Imitation Game</a:t>
            </a:r>
            <a:r>
              <a:rPr lang="en-US" i="0" dirty="0"/>
              <a:t> simplifies the story by merging the Alan Turing’s work on the Bombe, which broke the Enigma cipher with his work on Colossus, which broke the more complicated Lorenz cipher.</a:t>
            </a:r>
          </a:p>
          <a:p>
            <a:endParaRPr lang="en-US" i="0" dirty="0"/>
          </a:p>
          <a:p>
            <a:r>
              <a:rPr lang="en-US" i="0" dirty="0"/>
              <a:t>Many computer histories describe the American ENIAC as the first programmable digital computer, but Colossus predated it by approximately two years. Colossus remained classified for three decades following WW II and has been omitted from many histories of computing. Whereas ENIAC was publicly known from the beginning.</a:t>
            </a:r>
          </a:p>
          <a:p>
            <a:endParaRPr lang="en-US" i="0" dirty="0"/>
          </a:p>
          <a:p>
            <a:r>
              <a:rPr lang="en-US" i="0" dirty="0"/>
              <a:t>Between 1993 and 2008 a functional replica of Colossus was built. To celebrate its completion, the National Museum of Computing created a competition, pitting the newly rebuilt Colossus against amateur radio operators. Three messages were enciphered using a Lorenz machine and transmitted from Paderborn, Germany. The victor’s 1.4 </a:t>
            </a:r>
            <a:r>
              <a:rPr lang="en-US" i="0" dirty="0" err="1"/>
              <a:t>Ghz</a:t>
            </a:r>
            <a:r>
              <a:rPr lang="en-US" i="0" dirty="0"/>
              <a:t> laptop broke the code in less than a minute whereas Colossus took approximately four hours. Still impressive for a 60-year-old design.</a:t>
            </a:r>
            <a:endParaRPr lang="en-US" dirty="0"/>
          </a:p>
        </p:txBody>
      </p:sp>
      <p:sp>
        <p:nvSpPr>
          <p:cNvPr id="4" name="Slide Number Placeholder 3"/>
          <p:cNvSpPr>
            <a:spLocks noGrp="1"/>
          </p:cNvSpPr>
          <p:nvPr>
            <p:ph type="sldNum" sz="quarter" idx="5"/>
          </p:nvPr>
        </p:nvSpPr>
        <p:spPr/>
        <p:txBody>
          <a:bodyPr/>
          <a:lstStyle/>
          <a:p>
            <a:fld id="{A7D3BCEC-B62E-4C7F-A26B-2AAB1180D605}" type="slidenum">
              <a:rPr lang="en-US" altLang="en-US" smtClean="0"/>
              <a:pPr/>
              <a:t>5</a:t>
            </a:fld>
            <a:endParaRPr lang="en-US" altLang="en-US"/>
          </a:p>
        </p:txBody>
      </p:sp>
    </p:spTree>
    <p:extLst>
      <p:ext uri="{BB962C8B-B14F-4D97-AF65-F5344CB8AC3E}">
        <p14:creationId xmlns:p14="http://schemas.microsoft.com/office/powerpoint/2010/main" val="10710164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Cryptographic exchanges often require generation of encryption keys. If there is a pattern to the numbers generated, then a brute-force attack becomes much easier than the number of bits in the key would suggest. Therefore, a source of truly random numbers becomes important.</a:t>
            </a:r>
          </a:p>
          <a:p>
            <a:endParaRPr lang="en-US" dirty="0"/>
          </a:p>
          <a:p>
            <a:r>
              <a:rPr lang="en-US" dirty="0"/>
              <a:t>Here are some devices used to generate random numbers. </a:t>
            </a:r>
            <a:r>
              <a:rPr lang="en-US" dirty="0" err="1"/>
              <a:t>CloudFlare</a:t>
            </a:r>
            <a:r>
              <a:rPr lang="en-US" dirty="0"/>
              <a:t> uses a digital camera pointed at a wall of lava lamps to generate a supply of random numbers. More common are devices based on radioactive decay or quantum effects. A low rate of random numbers can be generated by sampling a high-speed counter each time the user presses a key or moves a mouse.</a:t>
            </a:r>
          </a:p>
          <a:p>
            <a:endParaRPr lang="en-US" dirty="0"/>
          </a:p>
          <a:p>
            <a:r>
              <a:rPr lang="en-US" dirty="0"/>
              <a:t>Modern CPU chips have embedded random number generators based on quantum thermal noise.</a:t>
            </a:r>
          </a:p>
        </p:txBody>
      </p:sp>
      <p:sp>
        <p:nvSpPr>
          <p:cNvPr id="4" name="Slide Number Placeholder 3"/>
          <p:cNvSpPr>
            <a:spLocks noGrp="1"/>
          </p:cNvSpPr>
          <p:nvPr>
            <p:ph type="sldNum" sz="quarter" idx="5"/>
          </p:nvPr>
        </p:nvSpPr>
        <p:spPr/>
        <p:txBody>
          <a:bodyPr/>
          <a:lstStyle/>
          <a:p>
            <a:fld id="{A7D3BCEC-B62E-4C7F-A26B-2AAB1180D605}" type="slidenum">
              <a:rPr lang="en-US" altLang="en-US" smtClean="0"/>
              <a:pPr/>
              <a:t>6</a:t>
            </a:fld>
            <a:endParaRPr lang="en-US" altLang="en-US"/>
          </a:p>
        </p:txBody>
      </p:sp>
    </p:spTree>
    <p:extLst>
      <p:ext uri="{BB962C8B-B14F-4D97-AF65-F5344CB8AC3E}">
        <p14:creationId xmlns:p14="http://schemas.microsoft.com/office/powerpoint/2010/main" val="10795329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a:extLst>
              <a:ext uri="{FF2B5EF4-FFF2-40B4-BE49-F238E27FC236}">
                <a16:creationId xmlns:a16="http://schemas.microsoft.com/office/drawing/2014/main" id="{D0B00C9C-8AF8-445C-97F8-F8CA014EC461}"/>
              </a:ext>
            </a:extLst>
          </p:cNvPr>
          <p:cNvSpPr>
            <a:spLocks noGrp="1" noRot="1" noChangeAspect="1" noTextEdit="1"/>
          </p:cNvSpPr>
          <p:nvPr>
            <p:ph type="sldImg"/>
          </p:nvPr>
        </p:nvSpPr>
        <p:spPr>
          <a:ln/>
        </p:spPr>
      </p:sp>
      <p:sp>
        <p:nvSpPr>
          <p:cNvPr id="27651" name="Notes Placeholder 2">
            <a:extLst>
              <a:ext uri="{FF2B5EF4-FFF2-40B4-BE49-F238E27FC236}">
                <a16:creationId xmlns:a16="http://schemas.microsoft.com/office/drawing/2014/main" id="{AB9E247F-A80C-482B-B07E-B839F0C969D7}"/>
              </a:ext>
            </a:extLst>
          </p:cNvPr>
          <p:cNvSpPr>
            <a:spLocks noGrp="1"/>
          </p:cNvSpPr>
          <p:nvPr>
            <p:ph type="body" idx="1"/>
          </p:nvPr>
        </p:nvSpPr>
        <p:spPr>
          <a:noFill/>
        </p:spPr>
        <p:txBody>
          <a:bodyPr/>
          <a:lstStyle/>
          <a:p>
            <a:r>
              <a:rPr lang="en-US" altLang="en-US">
                <a:latin typeface="Arial" panose="020B0604020202020204" pitchFamily="34" charset="0"/>
              </a:rPr>
              <a:t>“</a:t>
            </a:r>
            <a:r>
              <a:rPr lang="en-US" altLang="en-US" i="1">
                <a:latin typeface="Arial" panose="020B0604020202020204" pitchFamily="34" charset="0"/>
              </a:rPr>
              <a:t>Public-key cryptography</a:t>
            </a:r>
            <a:r>
              <a:rPr lang="en-US" altLang="en-US">
                <a:latin typeface="Arial" panose="020B0604020202020204" pitchFamily="34" charset="0"/>
              </a:rPr>
              <a:t> has been said to be the most significant new development in cryptography in the last 300-400 years. Modern PKC was first described publicly by Stanford University professor Martin Hellman and graduate student Whitfield Diffie in 1976.” - </a:t>
            </a:r>
            <a:r>
              <a:rPr lang="en-US" altLang="en-US">
                <a:latin typeface="Arial" panose="020B0604020202020204" pitchFamily="34" charset="0"/>
                <a:hlinkClick r:id="rId3"/>
              </a:rPr>
              <a:t>http://www.garykessler.net/library/crypto.html</a:t>
            </a:r>
            <a:endParaRPr lang="en-US" altLang="en-US">
              <a:latin typeface="Arial" panose="020B0604020202020204" pitchFamily="34" charset="0"/>
            </a:endParaRPr>
          </a:p>
          <a:p>
            <a:endParaRPr lang="en-US" altLang="en-US">
              <a:latin typeface="Arial" panose="020B0604020202020204" pitchFamily="34" charset="0"/>
            </a:endParaRPr>
          </a:p>
          <a:p>
            <a:r>
              <a:rPr lang="en-US" altLang="en-US">
                <a:latin typeface="Arial" panose="020B0604020202020204" pitchFamily="34" charset="0"/>
              </a:rPr>
              <a:t>Note: It doesn’t matter which of the 2 keys are applied to encrypt and decrypt a message. If one encrypts then the other decrypts, and visa versa. Also, knowing one key does not help in discovering what the other key is, although they are mathematically related.</a:t>
            </a:r>
          </a:p>
        </p:txBody>
      </p:sp>
      <p:sp>
        <p:nvSpPr>
          <p:cNvPr id="4" name="Slide Number Placeholder 3">
            <a:extLst>
              <a:ext uri="{FF2B5EF4-FFF2-40B4-BE49-F238E27FC236}">
                <a16:creationId xmlns:a16="http://schemas.microsoft.com/office/drawing/2014/main" id="{712565A0-AD49-4430-962E-9C2A3E396ACC}"/>
              </a:ext>
            </a:extLst>
          </p:cNvPr>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5647C5E-92E7-4298-921C-C038D1085278}" type="slidenum">
              <a:rPr lang="en-US" altLang="en-US"/>
              <a:pPr eaLnBrk="1" hangingPunct="1"/>
              <a:t>8</a:t>
            </a:fld>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a:extLst>
              <a:ext uri="{FF2B5EF4-FFF2-40B4-BE49-F238E27FC236}">
                <a16:creationId xmlns:a16="http://schemas.microsoft.com/office/drawing/2014/main" id="{076229DE-9BBB-4348-8692-EC5DDBF759AC}"/>
              </a:ext>
            </a:extLst>
          </p:cNvPr>
          <p:cNvSpPr>
            <a:spLocks noGrp="1" noRot="1" noChangeAspect="1" noTextEdit="1"/>
          </p:cNvSpPr>
          <p:nvPr>
            <p:ph type="sldImg"/>
          </p:nvPr>
        </p:nvSpPr>
        <p:spPr>
          <a:ln/>
        </p:spPr>
      </p:sp>
      <p:sp>
        <p:nvSpPr>
          <p:cNvPr id="30723" name="Notes Placeholder 2">
            <a:extLst>
              <a:ext uri="{FF2B5EF4-FFF2-40B4-BE49-F238E27FC236}">
                <a16:creationId xmlns:a16="http://schemas.microsoft.com/office/drawing/2014/main" id="{A99017DC-5FAE-49CE-B89C-949FBAD9FC38}"/>
              </a:ext>
            </a:extLst>
          </p:cNvPr>
          <p:cNvSpPr>
            <a:spLocks noGrp="1"/>
          </p:cNvSpPr>
          <p:nvPr>
            <p:ph type="body" idx="1"/>
          </p:nvPr>
        </p:nvSpPr>
        <p:spPr>
          <a:noFill/>
        </p:spPr>
        <p:txBody>
          <a:bodyPr/>
          <a:lstStyle/>
          <a:p>
            <a:r>
              <a:rPr lang="en-US" altLang="en-US">
                <a:latin typeface="Arial" panose="020B0604020202020204" pitchFamily="34" charset="0"/>
              </a:rPr>
              <a:t>When two different files create the same hash, there is a “hash collision”. This is the main security risk associated with how hashes are used in practice. If I can create a substitute message and get the hash to match what you think it should be for the original message, then you wouldn’t know there was a problem with it.</a:t>
            </a:r>
          </a:p>
        </p:txBody>
      </p:sp>
      <p:sp>
        <p:nvSpPr>
          <p:cNvPr id="4" name="Slide Number Placeholder 3">
            <a:extLst>
              <a:ext uri="{FF2B5EF4-FFF2-40B4-BE49-F238E27FC236}">
                <a16:creationId xmlns:a16="http://schemas.microsoft.com/office/drawing/2014/main" id="{461C0955-9BC6-4390-9415-683E50889FF9}"/>
              </a:ext>
            </a:extLst>
          </p:cNvPr>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3675B0F-E787-4575-B3D0-58AE77CAEED2}" type="slidenum">
              <a:rPr lang="en-US" altLang="en-US"/>
              <a:pPr eaLnBrk="1" hangingPunct="1"/>
              <a:t>9</a:t>
            </a:fld>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7D3BCEC-B62E-4C7F-A26B-2AAB1180D605}" type="slidenum">
              <a:rPr lang="en-US" altLang="en-US" smtClean="0"/>
              <a:pPr/>
              <a:t>10</a:t>
            </a:fld>
            <a:endParaRPr lang="en-US" altLang="en-US"/>
          </a:p>
        </p:txBody>
      </p:sp>
    </p:spTree>
    <p:extLst>
      <p:ext uri="{BB962C8B-B14F-4D97-AF65-F5344CB8AC3E}">
        <p14:creationId xmlns:p14="http://schemas.microsoft.com/office/powerpoint/2010/main" val="26283558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a:extLst>
              <a:ext uri="{FF2B5EF4-FFF2-40B4-BE49-F238E27FC236}">
                <a16:creationId xmlns:a16="http://schemas.microsoft.com/office/drawing/2014/main" id="{B771FF32-F8B1-48C4-813F-486414201A68}"/>
              </a:ext>
            </a:extLst>
          </p:cNvPr>
          <p:cNvSpPr>
            <a:spLocks noGrp="1" noRot="1" noChangeAspect="1" noTextEdit="1"/>
          </p:cNvSpPr>
          <p:nvPr>
            <p:ph type="sldImg"/>
          </p:nvPr>
        </p:nvSpPr>
        <p:spPr>
          <a:ln/>
        </p:spPr>
      </p:sp>
      <p:sp>
        <p:nvSpPr>
          <p:cNvPr id="31747" name="Notes Placeholder 2">
            <a:extLst>
              <a:ext uri="{FF2B5EF4-FFF2-40B4-BE49-F238E27FC236}">
                <a16:creationId xmlns:a16="http://schemas.microsoft.com/office/drawing/2014/main" id="{23761306-545A-4721-9462-62316B38A4C0}"/>
              </a:ext>
            </a:extLst>
          </p:cNvPr>
          <p:cNvSpPr>
            <a:spLocks noGrp="1"/>
          </p:cNvSpPr>
          <p:nvPr>
            <p:ph type="body" idx="1"/>
          </p:nvPr>
        </p:nvSpPr>
        <p:spPr>
          <a:noFill/>
        </p:spPr>
        <p:txBody>
          <a:bodyPr/>
          <a:lstStyle/>
          <a:p>
            <a:r>
              <a:rPr lang="en-US" altLang="en-US" dirty="0">
                <a:latin typeface="Arial" panose="020B0604020202020204" pitchFamily="34" charset="0"/>
              </a:rPr>
              <a:t>Digital signatures use hashes and public key encryption together.</a:t>
            </a:r>
          </a:p>
        </p:txBody>
      </p:sp>
      <p:sp>
        <p:nvSpPr>
          <p:cNvPr id="4" name="Slide Number Placeholder 3">
            <a:extLst>
              <a:ext uri="{FF2B5EF4-FFF2-40B4-BE49-F238E27FC236}">
                <a16:creationId xmlns:a16="http://schemas.microsoft.com/office/drawing/2014/main" id="{D5246690-A64C-4F48-997F-014FC158F47F}"/>
              </a:ext>
            </a:extLst>
          </p:cNvPr>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08B3498-549B-4CD3-B570-D65772435264}" type="slidenum">
              <a:rPr lang="en-US" altLang="en-US"/>
              <a:pPr eaLnBrk="1" hangingPunct="1"/>
              <a:t>12</a:t>
            </a:fld>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a:extLst>
              <a:ext uri="{FF2B5EF4-FFF2-40B4-BE49-F238E27FC236}">
                <a16:creationId xmlns:a16="http://schemas.microsoft.com/office/drawing/2014/main" id="{EED1A83F-9C95-41A3-8053-CE59732D9023}"/>
              </a:ext>
            </a:extLst>
          </p:cNvPr>
          <p:cNvSpPr>
            <a:spLocks noGrp="1" noRot="1" noChangeAspect="1" noTextEdit="1"/>
          </p:cNvSpPr>
          <p:nvPr>
            <p:ph type="sldImg"/>
          </p:nvPr>
        </p:nvSpPr>
        <p:spPr>
          <a:ln/>
        </p:spPr>
      </p:sp>
      <p:sp>
        <p:nvSpPr>
          <p:cNvPr id="32771" name="Notes Placeholder 2">
            <a:extLst>
              <a:ext uri="{FF2B5EF4-FFF2-40B4-BE49-F238E27FC236}">
                <a16:creationId xmlns:a16="http://schemas.microsoft.com/office/drawing/2014/main" id="{42763E0C-7856-4F04-A858-610AA8343D14}"/>
              </a:ext>
            </a:extLst>
          </p:cNvPr>
          <p:cNvSpPr>
            <a:spLocks noGrp="1"/>
          </p:cNvSpPr>
          <p:nvPr>
            <p:ph type="body" idx="1"/>
          </p:nvPr>
        </p:nvSpPr>
        <p:spPr>
          <a:noFill/>
        </p:spPr>
        <p:txBody>
          <a:bodyPr/>
          <a:lstStyle/>
          <a:p>
            <a:r>
              <a:rPr lang="en-US" altLang="en-US">
                <a:latin typeface="Arial" panose="020B0604020202020204" pitchFamily="34" charset="0"/>
              </a:rPr>
              <a:t>PGP stands for Pretty Good Privacy.</a:t>
            </a:r>
          </a:p>
        </p:txBody>
      </p:sp>
      <p:sp>
        <p:nvSpPr>
          <p:cNvPr id="4" name="Slide Number Placeholder 3">
            <a:extLst>
              <a:ext uri="{FF2B5EF4-FFF2-40B4-BE49-F238E27FC236}">
                <a16:creationId xmlns:a16="http://schemas.microsoft.com/office/drawing/2014/main" id="{F588001F-2D17-4547-8C25-5C5D98D29D2E}"/>
              </a:ext>
            </a:extLst>
          </p:cNvPr>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2CD45C5-8194-4534-A770-194EE203D0E4}" type="slidenum">
              <a:rPr lang="en-US" altLang="en-US"/>
              <a:pPr eaLnBrk="1" hangingPunct="1"/>
              <a:t>13</a:t>
            </a:fld>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a:extLst>
              <a:ext uri="{FF2B5EF4-FFF2-40B4-BE49-F238E27FC236}">
                <a16:creationId xmlns:a16="http://schemas.microsoft.com/office/drawing/2014/main" id="{24CB4EEC-D15A-4B91-A5EF-D1C9B814B7B0}"/>
              </a:ext>
            </a:extLst>
          </p:cNvPr>
          <p:cNvSpPr>
            <a:spLocks noGrp="1" noRot="1" noChangeAspect="1" noTextEdit="1"/>
          </p:cNvSpPr>
          <p:nvPr>
            <p:ph type="sldImg"/>
          </p:nvPr>
        </p:nvSpPr>
        <p:spPr>
          <a:ln/>
        </p:spPr>
      </p:sp>
      <p:sp>
        <p:nvSpPr>
          <p:cNvPr id="33795" name="Notes Placeholder 2">
            <a:extLst>
              <a:ext uri="{FF2B5EF4-FFF2-40B4-BE49-F238E27FC236}">
                <a16:creationId xmlns:a16="http://schemas.microsoft.com/office/drawing/2014/main" id="{7A739996-5AC7-4371-894B-6E904792D997}"/>
              </a:ext>
            </a:extLst>
          </p:cNvPr>
          <p:cNvSpPr>
            <a:spLocks noGrp="1"/>
          </p:cNvSpPr>
          <p:nvPr>
            <p:ph type="body" idx="1"/>
          </p:nvPr>
        </p:nvSpPr>
        <p:spPr>
          <a:noFill/>
        </p:spPr>
        <p:txBody>
          <a:bodyPr/>
          <a:lstStyle/>
          <a:p>
            <a:r>
              <a:rPr lang="en-US" altLang="en-US" dirty="0">
                <a:latin typeface="Arial" panose="020B0604020202020204" pitchFamily="34" charset="0"/>
              </a:rPr>
              <a:t>Demo: go to </a:t>
            </a:r>
            <a:r>
              <a:rPr lang="en-US" altLang="en-US" dirty="0">
                <a:latin typeface="Arial" panose="020B0604020202020204" pitchFamily="34" charset="0"/>
                <a:hlinkClick r:id="rId3"/>
              </a:rPr>
              <a:t>https://www.verisign.com</a:t>
            </a:r>
            <a:endParaRPr lang="en-US" altLang="en-US" dirty="0">
              <a:latin typeface="Arial" panose="020B0604020202020204" pitchFamily="34" charset="0"/>
            </a:endParaRPr>
          </a:p>
          <a:p>
            <a:pPr lvl="1"/>
            <a:r>
              <a:rPr lang="en-US" altLang="en-US" dirty="0">
                <a:latin typeface="Arial" panose="020B0604020202020204" pitchFamily="34" charset="0"/>
              </a:rPr>
              <a:t>See green URL </a:t>
            </a:r>
            <a:r>
              <a:rPr lang="en-US" altLang="en-US" dirty="0">
                <a:latin typeface="Arial" panose="020B0604020202020204" pitchFamily="34" charset="0"/>
                <a:sym typeface="Wingdings" panose="05000000000000000000" pitchFamily="2" charset="2"/>
              </a:rPr>
              <a:t> SSL established </a:t>
            </a:r>
          </a:p>
          <a:p>
            <a:pPr lvl="1"/>
            <a:r>
              <a:rPr lang="en-US" altLang="en-US" dirty="0">
                <a:latin typeface="Arial" panose="020B0604020202020204" pitchFamily="34" charset="0"/>
                <a:sym typeface="Wingdings" panose="05000000000000000000" pitchFamily="2" charset="2"/>
              </a:rPr>
              <a:t>Click on “Verify” under logo </a:t>
            </a:r>
          </a:p>
          <a:p>
            <a:pPr lvl="2"/>
            <a:r>
              <a:rPr lang="en-US" altLang="en-US" dirty="0">
                <a:latin typeface="Arial" panose="020B0604020202020204" pitchFamily="34" charset="0"/>
                <a:sym typeface="Wingdings" panose="05000000000000000000" pitchFamily="2" charset="2"/>
              </a:rPr>
              <a:t> see some certificate info</a:t>
            </a:r>
          </a:p>
          <a:p>
            <a:pPr lvl="1"/>
            <a:r>
              <a:rPr lang="en-US" altLang="en-US" dirty="0">
                <a:latin typeface="Arial" panose="020B0604020202020204" pitchFamily="34" charset="0"/>
                <a:sym typeface="Wingdings" panose="05000000000000000000" pitchFamily="2" charset="2"/>
              </a:rPr>
              <a:t>Click on the green bar too </a:t>
            </a:r>
            <a:endParaRPr lang="en-US" altLang="en-US" dirty="0">
              <a:latin typeface="Arial" panose="020B0604020202020204" pitchFamily="34" charset="0"/>
            </a:endParaRPr>
          </a:p>
          <a:p>
            <a:endParaRPr lang="en-US" altLang="en-US" dirty="0">
              <a:latin typeface="Arial" panose="020B0604020202020204" pitchFamily="34" charset="0"/>
            </a:endParaRPr>
          </a:p>
          <a:p>
            <a:r>
              <a:rPr lang="en-US" altLang="en-US" dirty="0">
                <a:latin typeface="Arial" panose="020B0604020202020204" pitchFamily="34" charset="0"/>
              </a:rPr>
              <a:t>Encryption models don’t account for how to distribute the keys to various parties. There are many unanswered questions: “How, for example, does one site obtain another party's public key? How does a recipient determine if a public key really belongs to the sender? How does the recipient know that the sender is using their public key for a legitimate purpose for which they are authorized? When does a public key expire? How can a key be revoked in case of compromise or loss?” – see </a:t>
            </a:r>
            <a:r>
              <a:rPr lang="en-US" altLang="en-US" dirty="0">
                <a:latin typeface="Arial" panose="020B0604020202020204" pitchFamily="34" charset="0"/>
                <a:hlinkClick r:id="rId4"/>
              </a:rPr>
              <a:t>http://www.garykessler.net/library/crypto.html</a:t>
            </a:r>
            <a:endParaRPr lang="en-US" altLang="en-US" dirty="0">
              <a:latin typeface="Arial" panose="020B0604020202020204" pitchFamily="34" charset="0"/>
            </a:endParaRPr>
          </a:p>
          <a:p>
            <a:endParaRPr lang="en-US" altLang="en-US" dirty="0">
              <a:latin typeface="Arial" panose="020B0604020202020204" pitchFamily="34" charset="0"/>
            </a:endParaRPr>
          </a:p>
          <a:p>
            <a:r>
              <a:rPr lang="en-US" altLang="en-US" dirty="0">
                <a:latin typeface="Arial" panose="020B0604020202020204" pitchFamily="34" charset="0"/>
              </a:rPr>
              <a:t>“The basic concept of a certificate is one that is familiar to all of us. A driver's license, credit card, or SCUBA certification, for example, identify us to others, indicate something that we are authorized to do, have an expiration date, and identify the authority that granted the certificate.”</a:t>
            </a:r>
          </a:p>
          <a:p>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a:extLst>
              <a:ext uri="{FF2B5EF4-FFF2-40B4-BE49-F238E27FC236}">
                <a16:creationId xmlns:a16="http://schemas.microsoft.com/office/drawing/2014/main" id="{C9CA726C-93EE-4194-A410-0204A674F626}"/>
              </a:ext>
            </a:extLst>
          </p:cNvPr>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83AAEC8-028F-4A70-8E16-2954EABB6DDB}" type="slidenum">
              <a:rPr lang="en-US" altLang="en-US"/>
              <a:pPr eaLnBrk="1" hangingPunct="1"/>
              <a:t>14</a:t>
            </a:fld>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https://www.tomshardware.com/news/google-wosign-startcom-certificates-banned,35055.html</a:t>
            </a:r>
          </a:p>
        </p:txBody>
      </p:sp>
      <p:sp>
        <p:nvSpPr>
          <p:cNvPr id="4" name="Slide Number Placeholder 3"/>
          <p:cNvSpPr>
            <a:spLocks noGrp="1"/>
          </p:cNvSpPr>
          <p:nvPr>
            <p:ph type="sldNum" sz="quarter" idx="5"/>
          </p:nvPr>
        </p:nvSpPr>
        <p:spPr/>
        <p:txBody>
          <a:bodyPr/>
          <a:lstStyle/>
          <a:p>
            <a:fld id="{A7D3BCEC-B62E-4C7F-A26B-2AAB1180D605}" type="slidenum">
              <a:rPr lang="en-US" altLang="en-US" smtClean="0"/>
              <a:pPr/>
              <a:t>16</a:t>
            </a:fld>
            <a:endParaRPr lang="en-US" altLang="en-US"/>
          </a:p>
        </p:txBody>
      </p:sp>
    </p:spTree>
    <p:extLst>
      <p:ext uri="{BB962C8B-B14F-4D97-AF65-F5344CB8AC3E}">
        <p14:creationId xmlns:p14="http://schemas.microsoft.com/office/powerpoint/2010/main" val="11251907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E06962E6-EAB0-4630-B319-0164AF4C0653}"/>
              </a:ext>
            </a:extLst>
          </p:cNvPr>
          <p:cNvSpPr>
            <a:spLocks noGrp="1" noRot="1" noChangeAspect="1" noTextEdit="1"/>
          </p:cNvSpPr>
          <p:nvPr>
            <p:ph type="sldImg"/>
          </p:nvPr>
        </p:nvSpPr>
        <p:spPr>
          <a:ln/>
        </p:spPr>
      </p:sp>
      <p:sp>
        <p:nvSpPr>
          <p:cNvPr id="34819" name="Notes Placeholder 2">
            <a:extLst>
              <a:ext uri="{FF2B5EF4-FFF2-40B4-BE49-F238E27FC236}">
                <a16:creationId xmlns:a16="http://schemas.microsoft.com/office/drawing/2014/main" id="{90DF4C9B-EF55-4CC5-A2D2-28747E5423F6}"/>
              </a:ext>
            </a:extLst>
          </p:cNvPr>
          <p:cNvSpPr>
            <a:spLocks noGrp="1"/>
          </p:cNvSpPr>
          <p:nvPr>
            <p:ph type="body" idx="1"/>
          </p:nvPr>
        </p:nvSpPr>
        <p:spPr>
          <a:noFill/>
        </p:spPr>
        <p:txBody>
          <a:bodyPr/>
          <a:lstStyle/>
          <a:p>
            <a:endParaRPr lang="en-US" altLang="en-US" dirty="0">
              <a:latin typeface="Arial" panose="020B0604020202020204" pitchFamily="34" charset="0"/>
            </a:endParaRPr>
          </a:p>
        </p:txBody>
      </p:sp>
      <p:sp>
        <p:nvSpPr>
          <p:cNvPr id="34820" name="Slide Number Placeholder 3">
            <a:extLst>
              <a:ext uri="{FF2B5EF4-FFF2-40B4-BE49-F238E27FC236}">
                <a16:creationId xmlns:a16="http://schemas.microsoft.com/office/drawing/2014/main" id="{057C15BD-5395-4A96-BBBF-1C3317E6EC31}"/>
              </a:ext>
            </a:extLst>
          </p:cNvPr>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1A02DB4-D0CC-44FE-9DAA-C7AD0A2EBE36}" type="slidenum">
              <a:rPr lang="en-US" altLang="en-US"/>
              <a:pPr eaLnBrk="1" hangingPunct="1"/>
              <a:t>18</a:t>
            </a:fld>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7D3BCEC-B62E-4C7F-A26B-2AAB1180D605}" type="slidenum">
              <a:rPr lang="en-US" altLang="en-US" smtClean="0"/>
              <a:pPr/>
              <a:t>23</a:t>
            </a:fld>
            <a:endParaRPr lang="en-US" altLang="en-US"/>
          </a:p>
        </p:txBody>
      </p:sp>
    </p:spTree>
    <p:extLst>
      <p:ext uri="{BB962C8B-B14F-4D97-AF65-F5344CB8AC3E}">
        <p14:creationId xmlns:p14="http://schemas.microsoft.com/office/powerpoint/2010/main" val="27938041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7D3BCEC-B62E-4C7F-A26B-2AAB1180D605}" type="slidenum">
              <a:rPr lang="en-US" altLang="en-US" smtClean="0"/>
              <a:pPr/>
              <a:t>25</a:t>
            </a:fld>
            <a:endParaRPr lang="en-US" altLang="en-US"/>
          </a:p>
        </p:txBody>
      </p:sp>
    </p:spTree>
    <p:extLst>
      <p:ext uri="{BB962C8B-B14F-4D97-AF65-F5344CB8AC3E}">
        <p14:creationId xmlns:p14="http://schemas.microsoft.com/office/powerpoint/2010/main" val="7047020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2C5DC062-1216-43BF-9BDB-D2F5DDF6F4DF}"/>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C34F5ADF-8D6A-46C1-AFAA-BD6C64C55072}"/>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83954192-C445-4991-A309-B6F6D7752C3D}"/>
              </a:ext>
            </a:extLst>
          </p:cNvPr>
          <p:cNvSpPr>
            <a:spLocks noGrp="1"/>
          </p:cNvSpPr>
          <p:nvPr>
            <p:ph type="sldNum" sz="quarter" idx="12"/>
          </p:nvPr>
        </p:nvSpPr>
        <p:spPr/>
        <p:txBody>
          <a:bodyPr/>
          <a:lstStyle>
            <a:lvl1pPr>
              <a:defRPr/>
            </a:lvl1pPr>
          </a:lstStyle>
          <a:p>
            <a:fld id="{DEDC2E35-8343-454E-83EB-AABB239EDC13}" type="slidenum">
              <a:rPr lang="en-US" altLang="en-US"/>
              <a:pPr/>
              <a:t>‹#›</a:t>
            </a:fld>
            <a:endParaRPr lang="en-US" altLang="en-US"/>
          </a:p>
        </p:txBody>
      </p:sp>
    </p:spTree>
    <p:extLst>
      <p:ext uri="{BB962C8B-B14F-4D97-AF65-F5344CB8AC3E}">
        <p14:creationId xmlns:p14="http://schemas.microsoft.com/office/powerpoint/2010/main" val="31075232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86FC5F-14EC-4095-A4EE-3FD528DE688B}"/>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7806C5D3-E70D-4D84-84E3-4D855A72991E}"/>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81B37C5A-FFDD-490A-89D2-7B99F32BD90A}"/>
              </a:ext>
            </a:extLst>
          </p:cNvPr>
          <p:cNvSpPr>
            <a:spLocks noGrp="1"/>
          </p:cNvSpPr>
          <p:nvPr>
            <p:ph type="sldNum" sz="quarter" idx="12"/>
          </p:nvPr>
        </p:nvSpPr>
        <p:spPr/>
        <p:txBody>
          <a:bodyPr/>
          <a:lstStyle>
            <a:lvl1pPr>
              <a:defRPr/>
            </a:lvl1pPr>
          </a:lstStyle>
          <a:p>
            <a:fld id="{E4C65877-606D-427D-9F6D-426B0940703C}" type="slidenum">
              <a:rPr lang="en-US" altLang="en-US"/>
              <a:pPr/>
              <a:t>‹#›</a:t>
            </a:fld>
            <a:endParaRPr lang="en-US" altLang="en-US"/>
          </a:p>
        </p:txBody>
      </p:sp>
    </p:spTree>
    <p:extLst>
      <p:ext uri="{BB962C8B-B14F-4D97-AF65-F5344CB8AC3E}">
        <p14:creationId xmlns:p14="http://schemas.microsoft.com/office/powerpoint/2010/main" val="3163062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246BCCA-A3B8-4733-A364-54405158CE85}"/>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8D9CF385-9B03-4B75-B7BF-045B81E2EB10}"/>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59A31F0F-BD5B-4B99-BB24-4F78E62540CB}"/>
              </a:ext>
            </a:extLst>
          </p:cNvPr>
          <p:cNvSpPr>
            <a:spLocks noGrp="1"/>
          </p:cNvSpPr>
          <p:nvPr>
            <p:ph type="sldNum" sz="quarter" idx="12"/>
          </p:nvPr>
        </p:nvSpPr>
        <p:spPr/>
        <p:txBody>
          <a:bodyPr/>
          <a:lstStyle>
            <a:lvl1pPr>
              <a:defRPr/>
            </a:lvl1pPr>
          </a:lstStyle>
          <a:p>
            <a:fld id="{87C53ADA-E983-45EC-B1D4-05CBDC738459}" type="slidenum">
              <a:rPr lang="en-US" altLang="en-US"/>
              <a:pPr/>
              <a:t>‹#›</a:t>
            </a:fld>
            <a:endParaRPr lang="en-US" altLang="en-US"/>
          </a:p>
        </p:txBody>
      </p:sp>
    </p:spTree>
    <p:extLst>
      <p:ext uri="{BB962C8B-B14F-4D97-AF65-F5344CB8AC3E}">
        <p14:creationId xmlns:p14="http://schemas.microsoft.com/office/powerpoint/2010/main" val="1312186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B6BB8AF5-23B0-4CB5-83F8-4CFEBE736E4E}"/>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ADD8451A-3876-497F-95CC-FFBB64705919}"/>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83174E50-07BA-4BA4-9D10-D6A678F66996}"/>
              </a:ext>
            </a:extLst>
          </p:cNvPr>
          <p:cNvSpPr>
            <a:spLocks noGrp="1"/>
          </p:cNvSpPr>
          <p:nvPr>
            <p:ph type="sldNum" sz="quarter" idx="12"/>
          </p:nvPr>
        </p:nvSpPr>
        <p:spPr/>
        <p:txBody>
          <a:bodyPr/>
          <a:lstStyle>
            <a:lvl1pPr>
              <a:defRPr/>
            </a:lvl1pPr>
          </a:lstStyle>
          <a:p>
            <a:fld id="{6BB09DAF-C34C-4120-8A9D-A924C106C223}" type="slidenum">
              <a:rPr lang="en-US" altLang="en-US"/>
              <a:pPr/>
              <a:t>‹#›</a:t>
            </a:fld>
            <a:endParaRPr lang="en-US" altLang="en-US"/>
          </a:p>
        </p:txBody>
      </p:sp>
    </p:spTree>
    <p:extLst>
      <p:ext uri="{BB962C8B-B14F-4D97-AF65-F5344CB8AC3E}">
        <p14:creationId xmlns:p14="http://schemas.microsoft.com/office/powerpoint/2010/main" val="5875180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2D4F1497-1856-4C5E-8828-B197A8D20C31}"/>
              </a:ext>
            </a:extLst>
          </p:cNvPr>
          <p:cNvSpPr>
            <a:spLocks noGrp="1"/>
          </p:cNvSpPr>
          <p:nvPr>
            <p:ph type="dt" sz="half" idx="10"/>
          </p:nvPr>
        </p:nvSpPr>
        <p:spPr/>
        <p:txBody>
          <a:bodyPr/>
          <a:lstStyle>
            <a:lvl1pPr>
              <a:defRPr/>
            </a:lvl1pPr>
          </a:lstStyle>
          <a:p>
            <a:pPr>
              <a:defRPr/>
            </a:pPr>
            <a:endParaRPr lang="en-US"/>
          </a:p>
        </p:txBody>
      </p:sp>
      <p:sp>
        <p:nvSpPr>
          <p:cNvPr id="8" name="Footer Placeholder 4">
            <a:extLst>
              <a:ext uri="{FF2B5EF4-FFF2-40B4-BE49-F238E27FC236}">
                <a16:creationId xmlns:a16="http://schemas.microsoft.com/office/drawing/2014/main" id="{D7B95EC0-369A-4927-B1F6-9201DEB0C43F}"/>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0AF22E79-411F-4625-9EFD-CDE2DC655C25}"/>
              </a:ext>
            </a:extLst>
          </p:cNvPr>
          <p:cNvSpPr>
            <a:spLocks noGrp="1"/>
          </p:cNvSpPr>
          <p:nvPr>
            <p:ph type="sldNum" sz="quarter" idx="12"/>
          </p:nvPr>
        </p:nvSpPr>
        <p:spPr/>
        <p:txBody>
          <a:bodyPr/>
          <a:lstStyle>
            <a:lvl1pPr>
              <a:defRPr/>
            </a:lvl1pPr>
          </a:lstStyle>
          <a:p>
            <a:fld id="{FAD65EA4-3012-4829-A39A-A27D62928BD0}" type="slidenum">
              <a:rPr lang="en-US" altLang="en-US"/>
              <a:pPr/>
              <a:t>‹#›</a:t>
            </a:fld>
            <a:endParaRPr lang="en-US" altLang="en-US"/>
          </a:p>
        </p:txBody>
      </p:sp>
    </p:spTree>
    <p:extLst>
      <p:ext uri="{BB962C8B-B14F-4D97-AF65-F5344CB8AC3E}">
        <p14:creationId xmlns:p14="http://schemas.microsoft.com/office/powerpoint/2010/main" val="7652087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A3A829D3-456B-4E20-A099-8AC4FDC88A4D}"/>
              </a:ext>
            </a:extLst>
          </p:cNvPr>
          <p:cNvSpPr>
            <a:spLocks noGrp="1"/>
          </p:cNvSpPr>
          <p:nvPr>
            <p:ph type="dt" sz="half" idx="10"/>
          </p:nvPr>
        </p:nvSpPr>
        <p:spPr/>
        <p:txBody>
          <a:bodyPr/>
          <a:lstStyle>
            <a:lvl1pPr>
              <a:defRPr/>
            </a:lvl1pPr>
          </a:lstStyle>
          <a:p>
            <a:pPr>
              <a:defRPr/>
            </a:pPr>
            <a:endParaRPr lang="en-US"/>
          </a:p>
        </p:txBody>
      </p:sp>
      <p:sp>
        <p:nvSpPr>
          <p:cNvPr id="4" name="Footer Placeholder 4">
            <a:extLst>
              <a:ext uri="{FF2B5EF4-FFF2-40B4-BE49-F238E27FC236}">
                <a16:creationId xmlns:a16="http://schemas.microsoft.com/office/drawing/2014/main" id="{FBFDD096-A4B3-480B-AE95-205D95DBDD49}"/>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2CF748BA-0A55-4BE5-A4F0-9544B9676B18}"/>
              </a:ext>
            </a:extLst>
          </p:cNvPr>
          <p:cNvSpPr>
            <a:spLocks noGrp="1"/>
          </p:cNvSpPr>
          <p:nvPr>
            <p:ph type="sldNum" sz="quarter" idx="12"/>
          </p:nvPr>
        </p:nvSpPr>
        <p:spPr/>
        <p:txBody>
          <a:bodyPr/>
          <a:lstStyle>
            <a:lvl1pPr>
              <a:defRPr/>
            </a:lvl1pPr>
          </a:lstStyle>
          <a:p>
            <a:fld id="{15053607-F2E5-450E-BB10-2D31C012C0C5}" type="slidenum">
              <a:rPr lang="en-US" altLang="en-US"/>
              <a:pPr/>
              <a:t>‹#›</a:t>
            </a:fld>
            <a:endParaRPr lang="en-US" altLang="en-US"/>
          </a:p>
        </p:txBody>
      </p:sp>
    </p:spTree>
    <p:extLst>
      <p:ext uri="{BB962C8B-B14F-4D97-AF65-F5344CB8AC3E}">
        <p14:creationId xmlns:p14="http://schemas.microsoft.com/office/powerpoint/2010/main" val="9897904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AA14494B-A4C9-4FA4-8253-FA416ED5BA04}"/>
              </a:ext>
            </a:extLst>
          </p:cNvPr>
          <p:cNvSpPr>
            <a:spLocks noGrp="1"/>
          </p:cNvSpPr>
          <p:nvPr>
            <p:ph type="dt" sz="half" idx="10"/>
          </p:nvPr>
        </p:nvSpPr>
        <p:spPr/>
        <p:txBody>
          <a:bodyPr/>
          <a:lstStyle>
            <a:lvl1pPr>
              <a:defRPr/>
            </a:lvl1pPr>
          </a:lstStyle>
          <a:p>
            <a:pPr>
              <a:defRPr/>
            </a:pPr>
            <a:endParaRPr lang="en-US"/>
          </a:p>
        </p:txBody>
      </p:sp>
      <p:sp>
        <p:nvSpPr>
          <p:cNvPr id="3" name="Footer Placeholder 4">
            <a:extLst>
              <a:ext uri="{FF2B5EF4-FFF2-40B4-BE49-F238E27FC236}">
                <a16:creationId xmlns:a16="http://schemas.microsoft.com/office/drawing/2014/main" id="{87FF5166-8660-46AF-ABF8-5C719B635709}"/>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485B4571-1B5C-452B-9EA8-7D194B4FEEA0}"/>
              </a:ext>
            </a:extLst>
          </p:cNvPr>
          <p:cNvSpPr>
            <a:spLocks noGrp="1"/>
          </p:cNvSpPr>
          <p:nvPr>
            <p:ph type="sldNum" sz="quarter" idx="12"/>
          </p:nvPr>
        </p:nvSpPr>
        <p:spPr/>
        <p:txBody>
          <a:bodyPr/>
          <a:lstStyle>
            <a:lvl1pPr>
              <a:defRPr/>
            </a:lvl1pPr>
          </a:lstStyle>
          <a:p>
            <a:fld id="{5402FCFE-252B-44DD-870D-FD510E00D9E4}" type="slidenum">
              <a:rPr lang="en-US" altLang="en-US"/>
              <a:pPr/>
              <a:t>‹#›</a:t>
            </a:fld>
            <a:endParaRPr lang="en-US" altLang="en-US"/>
          </a:p>
        </p:txBody>
      </p:sp>
    </p:spTree>
    <p:extLst>
      <p:ext uri="{BB962C8B-B14F-4D97-AF65-F5344CB8AC3E}">
        <p14:creationId xmlns:p14="http://schemas.microsoft.com/office/powerpoint/2010/main" val="19960072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81793FF0-3C6A-4ACA-8FE2-E044B0B1C3C2}"/>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3C05377B-9D64-47E6-9226-C3956E09DD7D}"/>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0A8CF944-53FF-45B9-A10F-BDC74855E18E}"/>
              </a:ext>
            </a:extLst>
          </p:cNvPr>
          <p:cNvSpPr>
            <a:spLocks noGrp="1"/>
          </p:cNvSpPr>
          <p:nvPr>
            <p:ph type="sldNum" sz="quarter" idx="12"/>
          </p:nvPr>
        </p:nvSpPr>
        <p:spPr/>
        <p:txBody>
          <a:bodyPr/>
          <a:lstStyle>
            <a:lvl1pPr>
              <a:defRPr/>
            </a:lvl1pPr>
          </a:lstStyle>
          <a:p>
            <a:fld id="{EC738CDB-1AF5-4D63-A539-D78FD0AC309D}" type="slidenum">
              <a:rPr lang="en-US" altLang="en-US"/>
              <a:pPr/>
              <a:t>‹#›</a:t>
            </a:fld>
            <a:endParaRPr lang="en-US" altLang="en-US"/>
          </a:p>
        </p:txBody>
      </p:sp>
    </p:spTree>
    <p:extLst>
      <p:ext uri="{BB962C8B-B14F-4D97-AF65-F5344CB8AC3E}">
        <p14:creationId xmlns:p14="http://schemas.microsoft.com/office/powerpoint/2010/main" val="9122779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B25D69B7-3FD0-4EE6-AC97-1FC5D20A153F}"/>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181E4258-6F8A-48C2-B68B-917E971F6451}"/>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FEBC7D3E-2313-4C38-BA15-BF3505EB13D2}"/>
              </a:ext>
            </a:extLst>
          </p:cNvPr>
          <p:cNvSpPr>
            <a:spLocks noGrp="1"/>
          </p:cNvSpPr>
          <p:nvPr>
            <p:ph type="sldNum" sz="quarter" idx="12"/>
          </p:nvPr>
        </p:nvSpPr>
        <p:spPr/>
        <p:txBody>
          <a:bodyPr/>
          <a:lstStyle>
            <a:lvl1pPr>
              <a:defRPr/>
            </a:lvl1pPr>
          </a:lstStyle>
          <a:p>
            <a:fld id="{43D0E2EA-F4A3-44C1-ABA3-69E847DD61A6}" type="slidenum">
              <a:rPr lang="en-US" altLang="en-US"/>
              <a:pPr/>
              <a:t>‹#›</a:t>
            </a:fld>
            <a:endParaRPr lang="en-US" altLang="en-US"/>
          </a:p>
        </p:txBody>
      </p:sp>
    </p:spTree>
    <p:extLst>
      <p:ext uri="{BB962C8B-B14F-4D97-AF65-F5344CB8AC3E}">
        <p14:creationId xmlns:p14="http://schemas.microsoft.com/office/powerpoint/2010/main" val="24680870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C5551A-5B1C-4D16-8061-D596C6C99DA8}"/>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2ACE5A0D-152F-4055-8136-96F093D6F0A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2E0D8F75-284B-40CA-ACA7-9C79DD63785D}"/>
              </a:ext>
            </a:extLst>
          </p:cNvPr>
          <p:cNvSpPr>
            <a:spLocks noGrp="1"/>
          </p:cNvSpPr>
          <p:nvPr>
            <p:ph type="sldNum" sz="quarter" idx="12"/>
          </p:nvPr>
        </p:nvSpPr>
        <p:spPr/>
        <p:txBody>
          <a:bodyPr/>
          <a:lstStyle>
            <a:lvl1pPr>
              <a:defRPr/>
            </a:lvl1pPr>
          </a:lstStyle>
          <a:p>
            <a:fld id="{C03D6A32-A954-4415-9A48-D4DFC46F406F}" type="slidenum">
              <a:rPr lang="en-US" altLang="en-US"/>
              <a:pPr/>
              <a:t>‹#›</a:t>
            </a:fld>
            <a:endParaRPr lang="en-US" altLang="en-US"/>
          </a:p>
        </p:txBody>
      </p:sp>
    </p:spTree>
    <p:extLst>
      <p:ext uri="{BB962C8B-B14F-4D97-AF65-F5344CB8AC3E}">
        <p14:creationId xmlns:p14="http://schemas.microsoft.com/office/powerpoint/2010/main" val="1521229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245D00-F71C-402A-8EFE-40D3E2C933EA}"/>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1780D51E-508C-4C5D-8842-AA632C73EFC0}"/>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24146C9E-C87A-4509-8019-91AC963DE686}"/>
              </a:ext>
            </a:extLst>
          </p:cNvPr>
          <p:cNvSpPr>
            <a:spLocks noGrp="1"/>
          </p:cNvSpPr>
          <p:nvPr>
            <p:ph type="sldNum" sz="quarter" idx="12"/>
          </p:nvPr>
        </p:nvSpPr>
        <p:spPr/>
        <p:txBody>
          <a:bodyPr/>
          <a:lstStyle>
            <a:lvl1pPr>
              <a:defRPr/>
            </a:lvl1pPr>
          </a:lstStyle>
          <a:p>
            <a:fld id="{76DF3495-4DEF-447F-9686-D5F796D9C1F9}" type="slidenum">
              <a:rPr lang="en-US" altLang="en-US"/>
              <a:pPr/>
              <a:t>‹#›</a:t>
            </a:fld>
            <a:endParaRPr lang="en-US" altLang="en-US"/>
          </a:p>
        </p:txBody>
      </p:sp>
    </p:spTree>
    <p:extLst>
      <p:ext uri="{BB962C8B-B14F-4D97-AF65-F5344CB8AC3E}">
        <p14:creationId xmlns:p14="http://schemas.microsoft.com/office/powerpoint/2010/main" val="37866515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43E296D5-3A95-415B-8C10-73465EDA7786}"/>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CE9C8C5A-DBEA-43FC-BC59-C5B4E3AA1F17}"/>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14C6E74A-7358-49F0-B20A-1162273B76FF}"/>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pPr>
              <a:defRPr/>
            </a:pPr>
            <a:endParaRPr lang="en-US"/>
          </a:p>
        </p:txBody>
      </p:sp>
      <p:sp>
        <p:nvSpPr>
          <p:cNvPr id="5" name="Footer Placeholder 4">
            <a:extLst>
              <a:ext uri="{FF2B5EF4-FFF2-40B4-BE49-F238E27FC236}">
                <a16:creationId xmlns:a16="http://schemas.microsoft.com/office/drawing/2014/main" id="{E4397B43-76F5-4940-9779-18234B2E2DA0}"/>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pPr>
              <a:defRPr/>
            </a:pPr>
            <a:endParaRPr lang="en-US"/>
          </a:p>
        </p:txBody>
      </p:sp>
      <p:sp>
        <p:nvSpPr>
          <p:cNvPr id="6" name="Slide Number Placeholder 5">
            <a:extLst>
              <a:ext uri="{FF2B5EF4-FFF2-40B4-BE49-F238E27FC236}">
                <a16:creationId xmlns:a16="http://schemas.microsoft.com/office/drawing/2014/main" id="{5F79C93E-465A-4EC7-AE80-63DCB869A657}"/>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5B649005-A0EF-4CA6-B5F9-3BFC689EFBCE}"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6.xml"/><Relationship Id="rId4" Type="http://schemas.openxmlformats.org/officeDocument/2006/relationships/image" Target="../media/image18.sv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hyperlink" Target="https://www.tomshardware.com/news/google-wosign-startcom-certificates-banned,35055.html" TargetMode="External"/><Relationship Id="rId5" Type="http://schemas.openxmlformats.org/officeDocument/2006/relationships/image" Target="../media/image21.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www.youtube.com/watch?v=86cQJ0MMses" TargetMode="External"/><Relationship Id="rId2" Type="http://schemas.openxmlformats.org/officeDocument/2006/relationships/hyperlink" Target="http://en.wikipedia.org/wiki/Transport_Layer_Security#TLS_handshake_in_detail"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xkcd.com/936/" TargetMode="External"/><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35A8382B-35E8-40C5-A3FF-C843E718A891}"/>
              </a:ext>
            </a:extLst>
          </p:cNvPr>
          <p:cNvSpPr>
            <a:spLocks noGrp="1" noChangeArrowheads="1"/>
          </p:cNvSpPr>
          <p:nvPr>
            <p:ph type="ctrTitle"/>
          </p:nvPr>
        </p:nvSpPr>
        <p:spPr>
          <a:xfrm>
            <a:off x="571500" y="1510553"/>
            <a:ext cx="8001000" cy="1470025"/>
          </a:xfrm>
        </p:spPr>
        <p:txBody>
          <a:bodyPr/>
          <a:lstStyle/>
          <a:p>
            <a:pPr eaLnBrk="1" hangingPunct="1"/>
            <a:r>
              <a:rPr lang="en-US" altLang="en-US" dirty="0"/>
              <a:t>Applied Cryptography</a:t>
            </a:r>
            <a:br>
              <a:rPr lang="en-US" altLang="en-US" dirty="0"/>
            </a:br>
            <a:r>
              <a:rPr lang="en-US" altLang="en-US" dirty="0"/>
              <a:t>(With a Web Orientation)</a:t>
            </a:r>
          </a:p>
        </p:txBody>
      </p:sp>
      <p:sp>
        <p:nvSpPr>
          <p:cNvPr id="13315" name="Rectangle 3" descr="Rectangle: Click to edit Master text styles&#10;Second level&#10;Third level&#10;Fourth level&#10;Fifth level">
            <a:extLst>
              <a:ext uri="{FF2B5EF4-FFF2-40B4-BE49-F238E27FC236}">
                <a16:creationId xmlns:a16="http://schemas.microsoft.com/office/drawing/2014/main" id="{361B277D-FCA2-4FE6-BEED-4C7EF8142D05}"/>
              </a:ext>
            </a:extLst>
          </p:cNvPr>
          <p:cNvSpPr>
            <a:spLocks noGrp="1" noChangeArrowheads="1"/>
          </p:cNvSpPr>
          <p:nvPr>
            <p:ph type="subTitle" idx="1"/>
          </p:nvPr>
        </p:nvSpPr>
        <p:spPr>
          <a:xfrm>
            <a:off x="1066800" y="3581400"/>
            <a:ext cx="6400800" cy="1752600"/>
          </a:xfrm>
        </p:spPr>
        <p:txBody>
          <a:bodyPr rtlCol="0">
            <a:normAutofit/>
          </a:bodyPr>
          <a:lstStyle/>
          <a:p>
            <a:pPr eaLnBrk="1" fontAlgn="auto" hangingPunct="1">
              <a:spcAft>
                <a:spcPts val="0"/>
              </a:spcAft>
              <a:defRPr/>
            </a:pPr>
            <a:r>
              <a:rPr lang="en-US" dirty="0"/>
              <a:t>IT210a S18</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a:extLst>
              <a:ext uri="{FF2B5EF4-FFF2-40B4-BE49-F238E27FC236}">
                <a16:creationId xmlns:a16="http://schemas.microsoft.com/office/drawing/2014/main" id="{5723386A-F755-4252-9727-E1DCBBDA92BB}"/>
              </a:ext>
            </a:extLst>
          </p:cNvPr>
          <p:cNvSpPr>
            <a:spLocks noGrp="1"/>
          </p:cNvSpPr>
          <p:nvPr>
            <p:ph type="title"/>
          </p:nvPr>
        </p:nvSpPr>
        <p:spPr/>
        <p:txBody>
          <a:bodyPr/>
          <a:lstStyle/>
          <a:p>
            <a:pPr eaLnBrk="1" hangingPunct="1"/>
            <a:r>
              <a:rPr lang="en-US" altLang="en-US"/>
              <a:t>Cryptography</a:t>
            </a:r>
          </a:p>
        </p:txBody>
      </p:sp>
      <p:sp>
        <p:nvSpPr>
          <p:cNvPr id="3" name="Content Placeholder 2">
            <a:extLst>
              <a:ext uri="{FF2B5EF4-FFF2-40B4-BE49-F238E27FC236}">
                <a16:creationId xmlns:a16="http://schemas.microsoft.com/office/drawing/2014/main" id="{16861180-49B6-49ED-B4FE-B83B91B83808}"/>
              </a:ext>
            </a:extLst>
          </p:cNvPr>
          <p:cNvSpPr>
            <a:spLocks noGrp="1"/>
          </p:cNvSpPr>
          <p:nvPr>
            <p:ph idx="1"/>
          </p:nvPr>
        </p:nvSpPr>
        <p:spPr>
          <a:xfrm>
            <a:off x="457200" y="1417638"/>
            <a:ext cx="8229600" cy="5165724"/>
          </a:xfrm>
        </p:spPr>
        <p:txBody>
          <a:bodyPr rtlCol="0">
            <a:normAutofit fontScale="92500" lnSpcReduction="10000"/>
          </a:bodyPr>
          <a:lstStyle/>
          <a:p>
            <a:pPr eaLnBrk="1" fontAlgn="auto" hangingPunct="1">
              <a:spcAft>
                <a:spcPts val="0"/>
              </a:spcAft>
              <a:defRPr/>
            </a:pPr>
            <a:r>
              <a:rPr lang="en-US" dirty="0"/>
              <a:t>Cryptography: science of communicating via secret code</a:t>
            </a:r>
          </a:p>
          <a:p>
            <a:pPr eaLnBrk="1" fontAlgn="auto" hangingPunct="1">
              <a:spcAft>
                <a:spcPts val="0"/>
              </a:spcAft>
              <a:defRPr/>
            </a:pPr>
            <a:r>
              <a:rPr lang="en-US" dirty="0"/>
              <a:t>Important in Internet context (e.g. exchange credit card information, facilitate secure login…)</a:t>
            </a:r>
          </a:p>
          <a:p>
            <a:pPr eaLnBrk="1" fontAlgn="auto" hangingPunct="1">
              <a:spcAft>
                <a:spcPts val="0"/>
              </a:spcAft>
              <a:defRPr/>
            </a:pPr>
            <a:r>
              <a:rPr lang="en-US" dirty="0"/>
              <a:t>Deals with 4 of 5 core security services:</a:t>
            </a:r>
          </a:p>
          <a:p>
            <a:pPr lvl="1" eaLnBrk="1" fontAlgn="auto" hangingPunct="1">
              <a:spcAft>
                <a:spcPts val="0"/>
              </a:spcAft>
              <a:defRPr/>
            </a:pPr>
            <a:r>
              <a:rPr lang="en-US" dirty="0"/>
              <a:t>Confidentiality</a:t>
            </a:r>
          </a:p>
          <a:p>
            <a:pPr lvl="1" eaLnBrk="1" fontAlgn="auto" hangingPunct="1">
              <a:spcAft>
                <a:spcPts val="0"/>
              </a:spcAft>
              <a:defRPr/>
            </a:pPr>
            <a:r>
              <a:rPr lang="en-US" dirty="0"/>
              <a:t>Integrity</a:t>
            </a:r>
          </a:p>
          <a:p>
            <a:pPr lvl="1" eaLnBrk="1" fontAlgn="auto" hangingPunct="1">
              <a:spcAft>
                <a:spcPts val="0"/>
              </a:spcAft>
              <a:defRPr/>
            </a:pPr>
            <a:r>
              <a:rPr lang="en-US" dirty="0"/>
              <a:t>Authentication</a:t>
            </a:r>
          </a:p>
          <a:p>
            <a:pPr lvl="1" eaLnBrk="1" fontAlgn="auto" hangingPunct="1">
              <a:spcAft>
                <a:spcPts val="0"/>
              </a:spcAft>
              <a:defRPr/>
            </a:pPr>
            <a:r>
              <a:rPr lang="en-US" dirty="0"/>
              <a:t>Non-repudiation</a:t>
            </a:r>
          </a:p>
          <a:p>
            <a:pPr lvl="1" eaLnBrk="1" fontAlgn="auto" hangingPunct="1">
              <a:spcAft>
                <a:spcPts val="0"/>
              </a:spcAft>
              <a:defRPr/>
            </a:pPr>
            <a:r>
              <a:rPr lang="en-US" dirty="0"/>
              <a:t>(but not Availability, though it may indirectly be involved)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a:extLst>
              <a:ext uri="{FF2B5EF4-FFF2-40B4-BE49-F238E27FC236}">
                <a16:creationId xmlns:a16="http://schemas.microsoft.com/office/drawing/2014/main" id="{ECF09233-A9B5-430D-9861-B63964AF1F2B}"/>
              </a:ext>
            </a:extLst>
          </p:cNvPr>
          <p:cNvSpPr>
            <a:spLocks noGrp="1"/>
          </p:cNvSpPr>
          <p:nvPr>
            <p:ph type="title"/>
          </p:nvPr>
        </p:nvSpPr>
        <p:spPr/>
        <p:txBody>
          <a:bodyPr/>
          <a:lstStyle/>
          <a:p>
            <a:pPr eaLnBrk="1" hangingPunct="1"/>
            <a:r>
              <a:rPr lang="en-US" altLang="en-US"/>
              <a:t>Encryption &amp; Decryption</a:t>
            </a:r>
          </a:p>
        </p:txBody>
      </p:sp>
      <p:sp>
        <p:nvSpPr>
          <p:cNvPr id="4" name="Rectangle 3">
            <a:extLst>
              <a:ext uri="{FF2B5EF4-FFF2-40B4-BE49-F238E27FC236}">
                <a16:creationId xmlns:a16="http://schemas.microsoft.com/office/drawing/2014/main" id="{C2D2E8CC-DCF0-4CDF-8029-F26E5EA58DD1}"/>
              </a:ext>
            </a:extLst>
          </p:cNvPr>
          <p:cNvSpPr/>
          <p:nvPr/>
        </p:nvSpPr>
        <p:spPr>
          <a:xfrm>
            <a:off x="762000" y="2438400"/>
            <a:ext cx="1600200" cy="1295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800" dirty="0"/>
              <a:t>Hello, how are you?</a:t>
            </a:r>
          </a:p>
        </p:txBody>
      </p:sp>
      <p:sp>
        <p:nvSpPr>
          <p:cNvPr id="4100" name="TextBox 4">
            <a:extLst>
              <a:ext uri="{FF2B5EF4-FFF2-40B4-BE49-F238E27FC236}">
                <a16:creationId xmlns:a16="http://schemas.microsoft.com/office/drawing/2014/main" id="{C7822707-07D6-408B-A536-74798713B7E2}"/>
              </a:ext>
            </a:extLst>
          </p:cNvPr>
          <p:cNvSpPr txBox="1">
            <a:spLocks noChangeArrowheads="1"/>
          </p:cNvSpPr>
          <p:nvPr/>
        </p:nvSpPr>
        <p:spPr bwMode="auto">
          <a:xfrm>
            <a:off x="685800" y="1752600"/>
            <a:ext cx="17573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3200"/>
              <a:t>Plaintext</a:t>
            </a:r>
          </a:p>
        </p:txBody>
      </p:sp>
      <p:cxnSp>
        <p:nvCxnSpPr>
          <p:cNvPr id="7" name="Straight Arrow Connector 6">
            <a:extLst>
              <a:ext uri="{FF2B5EF4-FFF2-40B4-BE49-F238E27FC236}">
                <a16:creationId xmlns:a16="http://schemas.microsoft.com/office/drawing/2014/main" id="{8C8D8DA1-10A5-4378-875D-A310E7F2A2B3}"/>
              </a:ext>
            </a:extLst>
          </p:cNvPr>
          <p:cNvCxnSpPr>
            <a:stCxn id="4" idx="3"/>
            <a:endCxn id="9" idx="1"/>
          </p:cNvCxnSpPr>
          <p:nvPr/>
        </p:nvCxnSpPr>
        <p:spPr>
          <a:xfrm flipV="1">
            <a:off x="2362200" y="3062288"/>
            <a:ext cx="4114800" cy="23812"/>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9" name="Rectangle 8">
            <a:extLst>
              <a:ext uri="{FF2B5EF4-FFF2-40B4-BE49-F238E27FC236}">
                <a16:creationId xmlns:a16="http://schemas.microsoft.com/office/drawing/2014/main" id="{0E271406-DA4C-46C5-BD0D-530623F708B5}"/>
              </a:ext>
            </a:extLst>
          </p:cNvPr>
          <p:cNvSpPr/>
          <p:nvPr/>
        </p:nvSpPr>
        <p:spPr>
          <a:xfrm>
            <a:off x="6477000" y="2414588"/>
            <a:ext cx="1600200" cy="1295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800" dirty="0"/>
              <a:t>SX$H@BBA*#_A;L</a:t>
            </a:r>
          </a:p>
        </p:txBody>
      </p:sp>
      <p:sp>
        <p:nvSpPr>
          <p:cNvPr id="4103" name="TextBox 9">
            <a:extLst>
              <a:ext uri="{FF2B5EF4-FFF2-40B4-BE49-F238E27FC236}">
                <a16:creationId xmlns:a16="http://schemas.microsoft.com/office/drawing/2014/main" id="{83A42229-8A8E-419B-9DAB-F79FC0896CD5}"/>
              </a:ext>
            </a:extLst>
          </p:cNvPr>
          <p:cNvSpPr txBox="1">
            <a:spLocks noChangeArrowheads="1"/>
          </p:cNvSpPr>
          <p:nvPr/>
        </p:nvSpPr>
        <p:spPr bwMode="auto">
          <a:xfrm>
            <a:off x="6216650" y="1752600"/>
            <a:ext cx="21653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3200"/>
              <a:t>Cyphertext</a:t>
            </a:r>
          </a:p>
        </p:txBody>
      </p:sp>
      <p:sp>
        <p:nvSpPr>
          <p:cNvPr id="4104" name="TextBox 11">
            <a:extLst>
              <a:ext uri="{FF2B5EF4-FFF2-40B4-BE49-F238E27FC236}">
                <a16:creationId xmlns:a16="http://schemas.microsoft.com/office/drawing/2014/main" id="{EAF7401C-6F20-49FE-B74B-29316766318F}"/>
              </a:ext>
            </a:extLst>
          </p:cNvPr>
          <p:cNvSpPr txBox="1">
            <a:spLocks noChangeArrowheads="1"/>
          </p:cNvSpPr>
          <p:nvPr/>
        </p:nvSpPr>
        <p:spPr bwMode="auto">
          <a:xfrm>
            <a:off x="2857500" y="2133600"/>
            <a:ext cx="300979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dirty="0"/>
              <a:t>Encryption Algorithm</a:t>
            </a:r>
          </a:p>
        </p:txBody>
      </p:sp>
      <p:sp>
        <p:nvSpPr>
          <p:cNvPr id="13" name="Rectangle 12">
            <a:extLst>
              <a:ext uri="{FF2B5EF4-FFF2-40B4-BE49-F238E27FC236}">
                <a16:creationId xmlns:a16="http://schemas.microsoft.com/office/drawing/2014/main" id="{789FF9B1-C8F8-4790-8231-7876A99E0C43}"/>
              </a:ext>
            </a:extLst>
          </p:cNvPr>
          <p:cNvSpPr/>
          <p:nvPr/>
        </p:nvSpPr>
        <p:spPr>
          <a:xfrm>
            <a:off x="6477000" y="4724400"/>
            <a:ext cx="1600200" cy="1295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800" dirty="0"/>
              <a:t>Hello, how are you?</a:t>
            </a:r>
          </a:p>
        </p:txBody>
      </p:sp>
      <p:sp>
        <p:nvSpPr>
          <p:cNvPr id="4106" name="TextBox 13">
            <a:extLst>
              <a:ext uri="{FF2B5EF4-FFF2-40B4-BE49-F238E27FC236}">
                <a16:creationId xmlns:a16="http://schemas.microsoft.com/office/drawing/2014/main" id="{535E9946-9A6F-4463-B9FE-E777B209E816}"/>
              </a:ext>
            </a:extLst>
          </p:cNvPr>
          <p:cNvSpPr txBox="1">
            <a:spLocks noChangeArrowheads="1"/>
          </p:cNvSpPr>
          <p:nvPr/>
        </p:nvSpPr>
        <p:spPr bwMode="auto">
          <a:xfrm>
            <a:off x="6400800" y="3986213"/>
            <a:ext cx="17573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3200"/>
              <a:t>Plaintext</a:t>
            </a:r>
          </a:p>
        </p:txBody>
      </p:sp>
      <p:sp>
        <p:nvSpPr>
          <p:cNvPr id="16" name="Rectangle 15">
            <a:extLst>
              <a:ext uri="{FF2B5EF4-FFF2-40B4-BE49-F238E27FC236}">
                <a16:creationId xmlns:a16="http://schemas.microsoft.com/office/drawing/2014/main" id="{43529D07-499A-4D0E-8957-F39568E0DD7F}"/>
              </a:ext>
            </a:extLst>
          </p:cNvPr>
          <p:cNvSpPr/>
          <p:nvPr/>
        </p:nvSpPr>
        <p:spPr>
          <a:xfrm>
            <a:off x="771525" y="4719638"/>
            <a:ext cx="1600200" cy="1295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800" dirty="0"/>
              <a:t>SX$H@BBA*#_A;L</a:t>
            </a:r>
          </a:p>
        </p:txBody>
      </p:sp>
      <p:sp>
        <p:nvSpPr>
          <p:cNvPr id="4108" name="TextBox 16">
            <a:extLst>
              <a:ext uri="{FF2B5EF4-FFF2-40B4-BE49-F238E27FC236}">
                <a16:creationId xmlns:a16="http://schemas.microsoft.com/office/drawing/2014/main" id="{9D342B9F-877E-41D5-AB67-87ACD8575A47}"/>
              </a:ext>
            </a:extLst>
          </p:cNvPr>
          <p:cNvSpPr txBox="1">
            <a:spLocks noChangeArrowheads="1"/>
          </p:cNvSpPr>
          <p:nvPr/>
        </p:nvSpPr>
        <p:spPr bwMode="auto">
          <a:xfrm>
            <a:off x="533400" y="3986213"/>
            <a:ext cx="21653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3200"/>
              <a:t>Cyphertext</a:t>
            </a:r>
          </a:p>
        </p:txBody>
      </p:sp>
      <p:sp>
        <p:nvSpPr>
          <p:cNvPr id="4109" name="TextBox 17">
            <a:extLst>
              <a:ext uri="{FF2B5EF4-FFF2-40B4-BE49-F238E27FC236}">
                <a16:creationId xmlns:a16="http://schemas.microsoft.com/office/drawing/2014/main" id="{3E4EDFCF-AEDF-4755-B322-602BD78A994C}"/>
              </a:ext>
            </a:extLst>
          </p:cNvPr>
          <p:cNvSpPr txBox="1">
            <a:spLocks noChangeArrowheads="1"/>
          </p:cNvSpPr>
          <p:nvPr/>
        </p:nvSpPr>
        <p:spPr bwMode="auto">
          <a:xfrm>
            <a:off x="2916238" y="4419600"/>
            <a:ext cx="302743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dirty="0"/>
              <a:t>Decryption Algorithm</a:t>
            </a:r>
          </a:p>
        </p:txBody>
      </p:sp>
      <p:cxnSp>
        <p:nvCxnSpPr>
          <p:cNvPr id="22" name="Straight Arrow Connector 21">
            <a:extLst>
              <a:ext uri="{FF2B5EF4-FFF2-40B4-BE49-F238E27FC236}">
                <a16:creationId xmlns:a16="http://schemas.microsoft.com/office/drawing/2014/main" id="{00FCDF1B-3CBC-492D-A5A0-8D6849B29AB9}"/>
              </a:ext>
            </a:extLst>
          </p:cNvPr>
          <p:cNvCxnSpPr>
            <a:stCxn id="16" idx="3"/>
            <a:endCxn id="13" idx="1"/>
          </p:cNvCxnSpPr>
          <p:nvPr/>
        </p:nvCxnSpPr>
        <p:spPr>
          <a:xfrm>
            <a:off x="2371725" y="5367338"/>
            <a:ext cx="4105275" cy="4762"/>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3">
            <a:extLst>
              <a:ext uri="{FF2B5EF4-FFF2-40B4-BE49-F238E27FC236}">
                <a16:creationId xmlns:a16="http://schemas.microsoft.com/office/drawing/2014/main" id="{DFBB461A-3733-477D-912A-D9C81B73E870}"/>
              </a:ext>
            </a:extLst>
          </p:cNvPr>
          <p:cNvSpPr>
            <a:spLocks noGrp="1"/>
          </p:cNvSpPr>
          <p:nvPr>
            <p:ph type="title"/>
          </p:nvPr>
        </p:nvSpPr>
        <p:spPr>
          <a:xfrm>
            <a:off x="457200" y="274638"/>
            <a:ext cx="8229600" cy="792162"/>
          </a:xfrm>
        </p:spPr>
        <p:txBody>
          <a:bodyPr rtlCol="0">
            <a:normAutofit fontScale="90000"/>
          </a:bodyPr>
          <a:lstStyle/>
          <a:p>
            <a:pPr eaLnBrk="1" fontAlgn="auto" hangingPunct="1">
              <a:spcAft>
                <a:spcPts val="0"/>
              </a:spcAft>
              <a:defRPr/>
            </a:pPr>
            <a:r>
              <a:rPr lang="en-US" dirty="0"/>
              <a:t>3 Core Cryptographic Algorithm Types</a:t>
            </a:r>
          </a:p>
        </p:txBody>
      </p:sp>
      <p:grpSp>
        <p:nvGrpSpPr>
          <p:cNvPr id="13" name="Group 12">
            <a:extLst>
              <a:ext uri="{FF2B5EF4-FFF2-40B4-BE49-F238E27FC236}">
                <a16:creationId xmlns:a16="http://schemas.microsoft.com/office/drawing/2014/main" id="{1573E60C-B0B7-4728-89D0-2FEE69C92849}"/>
              </a:ext>
            </a:extLst>
          </p:cNvPr>
          <p:cNvGrpSpPr/>
          <p:nvPr/>
        </p:nvGrpSpPr>
        <p:grpSpPr>
          <a:xfrm>
            <a:off x="759421" y="2103102"/>
            <a:ext cx="7652072" cy="461666"/>
            <a:chOff x="746445" y="1219199"/>
            <a:chExt cx="7652072" cy="461666"/>
          </a:xfrm>
        </p:grpSpPr>
        <p:sp>
          <p:nvSpPr>
            <p:cNvPr id="2" name="TextBox 1">
              <a:extLst>
                <a:ext uri="{FF2B5EF4-FFF2-40B4-BE49-F238E27FC236}">
                  <a16:creationId xmlns:a16="http://schemas.microsoft.com/office/drawing/2014/main" id="{71BAF706-A544-4CB4-8DF3-B122ED0B5B25}"/>
                </a:ext>
              </a:extLst>
            </p:cNvPr>
            <p:cNvSpPr txBox="1"/>
            <p:nvPr/>
          </p:nvSpPr>
          <p:spPr>
            <a:xfrm>
              <a:off x="746445" y="1219200"/>
              <a:ext cx="1387155" cy="461665"/>
            </a:xfrm>
            <a:prstGeom prst="rect">
              <a:avLst/>
            </a:prstGeom>
            <a:noFill/>
          </p:spPr>
          <p:txBody>
            <a:bodyPr wrap="square" rtlCol="0">
              <a:spAutoFit/>
            </a:bodyPr>
            <a:lstStyle/>
            <a:p>
              <a:pPr algn="ctr"/>
              <a:r>
                <a:rPr lang="en-US" sz="2400" dirty="0">
                  <a:solidFill>
                    <a:schemeClr val="accent1">
                      <a:lumMod val="50000"/>
                    </a:schemeClr>
                  </a:solidFill>
                </a:rPr>
                <a:t>plaintext</a:t>
              </a:r>
            </a:p>
          </p:txBody>
        </p:sp>
        <p:sp>
          <p:nvSpPr>
            <p:cNvPr id="5" name="TextBox 4">
              <a:extLst>
                <a:ext uri="{FF2B5EF4-FFF2-40B4-BE49-F238E27FC236}">
                  <a16:creationId xmlns:a16="http://schemas.microsoft.com/office/drawing/2014/main" id="{EF08C9F4-3188-47A3-A129-966E642CDB9B}"/>
                </a:ext>
              </a:extLst>
            </p:cNvPr>
            <p:cNvSpPr txBox="1"/>
            <p:nvPr/>
          </p:nvSpPr>
          <p:spPr>
            <a:xfrm>
              <a:off x="3768493" y="1219199"/>
              <a:ext cx="1607976" cy="461665"/>
            </a:xfrm>
            <a:prstGeom prst="rect">
              <a:avLst/>
            </a:prstGeom>
            <a:noFill/>
          </p:spPr>
          <p:txBody>
            <a:bodyPr wrap="square" rtlCol="0">
              <a:spAutoFit/>
            </a:bodyPr>
            <a:lstStyle/>
            <a:p>
              <a:pPr algn="ctr"/>
              <a:r>
                <a:rPr lang="en-US" sz="2400" dirty="0">
                  <a:solidFill>
                    <a:schemeClr val="accent1">
                      <a:lumMod val="50000"/>
                    </a:schemeClr>
                  </a:solidFill>
                </a:rPr>
                <a:t>ciphertext</a:t>
              </a:r>
            </a:p>
          </p:txBody>
        </p:sp>
        <p:sp>
          <p:nvSpPr>
            <p:cNvPr id="6" name="TextBox 5">
              <a:extLst>
                <a:ext uri="{FF2B5EF4-FFF2-40B4-BE49-F238E27FC236}">
                  <a16:creationId xmlns:a16="http://schemas.microsoft.com/office/drawing/2014/main" id="{A6460D9C-9ED4-42A3-995C-9FE02FDB1B7B}"/>
                </a:ext>
              </a:extLst>
            </p:cNvPr>
            <p:cNvSpPr txBox="1"/>
            <p:nvPr/>
          </p:nvSpPr>
          <p:spPr>
            <a:xfrm>
              <a:off x="7011362" y="1219200"/>
              <a:ext cx="1387155" cy="461665"/>
            </a:xfrm>
            <a:prstGeom prst="rect">
              <a:avLst/>
            </a:prstGeom>
            <a:noFill/>
          </p:spPr>
          <p:txBody>
            <a:bodyPr wrap="square" rtlCol="0">
              <a:spAutoFit/>
            </a:bodyPr>
            <a:lstStyle/>
            <a:p>
              <a:pPr algn="ctr"/>
              <a:r>
                <a:rPr lang="en-US" sz="2400" dirty="0">
                  <a:solidFill>
                    <a:schemeClr val="accent1">
                      <a:lumMod val="50000"/>
                    </a:schemeClr>
                  </a:solidFill>
                </a:rPr>
                <a:t>plaintext</a:t>
              </a:r>
            </a:p>
          </p:txBody>
        </p:sp>
        <p:cxnSp>
          <p:nvCxnSpPr>
            <p:cNvPr id="4" name="Straight Arrow Connector 3">
              <a:extLst>
                <a:ext uri="{FF2B5EF4-FFF2-40B4-BE49-F238E27FC236}">
                  <a16:creationId xmlns:a16="http://schemas.microsoft.com/office/drawing/2014/main" id="{117D2A31-1B89-4C2D-9B7A-F02F59D291D6}"/>
                </a:ext>
              </a:extLst>
            </p:cNvPr>
            <p:cNvCxnSpPr>
              <a:cxnSpLocks/>
              <a:stCxn id="2" idx="3"/>
              <a:endCxn id="5" idx="1"/>
            </p:cNvCxnSpPr>
            <p:nvPr/>
          </p:nvCxnSpPr>
          <p:spPr>
            <a:xfrm flipV="1">
              <a:off x="2133600" y="1450032"/>
              <a:ext cx="1634893" cy="1"/>
            </a:xfrm>
            <a:prstGeom prst="straightConnector1">
              <a:avLst/>
            </a:prstGeom>
            <a:ln w="38100">
              <a:tailEnd type="stealth" w="lg" len="lg"/>
            </a:ln>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8C8233E3-23D4-4F17-B86A-4283AF88EDDF}"/>
                </a:ext>
              </a:extLst>
            </p:cNvPr>
            <p:cNvCxnSpPr>
              <a:cxnSpLocks/>
              <a:stCxn id="5" idx="3"/>
              <a:endCxn id="6" idx="1"/>
            </p:cNvCxnSpPr>
            <p:nvPr/>
          </p:nvCxnSpPr>
          <p:spPr>
            <a:xfrm>
              <a:off x="5376469" y="1450032"/>
              <a:ext cx="1634893" cy="1"/>
            </a:xfrm>
            <a:prstGeom prst="straightConnector1">
              <a:avLst/>
            </a:prstGeom>
            <a:ln w="38100">
              <a:tailEnd type="stealth" w="lg" len="lg"/>
            </a:ln>
          </p:spPr>
          <p:style>
            <a:lnRef idx="1">
              <a:schemeClr val="dk1"/>
            </a:lnRef>
            <a:fillRef idx="0">
              <a:schemeClr val="dk1"/>
            </a:fillRef>
            <a:effectRef idx="0">
              <a:schemeClr val="dk1"/>
            </a:effectRef>
            <a:fontRef idx="minor">
              <a:schemeClr val="tx1"/>
            </a:fontRef>
          </p:style>
        </p:cxnSp>
      </p:grpSp>
      <p:sp>
        <p:nvSpPr>
          <p:cNvPr id="11" name="TextBox 10">
            <a:extLst>
              <a:ext uri="{FF2B5EF4-FFF2-40B4-BE49-F238E27FC236}">
                <a16:creationId xmlns:a16="http://schemas.microsoft.com/office/drawing/2014/main" id="{A4A5DEF3-6BFE-44DF-8F70-2D6A7135AB90}"/>
              </a:ext>
            </a:extLst>
          </p:cNvPr>
          <p:cNvSpPr txBox="1"/>
          <p:nvPr/>
        </p:nvSpPr>
        <p:spPr>
          <a:xfrm>
            <a:off x="228600" y="1139039"/>
            <a:ext cx="7280507" cy="646331"/>
          </a:xfrm>
          <a:prstGeom prst="rect">
            <a:avLst/>
          </a:prstGeom>
          <a:noFill/>
        </p:spPr>
        <p:txBody>
          <a:bodyPr wrap="square" rtlCol="0">
            <a:spAutoFit/>
          </a:bodyPr>
          <a:lstStyle/>
          <a:p>
            <a:pPr marL="274320" indent="-274320"/>
            <a:r>
              <a:rPr lang="en-US" dirty="0"/>
              <a:t>A)	</a:t>
            </a:r>
            <a:r>
              <a:rPr lang="en-US" b="1" dirty="0"/>
              <a:t>Secret key (symmetric) cryptography</a:t>
            </a:r>
            <a:r>
              <a:rPr lang="en-US" dirty="0"/>
              <a:t>. SKC uses the same key for encryption and decryption.</a:t>
            </a:r>
          </a:p>
        </p:txBody>
      </p:sp>
      <p:sp>
        <p:nvSpPr>
          <p:cNvPr id="14" name="TextBox 13">
            <a:extLst>
              <a:ext uri="{FF2B5EF4-FFF2-40B4-BE49-F238E27FC236}">
                <a16:creationId xmlns:a16="http://schemas.microsoft.com/office/drawing/2014/main" id="{9240B756-166B-4C22-A15F-10FFABF98537}"/>
              </a:ext>
            </a:extLst>
          </p:cNvPr>
          <p:cNvSpPr txBox="1"/>
          <p:nvPr/>
        </p:nvSpPr>
        <p:spPr>
          <a:xfrm>
            <a:off x="228599" y="2960568"/>
            <a:ext cx="7280507" cy="646331"/>
          </a:xfrm>
          <a:prstGeom prst="rect">
            <a:avLst/>
          </a:prstGeom>
          <a:noFill/>
        </p:spPr>
        <p:txBody>
          <a:bodyPr wrap="square" rtlCol="0">
            <a:spAutoFit/>
          </a:bodyPr>
          <a:lstStyle/>
          <a:p>
            <a:pPr marL="274320" indent="-274320"/>
            <a:r>
              <a:rPr lang="en-US" dirty="0"/>
              <a:t>B) </a:t>
            </a:r>
            <a:r>
              <a:rPr lang="en-US" b="1" dirty="0"/>
              <a:t>Public key (asymmetric) cryptography</a:t>
            </a:r>
            <a:r>
              <a:rPr lang="en-US" dirty="0"/>
              <a:t>. PKC uses two keys, one for encryption and the other for decryption.</a:t>
            </a:r>
          </a:p>
        </p:txBody>
      </p:sp>
      <p:sp>
        <p:nvSpPr>
          <p:cNvPr id="15" name="TextBox 14">
            <a:extLst>
              <a:ext uri="{FF2B5EF4-FFF2-40B4-BE49-F238E27FC236}">
                <a16:creationId xmlns:a16="http://schemas.microsoft.com/office/drawing/2014/main" id="{C39F38B7-3012-4EC5-9787-9D81D20B5549}"/>
              </a:ext>
            </a:extLst>
          </p:cNvPr>
          <p:cNvSpPr txBox="1"/>
          <p:nvPr/>
        </p:nvSpPr>
        <p:spPr>
          <a:xfrm>
            <a:off x="248370" y="4781631"/>
            <a:ext cx="7280507" cy="923330"/>
          </a:xfrm>
          <a:prstGeom prst="rect">
            <a:avLst/>
          </a:prstGeom>
          <a:noFill/>
        </p:spPr>
        <p:txBody>
          <a:bodyPr wrap="square" rtlCol="0">
            <a:spAutoFit/>
          </a:bodyPr>
          <a:lstStyle/>
          <a:p>
            <a:pPr marL="274320" indent="-274320"/>
            <a:r>
              <a:rPr lang="en-US" dirty="0"/>
              <a:t>C)	</a:t>
            </a:r>
            <a:r>
              <a:rPr lang="en-US" b="1" dirty="0"/>
              <a:t>Hash function (one-way) cryptography</a:t>
            </a:r>
            <a:r>
              <a:rPr lang="en-US" dirty="0"/>
              <a:t>. Hash functions do not require a key, though they may use one. The plaintext cannot be recovered from the digest.</a:t>
            </a:r>
          </a:p>
        </p:txBody>
      </p:sp>
      <p:grpSp>
        <p:nvGrpSpPr>
          <p:cNvPr id="26" name="Group 25">
            <a:extLst>
              <a:ext uri="{FF2B5EF4-FFF2-40B4-BE49-F238E27FC236}">
                <a16:creationId xmlns:a16="http://schemas.microsoft.com/office/drawing/2014/main" id="{784B85D9-159C-4F6E-904C-504E88E87AA5}"/>
              </a:ext>
            </a:extLst>
          </p:cNvPr>
          <p:cNvGrpSpPr/>
          <p:nvPr/>
        </p:nvGrpSpPr>
        <p:grpSpPr>
          <a:xfrm>
            <a:off x="745963" y="3957934"/>
            <a:ext cx="7652072" cy="461666"/>
            <a:chOff x="745964" y="3198167"/>
            <a:chExt cx="7652072" cy="461666"/>
          </a:xfrm>
        </p:grpSpPr>
        <p:sp>
          <p:nvSpPr>
            <p:cNvPr id="16" name="TextBox 15">
              <a:extLst>
                <a:ext uri="{FF2B5EF4-FFF2-40B4-BE49-F238E27FC236}">
                  <a16:creationId xmlns:a16="http://schemas.microsoft.com/office/drawing/2014/main" id="{E619E3D5-DCA9-4663-914D-9A2AD31DAC40}"/>
                </a:ext>
              </a:extLst>
            </p:cNvPr>
            <p:cNvSpPr txBox="1"/>
            <p:nvPr/>
          </p:nvSpPr>
          <p:spPr>
            <a:xfrm>
              <a:off x="745964" y="3198168"/>
              <a:ext cx="1387155" cy="461665"/>
            </a:xfrm>
            <a:prstGeom prst="rect">
              <a:avLst/>
            </a:prstGeom>
            <a:noFill/>
          </p:spPr>
          <p:txBody>
            <a:bodyPr wrap="square" rtlCol="0">
              <a:spAutoFit/>
            </a:bodyPr>
            <a:lstStyle/>
            <a:p>
              <a:pPr algn="ctr"/>
              <a:r>
                <a:rPr lang="en-US" sz="2400" dirty="0">
                  <a:solidFill>
                    <a:schemeClr val="accent1">
                      <a:lumMod val="50000"/>
                    </a:schemeClr>
                  </a:solidFill>
                </a:rPr>
                <a:t>plaintext</a:t>
              </a:r>
            </a:p>
          </p:txBody>
        </p:sp>
        <p:sp>
          <p:nvSpPr>
            <p:cNvPr id="17" name="TextBox 16">
              <a:extLst>
                <a:ext uri="{FF2B5EF4-FFF2-40B4-BE49-F238E27FC236}">
                  <a16:creationId xmlns:a16="http://schemas.microsoft.com/office/drawing/2014/main" id="{49BE7D72-36C2-4DB2-85BF-132A01BBA8BD}"/>
                </a:ext>
              </a:extLst>
            </p:cNvPr>
            <p:cNvSpPr txBox="1"/>
            <p:nvPr/>
          </p:nvSpPr>
          <p:spPr>
            <a:xfrm>
              <a:off x="3768012" y="3198167"/>
              <a:ext cx="1607976" cy="461665"/>
            </a:xfrm>
            <a:prstGeom prst="rect">
              <a:avLst/>
            </a:prstGeom>
            <a:noFill/>
          </p:spPr>
          <p:txBody>
            <a:bodyPr wrap="square" rtlCol="0">
              <a:spAutoFit/>
            </a:bodyPr>
            <a:lstStyle/>
            <a:p>
              <a:pPr algn="ctr"/>
              <a:r>
                <a:rPr lang="en-US" sz="2400" dirty="0">
                  <a:solidFill>
                    <a:schemeClr val="accent1">
                      <a:lumMod val="50000"/>
                    </a:schemeClr>
                  </a:solidFill>
                </a:rPr>
                <a:t>ciphertext</a:t>
              </a:r>
            </a:p>
          </p:txBody>
        </p:sp>
        <p:sp>
          <p:nvSpPr>
            <p:cNvPr id="18" name="TextBox 17">
              <a:extLst>
                <a:ext uri="{FF2B5EF4-FFF2-40B4-BE49-F238E27FC236}">
                  <a16:creationId xmlns:a16="http://schemas.microsoft.com/office/drawing/2014/main" id="{B2A5E27C-6932-4863-81A7-5EEE7CAD3AAE}"/>
                </a:ext>
              </a:extLst>
            </p:cNvPr>
            <p:cNvSpPr txBox="1"/>
            <p:nvPr/>
          </p:nvSpPr>
          <p:spPr>
            <a:xfrm>
              <a:off x="7010881" y="3198168"/>
              <a:ext cx="1387155" cy="461665"/>
            </a:xfrm>
            <a:prstGeom prst="rect">
              <a:avLst/>
            </a:prstGeom>
            <a:noFill/>
          </p:spPr>
          <p:txBody>
            <a:bodyPr wrap="square" rtlCol="0">
              <a:spAutoFit/>
            </a:bodyPr>
            <a:lstStyle/>
            <a:p>
              <a:pPr algn="ctr"/>
              <a:r>
                <a:rPr lang="en-US" sz="2400" dirty="0">
                  <a:solidFill>
                    <a:schemeClr val="accent1">
                      <a:lumMod val="50000"/>
                    </a:schemeClr>
                  </a:solidFill>
                </a:rPr>
                <a:t>plaintext</a:t>
              </a:r>
            </a:p>
          </p:txBody>
        </p:sp>
        <p:cxnSp>
          <p:nvCxnSpPr>
            <p:cNvPr id="19" name="Straight Arrow Connector 18">
              <a:extLst>
                <a:ext uri="{FF2B5EF4-FFF2-40B4-BE49-F238E27FC236}">
                  <a16:creationId xmlns:a16="http://schemas.microsoft.com/office/drawing/2014/main" id="{5168F906-649B-44C4-980B-27C386EBEB54}"/>
                </a:ext>
              </a:extLst>
            </p:cNvPr>
            <p:cNvCxnSpPr>
              <a:cxnSpLocks/>
              <a:stCxn id="16" idx="3"/>
              <a:endCxn id="17" idx="1"/>
            </p:cNvCxnSpPr>
            <p:nvPr/>
          </p:nvCxnSpPr>
          <p:spPr>
            <a:xfrm flipV="1">
              <a:off x="2133119" y="3429000"/>
              <a:ext cx="1634893" cy="1"/>
            </a:xfrm>
            <a:prstGeom prst="straightConnector1">
              <a:avLst/>
            </a:prstGeom>
            <a:ln w="38100">
              <a:tailEnd type="stealth" w="lg" len="lg"/>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0D2862CD-6F3B-4300-AB54-4E74A00A3834}"/>
                </a:ext>
              </a:extLst>
            </p:cNvPr>
            <p:cNvCxnSpPr>
              <a:cxnSpLocks/>
              <a:stCxn id="17" idx="3"/>
              <a:endCxn id="18" idx="1"/>
            </p:cNvCxnSpPr>
            <p:nvPr/>
          </p:nvCxnSpPr>
          <p:spPr>
            <a:xfrm>
              <a:off x="5375988" y="3429000"/>
              <a:ext cx="1634893" cy="1"/>
            </a:xfrm>
            <a:prstGeom prst="straightConnector1">
              <a:avLst/>
            </a:prstGeom>
            <a:ln w="38100">
              <a:tailEnd type="stealth" w="lg" len="lg"/>
            </a:ln>
          </p:spPr>
          <p:style>
            <a:lnRef idx="1">
              <a:schemeClr val="dk1"/>
            </a:lnRef>
            <a:fillRef idx="0">
              <a:schemeClr val="dk1"/>
            </a:fillRef>
            <a:effectRef idx="0">
              <a:schemeClr val="dk1"/>
            </a:effectRef>
            <a:fontRef idx="minor">
              <a:schemeClr val="tx1"/>
            </a:fontRef>
          </p:style>
        </p:cxnSp>
      </p:grpSp>
      <p:grpSp>
        <p:nvGrpSpPr>
          <p:cNvPr id="27" name="Group 26">
            <a:extLst>
              <a:ext uri="{FF2B5EF4-FFF2-40B4-BE49-F238E27FC236}">
                <a16:creationId xmlns:a16="http://schemas.microsoft.com/office/drawing/2014/main" id="{6634B83B-C1D7-483B-9824-5FC41B334068}"/>
              </a:ext>
            </a:extLst>
          </p:cNvPr>
          <p:cNvGrpSpPr/>
          <p:nvPr/>
        </p:nvGrpSpPr>
        <p:grpSpPr>
          <a:xfrm>
            <a:off x="2362200" y="6015334"/>
            <a:ext cx="4054636" cy="461666"/>
            <a:chOff x="2380857" y="5044375"/>
            <a:chExt cx="4054636" cy="461666"/>
          </a:xfrm>
        </p:grpSpPr>
        <p:sp>
          <p:nvSpPr>
            <p:cNvPr id="21" name="TextBox 20">
              <a:extLst>
                <a:ext uri="{FF2B5EF4-FFF2-40B4-BE49-F238E27FC236}">
                  <a16:creationId xmlns:a16="http://schemas.microsoft.com/office/drawing/2014/main" id="{22B5FE3F-26ED-4353-859C-2C5D76566FE7}"/>
                </a:ext>
              </a:extLst>
            </p:cNvPr>
            <p:cNvSpPr txBox="1"/>
            <p:nvPr/>
          </p:nvSpPr>
          <p:spPr>
            <a:xfrm>
              <a:off x="2380857" y="5044376"/>
              <a:ext cx="1387155" cy="461665"/>
            </a:xfrm>
            <a:prstGeom prst="rect">
              <a:avLst/>
            </a:prstGeom>
            <a:noFill/>
          </p:spPr>
          <p:txBody>
            <a:bodyPr wrap="square" rtlCol="0">
              <a:spAutoFit/>
            </a:bodyPr>
            <a:lstStyle/>
            <a:p>
              <a:pPr algn="ctr"/>
              <a:r>
                <a:rPr lang="en-US" sz="2400" dirty="0">
                  <a:solidFill>
                    <a:schemeClr val="accent1">
                      <a:lumMod val="50000"/>
                    </a:schemeClr>
                  </a:solidFill>
                </a:rPr>
                <a:t>plaintext</a:t>
              </a:r>
            </a:p>
          </p:txBody>
        </p:sp>
        <p:sp>
          <p:nvSpPr>
            <p:cNvPr id="22" name="TextBox 21">
              <a:extLst>
                <a:ext uri="{FF2B5EF4-FFF2-40B4-BE49-F238E27FC236}">
                  <a16:creationId xmlns:a16="http://schemas.microsoft.com/office/drawing/2014/main" id="{EB288157-1A0B-4A66-8F49-C582A9D11D6C}"/>
                </a:ext>
              </a:extLst>
            </p:cNvPr>
            <p:cNvSpPr txBox="1"/>
            <p:nvPr/>
          </p:nvSpPr>
          <p:spPr>
            <a:xfrm>
              <a:off x="5402905" y="5044375"/>
              <a:ext cx="1032588" cy="461665"/>
            </a:xfrm>
            <a:prstGeom prst="rect">
              <a:avLst/>
            </a:prstGeom>
            <a:noFill/>
          </p:spPr>
          <p:txBody>
            <a:bodyPr wrap="square" rtlCol="0">
              <a:spAutoFit/>
            </a:bodyPr>
            <a:lstStyle/>
            <a:p>
              <a:pPr algn="ctr"/>
              <a:r>
                <a:rPr lang="en-US" sz="2400" dirty="0">
                  <a:solidFill>
                    <a:schemeClr val="accent1">
                      <a:lumMod val="50000"/>
                    </a:schemeClr>
                  </a:solidFill>
                </a:rPr>
                <a:t>digest</a:t>
              </a:r>
            </a:p>
          </p:txBody>
        </p:sp>
        <p:cxnSp>
          <p:nvCxnSpPr>
            <p:cNvPr id="24" name="Straight Arrow Connector 23">
              <a:extLst>
                <a:ext uri="{FF2B5EF4-FFF2-40B4-BE49-F238E27FC236}">
                  <a16:creationId xmlns:a16="http://schemas.microsoft.com/office/drawing/2014/main" id="{1494DC59-7C76-4103-9F17-EADEA536DCC6}"/>
                </a:ext>
              </a:extLst>
            </p:cNvPr>
            <p:cNvCxnSpPr>
              <a:cxnSpLocks/>
              <a:stCxn id="21" idx="3"/>
              <a:endCxn id="22" idx="1"/>
            </p:cNvCxnSpPr>
            <p:nvPr/>
          </p:nvCxnSpPr>
          <p:spPr>
            <a:xfrm flipV="1">
              <a:off x="3768012" y="5275208"/>
              <a:ext cx="1634893" cy="1"/>
            </a:xfrm>
            <a:prstGeom prst="straightConnector1">
              <a:avLst/>
            </a:prstGeom>
            <a:ln w="38100">
              <a:tailEnd type="stealth" w="lg" len="lg"/>
            </a:ln>
          </p:spPr>
          <p:style>
            <a:lnRef idx="1">
              <a:schemeClr val="dk1"/>
            </a:lnRef>
            <a:fillRef idx="0">
              <a:schemeClr val="dk1"/>
            </a:fillRef>
            <a:effectRef idx="0">
              <a:schemeClr val="dk1"/>
            </a:effectRef>
            <a:fontRef idx="minor">
              <a:schemeClr val="tx1"/>
            </a:fontRef>
          </p:style>
        </p:cxnSp>
      </p:grpSp>
      <p:pic>
        <p:nvPicPr>
          <p:cNvPr id="31" name="Graphic 30" descr="Key with solid fill">
            <a:extLst>
              <a:ext uri="{FF2B5EF4-FFF2-40B4-BE49-F238E27FC236}">
                <a16:creationId xmlns:a16="http://schemas.microsoft.com/office/drawing/2014/main" id="{6925751F-E45A-4225-8A51-24FB21858ED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506822" y="1527812"/>
            <a:ext cx="914400" cy="914400"/>
          </a:xfrm>
          <a:prstGeom prst="rect">
            <a:avLst/>
          </a:prstGeom>
        </p:spPr>
      </p:pic>
      <p:pic>
        <p:nvPicPr>
          <p:cNvPr id="35" name="Graphic 34" descr="Key with solid fill">
            <a:extLst>
              <a:ext uri="{FF2B5EF4-FFF2-40B4-BE49-F238E27FC236}">
                <a16:creationId xmlns:a16="http://schemas.microsoft.com/office/drawing/2014/main" id="{F9C5D409-F9B4-46E3-9853-D4DC303304C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49691" y="1524000"/>
            <a:ext cx="914400" cy="914400"/>
          </a:xfrm>
          <a:prstGeom prst="rect">
            <a:avLst/>
          </a:prstGeom>
        </p:spPr>
      </p:pic>
      <p:pic>
        <p:nvPicPr>
          <p:cNvPr id="36" name="Graphic 35" descr="Key with solid fill">
            <a:extLst>
              <a:ext uri="{FF2B5EF4-FFF2-40B4-BE49-F238E27FC236}">
                <a16:creationId xmlns:a16="http://schemas.microsoft.com/office/drawing/2014/main" id="{2C4A9DCA-BD9D-434A-B3A2-D5BD34B55B5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506822" y="3372208"/>
            <a:ext cx="914400" cy="914400"/>
          </a:xfrm>
          <a:prstGeom prst="rect">
            <a:avLst/>
          </a:prstGeom>
        </p:spPr>
      </p:pic>
      <p:pic>
        <p:nvPicPr>
          <p:cNvPr id="37" name="Graphic 36" descr="Key with solid fill">
            <a:extLst>
              <a:ext uri="{FF2B5EF4-FFF2-40B4-BE49-F238E27FC236}">
                <a16:creationId xmlns:a16="http://schemas.microsoft.com/office/drawing/2014/main" id="{B603FCA5-E22F-40A4-8E21-105E457D386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749691" y="3311604"/>
            <a:ext cx="914400" cy="914400"/>
          </a:xfrm>
          <a:prstGeom prst="rect">
            <a:avLst/>
          </a:prstGeom>
        </p:spPr>
      </p:pic>
      <p:pic>
        <p:nvPicPr>
          <p:cNvPr id="33" name="Graphic 32" descr="Hashtag with solid fill">
            <a:extLst>
              <a:ext uri="{FF2B5EF4-FFF2-40B4-BE49-F238E27FC236}">
                <a16:creationId xmlns:a16="http://schemas.microsoft.com/office/drawing/2014/main" id="{10BC1EC8-DC7C-4565-B6B8-FEE879836019}"/>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276453" y="5654091"/>
            <a:ext cx="580696" cy="580696"/>
          </a:xfrm>
          <a:prstGeom prst="rect">
            <a:avLst/>
          </a:prstGeom>
        </p:spPr>
      </p:pic>
    </p:spTree>
    <p:extLst>
      <p:ext uri="{BB962C8B-B14F-4D97-AF65-F5344CB8AC3E}">
        <p14:creationId xmlns:p14="http://schemas.microsoft.com/office/powerpoint/2010/main" val="25051012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41CF9A6-84EB-42DE-98F0-2CA90EF54DD1}"/>
              </a:ext>
            </a:extLst>
          </p:cNvPr>
          <p:cNvSpPr>
            <a:spLocks noGrp="1"/>
          </p:cNvSpPr>
          <p:nvPr>
            <p:ph type="title"/>
          </p:nvPr>
        </p:nvSpPr>
        <p:spPr>
          <a:xfrm>
            <a:off x="321945" y="1"/>
            <a:ext cx="3768089" cy="1608202"/>
          </a:xfrm>
        </p:spPr>
        <p:txBody>
          <a:bodyPr>
            <a:normAutofit/>
          </a:bodyPr>
          <a:lstStyle/>
          <a:p>
            <a:pPr>
              <a:lnSpc>
                <a:spcPct val="90000"/>
              </a:lnSpc>
            </a:pPr>
            <a:r>
              <a:rPr lang="en-US" sz="2400" b="1" dirty="0"/>
              <a:t>Any cryptographic algorithm can be broken through a brute-force attack given infinite time.</a:t>
            </a:r>
          </a:p>
        </p:txBody>
      </p:sp>
      <p:cxnSp>
        <p:nvCxnSpPr>
          <p:cNvPr id="15" name="Straight Arrow Connector 10">
            <a:extLst>
              <a:ext uri="{FF2B5EF4-FFF2-40B4-BE49-F238E27FC236}">
                <a16:creationId xmlns:a16="http://schemas.microsoft.com/office/drawing/2014/main" id="{E4A809D5-3600-46D4-A466-67F2349A54F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490" y="2316480"/>
            <a:ext cx="3429000" cy="0"/>
          </a:xfrm>
          <a:prstGeom prst="straightConnector1">
            <a:avLst/>
          </a:prstGeom>
          <a:ln w="19050" cap="sq">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C481E55F-07A9-47BE-B2B3-CD815B531D81}"/>
              </a:ext>
            </a:extLst>
          </p:cNvPr>
          <p:cNvSpPr/>
          <p:nvPr/>
        </p:nvSpPr>
        <p:spPr>
          <a:xfrm>
            <a:off x="321945" y="2057400"/>
            <a:ext cx="3917648" cy="52322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5091C642-CDBD-4851-99DA-AEB4EAB836E6}"/>
              </a:ext>
            </a:extLst>
          </p:cNvPr>
          <p:cNvSpPr>
            <a:spLocks noGrp="1"/>
          </p:cNvSpPr>
          <p:nvPr>
            <p:ph idx="1"/>
          </p:nvPr>
        </p:nvSpPr>
        <p:spPr>
          <a:xfrm>
            <a:off x="152400" y="1524000"/>
            <a:ext cx="4256735" cy="5181597"/>
          </a:xfrm>
        </p:spPr>
        <p:txBody>
          <a:bodyPr>
            <a:noAutofit/>
          </a:bodyPr>
          <a:lstStyle/>
          <a:p>
            <a:pPr>
              <a:lnSpc>
                <a:spcPct val="90000"/>
              </a:lnSpc>
            </a:pPr>
            <a:r>
              <a:rPr lang="en-US" sz="1800" dirty="0"/>
              <a:t>DES: The U.S. encryption standard as of 1977.</a:t>
            </a:r>
          </a:p>
          <a:p>
            <a:pPr lvl="1">
              <a:lnSpc>
                <a:spcPct val="90000"/>
              </a:lnSpc>
            </a:pPr>
            <a:r>
              <a:rPr lang="en-US" sz="1800" dirty="0"/>
              <a:t>56-bit key. 2</a:t>
            </a:r>
            <a:r>
              <a:rPr lang="en-US" sz="1800" baseline="30000" dirty="0"/>
              <a:t>56</a:t>
            </a:r>
            <a:r>
              <a:rPr lang="en-US" sz="1800" dirty="0"/>
              <a:t> = approx. 72 quadrillion combinations.</a:t>
            </a:r>
          </a:p>
          <a:p>
            <a:pPr lvl="1">
              <a:lnSpc>
                <a:spcPct val="90000"/>
              </a:lnSpc>
            </a:pPr>
            <a:r>
              <a:rPr lang="en-US" sz="1800" dirty="0"/>
              <a:t>Broken in 1999 in 22 hours and 15 minutes.</a:t>
            </a:r>
          </a:p>
          <a:p>
            <a:pPr>
              <a:lnSpc>
                <a:spcPct val="90000"/>
              </a:lnSpc>
            </a:pPr>
            <a:r>
              <a:rPr lang="en-US" sz="1800" dirty="0"/>
              <a:t>Triple-DES remains in use today</a:t>
            </a:r>
          </a:p>
          <a:p>
            <a:pPr lvl="1">
              <a:lnSpc>
                <a:spcPct val="90000"/>
              </a:lnSpc>
            </a:pPr>
            <a:r>
              <a:rPr lang="en-US" sz="1800" dirty="0"/>
              <a:t>168-bit key (56 * 3)</a:t>
            </a:r>
          </a:p>
          <a:p>
            <a:pPr lvl="1">
              <a:lnSpc>
                <a:spcPct val="90000"/>
              </a:lnSpc>
            </a:pPr>
            <a:r>
              <a:rPr lang="en-US" sz="1800" dirty="0"/>
              <a:t>Three times as much work to encrypt or decrypt.</a:t>
            </a:r>
          </a:p>
          <a:p>
            <a:pPr lvl="1">
              <a:lnSpc>
                <a:spcPct val="90000"/>
              </a:lnSpc>
            </a:pPr>
            <a:r>
              <a:rPr lang="en-US" sz="1800" dirty="0"/>
              <a:t>Third-power more computing time to break (n ^ 3).</a:t>
            </a:r>
          </a:p>
          <a:p>
            <a:pPr lvl="1">
              <a:lnSpc>
                <a:spcPct val="90000"/>
              </a:lnSpc>
            </a:pPr>
            <a:r>
              <a:rPr lang="en-US" sz="1800" dirty="0"/>
              <a:t>Assuming the same technology as 1999, would require 9.4 × 10</a:t>
            </a:r>
            <a:r>
              <a:rPr lang="en-US" sz="1800" baseline="30000" dirty="0"/>
              <a:t>47</a:t>
            </a:r>
            <a:r>
              <a:rPr lang="en-US" sz="1800" dirty="0"/>
              <a:t> years to break.</a:t>
            </a:r>
          </a:p>
          <a:p>
            <a:pPr lvl="1">
              <a:lnSpc>
                <a:spcPct val="90000"/>
              </a:lnSpc>
            </a:pPr>
            <a:r>
              <a:rPr lang="en-US" sz="1800" dirty="0"/>
              <a:t>The universe is approximately 1.3 × 10</a:t>
            </a:r>
            <a:r>
              <a:rPr lang="en-US" sz="1800" baseline="30000" dirty="0"/>
              <a:t>10</a:t>
            </a:r>
            <a:r>
              <a:rPr lang="en-US" sz="1800" dirty="0"/>
              <a:t> years old.</a:t>
            </a:r>
          </a:p>
          <a:p>
            <a:pPr>
              <a:lnSpc>
                <a:spcPct val="90000"/>
              </a:lnSpc>
            </a:pPr>
            <a:endParaRPr lang="en-US" sz="1800" dirty="0"/>
          </a:p>
        </p:txBody>
      </p:sp>
      <p:pic>
        <p:nvPicPr>
          <p:cNvPr id="6" name="Picture 5" descr="A picture containing indoor, book, table, sitting&#10;&#10;Description automatically generated">
            <a:extLst>
              <a:ext uri="{FF2B5EF4-FFF2-40B4-BE49-F238E27FC236}">
                <a16:creationId xmlns:a16="http://schemas.microsoft.com/office/drawing/2014/main" id="{8E5B4BB0-D088-4E78-86D3-1A3CF8FF867C}"/>
              </a:ext>
            </a:extLst>
          </p:cNvPr>
          <p:cNvPicPr>
            <a:picLocks noChangeAspect="1"/>
          </p:cNvPicPr>
          <p:nvPr/>
        </p:nvPicPr>
        <p:blipFill rotWithShape="1">
          <a:blip r:embed="rId3">
            <a:extLst>
              <a:ext uri="{28A0092B-C50C-407E-A947-70E740481C1C}">
                <a14:useLocalDpi xmlns:a14="http://schemas.microsoft.com/office/drawing/2010/main" val="0"/>
              </a:ext>
            </a:extLst>
          </a:blip>
          <a:srcRect l="19506" r="28713"/>
          <a:stretch/>
        </p:blipFill>
        <p:spPr>
          <a:xfrm>
            <a:off x="4409136" y="10"/>
            <a:ext cx="4734863" cy="6857987"/>
          </a:xfrm>
          <a:custGeom>
            <a:avLst/>
            <a:gdLst/>
            <a:ahLst/>
            <a:cxnLst/>
            <a:rect l="l" t="t" r="r" b="b"/>
            <a:pathLst>
              <a:path w="6313150" h="6857997">
                <a:moveTo>
                  <a:pt x="65565" y="0"/>
                </a:moveTo>
                <a:lnTo>
                  <a:pt x="6313150" y="0"/>
                </a:lnTo>
                <a:lnTo>
                  <a:pt x="6313150" y="6857997"/>
                </a:lnTo>
                <a:lnTo>
                  <a:pt x="3293946" y="6857997"/>
                </a:lnTo>
                <a:lnTo>
                  <a:pt x="3235857" y="6823061"/>
                </a:lnTo>
                <a:cubicBezTo>
                  <a:pt x="1291240" y="5592803"/>
                  <a:pt x="0" y="3423096"/>
                  <a:pt x="0" y="951803"/>
                </a:cubicBezTo>
                <a:cubicBezTo>
                  <a:pt x="0" y="727140"/>
                  <a:pt x="10673" y="504970"/>
                  <a:pt x="31536" y="285771"/>
                </a:cubicBezTo>
                <a:close/>
              </a:path>
            </a:pathLst>
          </a:custGeom>
        </p:spPr>
      </p:pic>
      <p:sp>
        <p:nvSpPr>
          <p:cNvPr id="7" name="TextBox 6">
            <a:extLst>
              <a:ext uri="{FF2B5EF4-FFF2-40B4-BE49-F238E27FC236}">
                <a16:creationId xmlns:a16="http://schemas.microsoft.com/office/drawing/2014/main" id="{BD1F44AF-CED0-4713-BE75-EE79042FCF5F}"/>
              </a:ext>
            </a:extLst>
          </p:cNvPr>
          <p:cNvSpPr txBox="1"/>
          <p:nvPr/>
        </p:nvSpPr>
        <p:spPr>
          <a:xfrm>
            <a:off x="321945" y="6258580"/>
            <a:ext cx="6062662" cy="523220"/>
          </a:xfrm>
          <a:prstGeom prst="rect">
            <a:avLst/>
          </a:prstGeom>
          <a:noFill/>
        </p:spPr>
        <p:txBody>
          <a:bodyPr wrap="square" rtlCol="0">
            <a:spAutoFit/>
          </a:bodyPr>
          <a:lstStyle/>
          <a:p>
            <a:r>
              <a:rPr lang="en-US" sz="1400" dirty="0"/>
              <a:t>Image: Functional replica of Colossus, the world’s first programmable digital computer. Used to break the German Lorenz cipher in World-War II.</a:t>
            </a:r>
          </a:p>
        </p:txBody>
      </p:sp>
    </p:spTree>
    <p:extLst>
      <p:ext uri="{BB962C8B-B14F-4D97-AF65-F5344CB8AC3E}">
        <p14:creationId xmlns:p14="http://schemas.microsoft.com/office/powerpoint/2010/main" val="15565424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E2A09-A42E-4822-BAD9-B30C7F95A4C5}"/>
              </a:ext>
            </a:extLst>
          </p:cNvPr>
          <p:cNvSpPr>
            <a:spLocks noGrp="1"/>
          </p:cNvSpPr>
          <p:nvPr>
            <p:ph type="title"/>
          </p:nvPr>
        </p:nvSpPr>
        <p:spPr>
          <a:xfrm>
            <a:off x="457200" y="73679"/>
            <a:ext cx="5638800" cy="639762"/>
          </a:xfrm>
        </p:spPr>
        <p:txBody>
          <a:bodyPr/>
          <a:lstStyle/>
          <a:p>
            <a:r>
              <a:rPr lang="en-US" dirty="0"/>
              <a:t>Random Numbers</a:t>
            </a:r>
          </a:p>
        </p:txBody>
      </p:sp>
      <p:sp>
        <p:nvSpPr>
          <p:cNvPr id="3" name="Content Placeholder 2">
            <a:extLst>
              <a:ext uri="{FF2B5EF4-FFF2-40B4-BE49-F238E27FC236}">
                <a16:creationId xmlns:a16="http://schemas.microsoft.com/office/drawing/2014/main" id="{FF0461E4-F9EE-4430-853E-0EFF2D1C151C}"/>
              </a:ext>
            </a:extLst>
          </p:cNvPr>
          <p:cNvSpPr>
            <a:spLocks noGrp="1"/>
          </p:cNvSpPr>
          <p:nvPr>
            <p:ph idx="1"/>
          </p:nvPr>
        </p:nvSpPr>
        <p:spPr>
          <a:xfrm>
            <a:off x="416859" y="822694"/>
            <a:ext cx="4191000" cy="1752600"/>
          </a:xfrm>
        </p:spPr>
        <p:txBody>
          <a:bodyPr/>
          <a:lstStyle/>
          <a:p>
            <a:r>
              <a:rPr lang="en-US" sz="2400" dirty="0"/>
              <a:t>A good cryptographic implementation also requires a supply of truly random numbers.</a:t>
            </a:r>
          </a:p>
        </p:txBody>
      </p:sp>
      <p:pic>
        <p:nvPicPr>
          <p:cNvPr id="1026" name="Picture 2" descr="See the source image">
            <a:extLst>
              <a:ext uri="{FF2B5EF4-FFF2-40B4-BE49-F238E27FC236}">
                <a16:creationId xmlns:a16="http://schemas.microsoft.com/office/drawing/2014/main" id="{8A3F5BF3-56EC-4AF3-9EEC-A7E28D435C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43531" y="900953"/>
            <a:ext cx="3743269" cy="278606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56A40C6F-D913-46FC-ADA5-BD7A6D5CBA30}"/>
              </a:ext>
            </a:extLst>
          </p:cNvPr>
          <p:cNvSpPr txBox="1"/>
          <p:nvPr/>
        </p:nvSpPr>
        <p:spPr>
          <a:xfrm>
            <a:off x="5214965" y="3810000"/>
            <a:ext cx="3200400" cy="646331"/>
          </a:xfrm>
          <a:prstGeom prst="rect">
            <a:avLst/>
          </a:prstGeom>
          <a:noFill/>
        </p:spPr>
        <p:txBody>
          <a:bodyPr wrap="square" rtlCol="0">
            <a:spAutoFit/>
          </a:bodyPr>
          <a:lstStyle/>
          <a:p>
            <a:pPr algn="ctr"/>
            <a:r>
              <a:rPr lang="en-US" dirty="0"/>
              <a:t>Lava Lamp random number generator at </a:t>
            </a:r>
            <a:r>
              <a:rPr lang="en-US" dirty="0" err="1"/>
              <a:t>CloudFlare</a:t>
            </a:r>
            <a:r>
              <a:rPr lang="en-US" dirty="0"/>
              <a:t>.</a:t>
            </a:r>
          </a:p>
        </p:txBody>
      </p:sp>
      <p:pic>
        <p:nvPicPr>
          <p:cNvPr id="1028" name="Picture 4">
            <a:extLst>
              <a:ext uri="{FF2B5EF4-FFF2-40B4-BE49-F238E27FC236}">
                <a16:creationId xmlns:a16="http://schemas.microsoft.com/office/drawing/2014/main" id="{8FD12F50-1504-4BBB-B357-BA51F959E59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5676" b="11040"/>
          <a:stretch/>
        </p:blipFill>
        <p:spPr bwMode="auto">
          <a:xfrm>
            <a:off x="381000" y="2772615"/>
            <a:ext cx="2743200" cy="201032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2C833CB7-4923-4768-9FFB-CF2FF390A6E7}"/>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5499" t="-86061" r="63999" b="101318"/>
          <a:stretch/>
        </p:blipFill>
        <p:spPr bwMode="auto">
          <a:xfrm>
            <a:off x="3422024" y="2516765"/>
            <a:ext cx="2371670" cy="201793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A6500340-DEC5-428C-9630-44E10B679DEE}"/>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9834" t="8400" r="28666" b="6857"/>
          <a:stretch/>
        </p:blipFill>
        <p:spPr bwMode="auto">
          <a:xfrm>
            <a:off x="3583500" y="3910388"/>
            <a:ext cx="1467497" cy="124861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49C8174-A3A0-4779-851B-13E9FB0161FD}"/>
              </a:ext>
            </a:extLst>
          </p:cNvPr>
          <p:cNvSpPr txBox="1"/>
          <p:nvPr/>
        </p:nvSpPr>
        <p:spPr>
          <a:xfrm>
            <a:off x="3493945" y="5114617"/>
            <a:ext cx="1646605" cy="923330"/>
          </a:xfrm>
          <a:prstGeom prst="rect">
            <a:avLst/>
          </a:prstGeom>
          <a:noFill/>
        </p:spPr>
        <p:txBody>
          <a:bodyPr wrap="none" rtlCol="0">
            <a:spAutoFit/>
          </a:bodyPr>
          <a:lstStyle/>
          <a:p>
            <a:pPr algn="ctr"/>
            <a:r>
              <a:rPr lang="en-US" dirty="0"/>
              <a:t>Chip</a:t>
            </a:r>
          </a:p>
          <a:p>
            <a:pPr algn="ctr"/>
            <a:r>
              <a:rPr lang="en-US" dirty="0"/>
              <a:t>(quantum</a:t>
            </a:r>
            <a:br>
              <a:rPr lang="en-US" dirty="0"/>
            </a:br>
            <a:r>
              <a:rPr lang="en-US" dirty="0"/>
              <a:t>thermal noise)</a:t>
            </a:r>
          </a:p>
        </p:txBody>
      </p:sp>
      <p:sp>
        <p:nvSpPr>
          <p:cNvPr id="6" name="TextBox 5">
            <a:extLst>
              <a:ext uri="{FF2B5EF4-FFF2-40B4-BE49-F238E27FC236}">
                <a16:creationId xmlns:a16="http://schemas.microsoft.com/office/drawing/2014/main" id="{A56FF8D7-C03B-44A5-BF6B-2EC9B0A41D3E}"/>
              </a:ext>
            </a:extLst>
          </p:cNvPr>
          <p:cNvSpPr txBox="1"/>
          <p:nvPr/>
        </p:nvSpPr>
        <p:spPr>
          <a:xfrm>
            <a:off x="5793694" y="4983540"/>
            <a:ext cx="2893106" cy="1292662"/>
          </a:xfrm>
          <a:prstGeom prst="rect">
            <a:avLst/>
          </a:prstGeom>
          <a:noFill/>
        </p:spPr>
        <p:txBody>
          <a:bodyPr wrap="square" rtlCol="0">
            <a:spAutoFit/>
          </a:bodyPr>
          <a:lstStyle/>
          <a:p>
            <a:pPr algn="ctr"/>
            <a:r>
              <a:rPr lang="en-US" sz="2400" b="1" dirty="0">
                <a:effectLst>
                  <a:glow rad="63500">
                    <a:schemeClr val="accent2">
                      <a:satMod val="175000"/>
                      <a:alpha val="40000"/>
                    </a:schemeClr>
                  </a:glow>
                </a:effectLst>
              </a:rPr>
              <a:t>RDRAND</a:t>
            </a:r>
          </a:p>
          <a:p>
            <a:r>
              <a:rPr lang="en-US" dirty="0"/>
              <a:t>Intel processor instruction for on-CPU random number generation.</a:t>
            </a:r>
          </a:p>
        </p:txBody>
      </p:sp>
      <p:sp>
        <p:nvSpPr>
          <p:cNvPr id="11" name="TextBox 10">
            <a:extLst>
              <a:ext uri="{FF2B5EF4-FFF2-40B4-BE49-F238E27FC236}">
                <a16:creationId xmlns:a16="http://schemas.microsoft.com/office/drawing/2014/main" id="{C6897C1A-754B-42AE-BF38-A7CA0C92C10D}"/>
              </a:ext>
            </a:extLst>
          </p:cNvPr>
          <p:cNvSpPr txBox="1"/>
          <p:nvPr/>
        </p:nvSpPr>
        <p:spPr>
          <a:xfrm>
            <a:off x="685641" y="4803288"/>
            <a:ext cx="2133918" cy="646331"/>
          </a:xfrm>
          <a:prstGeom prst="rect">
            <a:avLst/>
          </a:prstGeom>
          <a:noFill/>
        </p:spPr>
        <p:txBody>
          <a:bodyPr wrap="none" rtlCol="0">
            <a:spAutoFit/>
          </a:bodyPr>
          <a:lstStyle/>
          <a:p>
            <a:pPr algn="ctr"/>
            <a:r>
              <a:rPr lang="en-US" dirty="0"/>
              <a:t>Device</a:t>
            </a:r>
          </a:p>
          <a:p>
            <a:pPr algn="ctr"/>
            <a:r>
              <a:rPr lang="en-US" dirty="0"/>
              <a:t>(radioactive decay)</a:t>
            </a:r>
          </a:p>
        </p:txBody>
      </p:sp>
    </p:spTree>
    <p:extLst>
      <p:ext uri="{BB962C8B-B14F-4D97-AF65-F5344CB8AC3E}">
        <p14:creationId xmlns:p14="http://schemas.microsoft.com/office/powerpoint/2010/main" val="35704212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79E46-6C16-4371-A015-53BD547433E3}"/>
              </a:ext>
            </a:extLst>
          </p:cNvPr>
          <p:cNvSpPr>
            <a:spLocks noGrp="1"/>
          </p:cNvSpPr>
          <p:nvPr>
            <p:ph type="title"/>
          </p:nvPr>
        </p:nvSpPr>
        <p:spPr>
          <a:xfrm>
            <a:off x="457200" y="274638"/>
            <a:ext cx="8229600" cy="944562"/>
          </a:xfrm>
        </p:spPr>
        <p:txBody>
          <a:bodyPr rtlCol="0">
            <a:normAutofit fontScale="90000"/>
          </a:bodyPr>
          <a:lstStyle/>
          <a:p>
            <a:pPr eaLnBrk="1" fontAlgn="auto" hangingPunct="1">
              <a:spcAft>
                <a:spcPts val="0"/>
              </a:spcAft>
              <a:defRPr/>
            </a:pPr>
            <a:r>
              <a:rPr lang="en-US" dirty="0"/>
              <a:t>Secret Key (symmetric) cryptography</a:t>
            </a:r>
          </a:p>
        </p:txBody>
      </p:sp>
      <p:sp>
        <p:nvSpPr>
          <p:cNvPr id="3" name="Content Placeholder 2">
            <a:extLst>
              <a:ext uri="{FF2B5EF4-FFF2-40B4-BE49-F238E27FC236}">
                <a16:creationId xmlns:a16="http://schemas.microsoft.com/office/drawing/2014/main" id="{0D274BCE-E7A7-47F2-8788-9FA9F388B8D1}"/>
              </a:ext>
            </a:extLst>
          </p:cNvPr>
          <p:cNvSpPr>
            <a:spLocks noGrp="1"/>
          </p:cNvSpPr>
          <p:nvPr>
            <p:ph idx="1"/>
          </p:nvPr>
        </p:nvSpPr>
        <p:spPr>
          <a:xfrm>
            <a:off x="457200" y="1371600"/>
            <a:ext cx="8229600" cy="4754563"/>
          </a:xfrm>
        </p:spPr>
        <p:txBody>
          <a:bodyPr rtlCol="0">
            <a:normAutofit fontScale="85000" lnSpcReduction="20000"/>
          </a:bodyPr>
          <a:lstStyle/>
          <a:p>
            <a:pPr eaLnBrk="1" fontAlgn="auto" hangingPunct="1">
              <a:spcAft>
                <a:spcPts val="0"/>
              </a:spcAft>
              <a:defRPr/>
            </a:pPr>
            <a:r>
              <a:rPr lang="en-US" dirty="0"/>
              <a:t>The “secret” is the key, not the algorithm</a:t>
            </a:r>
          </a:p>
          <a:p>
            <a:pPr eaLnBrk="1" fontAlgn="auto" hangingPunct="1">
              <a:spcAft>
                <a:spcPts val="0"/>
              </a:spcAft>
              <a:defRPr/>
            </a:pPr>
            <a:r>
              <a:rPr lang="en-US" dirty="0"/>
              <a:t>Encryption &amp; Decryption computationally cheap (relative to public key encryption)</a:t>
            </a:r>
          </a:p>
          <a:p>
            <a:pPr eaLnBrk="1" fontAlgn="auto" hangingPunct="1">
              <a:spcAft>
                <a:spcPts val="0"/>
              </a:spcAft>
              <a:defRPr/>
            </a:pPr>
            <a:r>
              <a:rPr lang="en-US" dirty="0"/>
              <a:t>Examples: </a:t>
            </a:r>
          </a:p>
          <a:p>
            <a:pPr lvl="1" eaLnBrk="1" fontAlgn="auto" hangingPunct="1">
              <a:spcAft>
                <a:spcPts val="0"/>
              </a:spcAft>
              <a:defRPr/>
            </a:pPr>
            <a:r>
              <a:rPr lang="en-US" dirty="0"/>
              <a:t>Advanced Encryption Standard (AES)</a:t>
            </a:r>
          </a:p>
          <a:p>
            <a:pPr lvl="2" eaLnBrk="1" fontAlgn="auto" hangingPunct="1">
              <a:spcAft>
                <a:spcPts val="0"/>
              </a:spcAft>
              <a:defRPr/>
            </a:pPr>
            <a:r>
              <a:rPr lang="en-US" dirty="0"/>
              <a:t>128-bit key</a:t>
            </a:r>
          </a:p>
          <a:p>
            <a:pPr lvl="2" eaLnBrk="1" fontAlgn="auto" hangingPunct="1">
              <a:spcAft>
                <a:spcPts val="0"/>
              </a:spcAft>
              <a:defRPr/>
            </a:pPr>
            <a:r>
              <a:rPr lang="en-US" dirty="0"/>
              <a:t>Current standard, NIST standardization, NSA approved</a:t>
            </a:r>
          </a:p>
          <a:p>
            <a:pPr lvl="1" eaLnBrk="1" fontAlgn="auto" hangingPunct="1">
              <a:spcAft>
                <a:spcPts val="0"/>
              </a:spcAft>
              <a:defRPr/>
            </a:pPr>
            <a:r>
              <a:rPr lang="en-US" dirty="0"/>
              <a:t>Data Encryption Standard (DES)</a:t>
            </a:r>
          </a:p>
          <a:p>
            <a:pPr lvl="2" eaLnBrk="1" fontAlgn="auto" hangingPunct="1">
              <a:spcAft>
                <a:spcPts val="0"/>
              </a:spcAft>
              <a:defRPr/>
            </a:pPr>
            <a:r>
              <a:rPr lang="en-US" dirty="0"/>
              <a:t>56-bit key</a:t>
            </a:r>
          </a:p>
          <a:p>
            <a:pPr lvl="2" eaLnBrk="1" fontAlgn="auto" hangingPunct="1">
              <a:spcAft>
                <a:spcPts val="0"/>
              </a:spcAft>
              <a:defRPr/>
            </a:pPr>
            <a:r>
              <a:rPr lang="en-US" dirty="0"/>
              <a:t>Previous standard (as of late 1970s)</a:t>
            </a:r>
          </a:p>
          <a:p>
            <a:pPr lvl="2" eaLnBrk="1" fontAlgn="auto" hangingPunct="1">
              <a:spcAft>
                <a:spcPts val="0"/>
              </a:spcAft>
              <a:defRPr/>
            </a:pPr>
            <a:r>
              <a:rPr lang="en-US" dirty="0"/>
              <a:t>Triple-DES (168-bit key) is still considered to be reliable</a:t>
            </a:r>
          </a:p>
          <a:p>
            <a:pPr eaLnBrk="1" fontAlgn="auto" hangingPunct="1">
              <a:spcAft>
                <a:spcPts val="0"/>
              </a:spcAft>
              <a:defRPr/>
            </a:pPr>
            <a:r>
              <a:rPr lang="en-US" dirty="0">
                <a:solidFill>
                  <a:srgbClr val="FF0000"/>
                </a:solidFill>
              </a:rPr>
              <a:t>Problem: distributing the key to both parties and nobody else!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87993074-5A6A-4232-80AC-2180D9B23680}"/>
              </a:ext>
            </a:extLst>
          </p:cNvPr>
          <p:cNvSpPr>
            <a:spLocks noGrp="1"/>
          </p:cNvSpPr>
          <p:nvPr>
            <p:ph type="title"/>
          </p:nvPr>
        </p:nvSpPr>
        <p:spPr>
          <a:xfrm>
            <a:off x="457200" y="274638"/>
            <a:ext cx="8229600" cy="868362"/>
          </a:xfrm>
        </p:spPr>
        <p:txBody>
          <a:bodyPr/>
          <a:lstStyle/>
          <a:p>
            <a:pPr eaLnBrk="1" hangingPunct="1"/>
            <a:r>
              <a:rPr lang="en-US" altLang="en-US" dirty="0"/>
              <a:t>Public Key (asymmetric) Encryption</a:t>
            </a:r>
          </a:p>
        </p:txBody>
      </p:sp>
      <p:sp>
        <p:nvSpPr>
          <p:cNvPr id="3" name="Content Placeholder 2">
            <a:extLst>
              <a:ext uri="{FF2B5EF4-FFF2-40B4-BE49-F238E27FC236}">
                <a16:creationId xmlns:a16="http://schemas.microsoft.com/office/drawing/2014/main" id="{90AFF301-D1E7-4E92-A32E-6779D11CB2EC}"/>
              </a:ext>
            </a:extLst>
          </p:cNvPr>
          <p:cNvSpPr>
            <a:spLocks noGrp="1"/>
          </p:cNvSpPr>
          <p:nvPr>
            <p:ph idx="1"/>
          </p:nvPr>
        </p:nvSpPr>
        <p:spPr>
          <a:xfrm>
            <a:off x="457200" y="1371600"/>
            <a:ext cx="8686800" cy="5334000"/>
          </a:xfrm>
        </p:spPr>
        <p:txBody>
          <a:bodyPr rtlCol="0">
            <a:normAutofit fontScale="92500" lnSpcReduction="10000"/>
          </a:bodyPr>
          <a:lstStyle/>
          <a:p>
            <a:pPr eaLnBrk="1" fontAlgn="auto" hangingPunct="1">
              <a:spcAft>
                <a:spcPts val="0"/>
              </a:spcAft>
              <a:defRPr/>
            </a:pPr>
            <a:r>
              <a:rPr lang="en-US" sz="3000" dirty="0"/>
              <a:t>The secret is one of the pair or keys (i.e., the “secret key”), not the algorithm</a:t>
            </a:r>
          </a:p>
          <a:p>
            <a:pPr eaLnBrk="1" fontAlgn="auto" hangingPunct="1">
              <a:spcAft>
                <a:spcPts val="0"/>
              </a:spcAft>
              <a:defRPr/>
            </a:pPr>
            <a:r>
              <a:rPr lang="en-US" sz="3000" dirty="0"/>
              <a:t>One key encrypts, its pair key decrypts </a:t>
            </a:r>
          </a:p>
          <a:p>
            <a:pPr eaLnBrk="1" fontAlgn="auto" hangingPunct="1">
              <a:spcAft>
                <a:spcPts val="0"/>
              </a:spcAft>
              <a:defRPr/>
            </a:pPr>
            <a:r>
              <a:rPr lang="en-US" sz="3000" dirty="0"/>
              <a:t>Based on “one-way” functions. For example:</a:t>
            </a:r>
          </a:p>
          <a:p>
            <a:pPr lvl="1" eaLnBrk="1" fontAlgn="auto" hangingPunct="1">
              <a:spcAft>
                <a:spcPts val="0"/>
              </a:spcAft>
              <a:defRPr/>
            </a:pPr>
            <a:r>
              <a:rPr lang="en-US" sz="2600" dirty="0"/>
              <a:t>7 x 19 = fast to compute</a:t>
            </a:r>
          </a:p>
          <a:p>
            <a:pPr lvl="1" eaLnBrk="1" fontAlgn="auto" hangingPunct="1">
              <a:spcAft>
                <a:spcPts val="0"/>
              </a:spcAft>
              <a:defRPr/>
            </a:pPr>
            <a:r>
              <a:rPr lang="en-US" sz="2600" dirty="0"/>
              <a:t>Factor 133 to find 7 &amp; 19 = harder to compute</a:t>
            </a:r>
          </a:p>
          <a:p>
            <a:pPr lvl="1" eaLnBrk="1" fontAlgn="auto" hangingPunct="1">
              <a:spcAft>
                <a:spcPts val="0"/>
              </a:spcAft>
              <a:defRPr/>
            </a:pPr>
            <a:r>
              <a:rPr lang="en-US" sz="2600" dirty="0"/>
              <a:t>Do this with really big prime numbers and it forms the basis of RSA Public Key Encryption</a:t>
            </a:r>
          </a:p>
          <a:p>
            <a:pPr eaLnBrk="1" fontAlgn="auto" hangingPunct="1">
              <a:spcAft>
                <a:spcPts val="0"/>
              </a:spcAft>
              <a:defRPr/>
            </a:pPr>
            <a:r>
              <a:rPr lang="en-US" sz="3000" dirty="0"/>
              <a:t>Encryption &amp; decryption is computationally expensive</a:t>
            </a:r>
          </a:p>
          <a:p>
            <a:pPr eaLnBrk="1" fontAlgn="auto" hangingPunct="1">
              <a:spcAft>
                <a:spcPts val="0"/>
              </a:spcAft>
              <a:defRPr/>
            </a:pPr>
            <a:r>
              <a:rPr lang="en-US" sz="3000" dirty="0"/>
              <a:t>Example: RSA [2048-bit recommended, 512-bit is weak]</a:t>
            </a:r>
          </a:p>
          <a:p>
            <a:pPr eaLnBrk="1" fontAlgn="auto" hangingPunct="1">
              <a:spcAft>
                <a:spcPts val="0"/>
              </a:spcAft>
              <a:defRPr/>
            </a:pPr>
            <a:r>
              <a:rPr lang="en-US" sz="3000" dirty="0">
                <a:solidFill>
                  <a:srgbClr val="FF0000"/>
                </a:solidFill>
              </a:rPr>
              <a:t>Problem: Knowing if this really is someone’s public key. Maybe it’s from an attacker posing as the organization.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C46BFAFE-3E8B-4ECA-8A02-E6A3C9B2AB41}"/>
              </a:ext>
            </a:extLst>
          </p:cNvPr>
          <p:cNvSpPr>
            <a:spLocks noGrp="1"/>
          </p:cNvSpPr>
          <p:nvPr>
            <p:ph type="title"/>
          </p:nvPr>
        </p:nvSpPr>
        <p:spPr/>
        <p:txBody>
          <a:bodyPr/>
          <a:lstStyle/>
          <a:p>
            <a:pPr eaLnBrk="1" hangingPunct="1"/>
            <a:r>
              <a:rPr lang="en-US" altLang="en-US"/>
              <a:t>Hash Functions</a:t>
            </a:r>
          </a:p>
        </p:txBody>
      </p:sp>
      <p:sp>
        <p:nvSpPr>
          <p:cNvPr id="3" name="Content Placeholder 2">
            <a:extLst>
              <a:ext uri="{FF2B5EF4-FFF2-40B4-BE49-F238E27FC236}">
                <a16:creationId xmlns:a16="http://schemas.microsoft.com/office/drawing/2014/main" id="{3367D0B9-BCF3-4A1A-9B7E-84D32AB77B6A}"/>
              </a:ext>
            </a:extLst>
          </p:cNvPr>
          <p:cNvSpPr>
            <a:spLocks noGrp="1"/>
          </p:cNvSpPr>
          <p:nvPr>
            <p:ph idx="1"/>
          </p:nvPr>
        </p:nvSpPr>
        <p:spPr>
          <a:xfrm>
            <a:off x="457200" y="1600200"/>
            <a:ext cx="8229600" cy="4983162"/>
          </a:xfrm>
        </p:spPr>
        <p:txBody>
          <a:bodyPr rtlCol="0">
            <a:normAutofit fontScale="62500" lnSpcReduction="20000"/>
          </a:bodyPr>
          <a:lstStyle/>
          <a:p>
            <a:pPr eaLnBrk="1" fontAlgn="auto" hangingPunct="1">
              <a:spcAft>
                <a:spcPts val="0"/>
              </a:spcAft>
              <a:defRPr/>
            </a:pPr>
            <a:r>
              <a:rPr lang="en-US" dirty="0"/>
              <a:t>One-way encryption that doesn’t need a key</a:t>
            </a:r>
          </a:p>
          <a:p>
            <a:pPr eaLnBrk="1" fontAlgn="auto" hangingPunct="1">
              <a:spcAft>
                <a:spcPts val="0"/>
              </a:spcAft>
              <a:defRPr/>
            </a:pPr>
            <a:r>
              <a:rPr lang="en-US" dirty="0"/>
              <a:t>A “hash” is a short message digest that </a:t>
            </a:r>
            <a:r>
              <a:rPr lang="en-US" i="1" dirty="0"/>
              <a:t>cannot</a:t>
            </a:r>
            <a:r>
              <a:rPr lang="en-US" dirty="0"/>
              <a:t> be used to recreate the original message</a:t>
            </a:r>
          </a:p>
          <a:p>
            <a:pPr eaLnBrk="1" fontAlgn="auto" hangingPunct="1">
              <a:spcAft>
                <a:spcPts val="0"/>
              </a:spcAft>
              <a:defRPr/>
            </a:pPr>
            <a:r>
              <a:rPr lang="en-US" dirty="0"/>
              <a:t>Used to create a “digital fingerprint” of a file to ensure integrity (no modification of the file)</a:t>
            </a:r>
          </a:p>
          <a:p>
            <a:pPr eaLnBrk="1" fontAlgn="auto" hangingPunct="1">
              <a:spcAft>
                <a:spcPts val="0"/>
              </a:spcAft>
              <a:defRPr/>
            </a:pPr>
            <a:r>
              <a:rPr lang="en-US" dirty="0"/>
              <a:t>Examples:</a:t>
            </a:r>
          </a:p>
          <a:p>
            <a:pPr lvl="1" eaLnBrk="1" fontAlgn="auto" hangingPunct="1">
              <a:spcAft>
                <a:spcPts val="0"/>
              </a:spcAft>
              <a:defRPr/>
            </a:pPr>
            <a:r>
              <a:rPr lang="en-US" dirty="0"/>
              <a:t>SHA-2: The Current Standard</a:t>
            </a:r>
          </a:p>
          <a:p>
            <a:pPr lvl="2" eaLnBrk="1" fontAlgn="auto" hangingPunct="1">
              <a:spcAft>
                <a:spcPts val="0"/>
              </a:spcAft>
              <a:defRPr/>
            </a:pPr>
            <a:r>
              <a:rPr lang="en-US" dirty="0"/>
              <a:t>Produces hash values of 224, 256, 384, or 512 bits. (SHA-224, SHA-256, SHA-384, etc.)</a:t>
            </a:r>
          </a:p>
          <a:p>
            <a:pPr lvl="1" eaLnBrk="1" fontAlgn="auto" hangingPunct="1">
              <a:spcAft>
                <a:spcPts val="0"/>
              </a:spcAft>
              <a:defRPr/>
            </a:pPr>
            <a:r>
              <a:rPr lang="en-US" dirty="0"/>
              <a:t>SHA-3: Standardized Alternative</a:t>
            </a:r>
          </a:p>
          <a:p>
            <a:pPr lvl="2" eaLnBrk="1" fontAlgn="auto" hangingPunct="1">
              <a:spcAft>
                <a:spcPts val="0"/>
              </a:spcAft>
              <a:defRPr/>
            </a:pPr>
            <a:r>
              <a:rPr lang="en-US" dirty="0"/>
              <a:t>Also has values of 224, 256, 384, and 512 bits in length.</a:t>
            </a:r>
          </a:p>
          <a:p>
            <a:pPr lvl="1" eaLnBrk="1" fontAlgn="auto" hangingPunct="1">
              <a:spcAft>
                <a:spcPts val="0"/>
              </a:spcAft>
              <a:defRPr/>
            </a:pPr>
            <a:r>
              <a:rPr lang="en-US" dirty="0"/>
              <a:t>SHA-1: The Previous Standard – produces 160-bit hash values.</a:t>
            </a:r>
          </a:p>
          <a:p>
            <a:pPr lvl="2" eaLnBrk="1" fontAlgn="auto" hangingPunct="1">
              <a:spcAft>
                <a:spcPts val="0"/>
              </a:spcAft>
              <a:defRPr/>
            </a:pPr>
            <a:r>
              <a:rPr lang="en-US" dirty="0"/>
              <a:t>“Not considered secure against well-funded opponents.”</a:t>
            </a:r>
          </a:p>
          <a:p>
            <a:pPr lvl="1" eaLnBrk="1" fontAlgn="auto" hangingPunct="1">
              <a:spcAft>
                <a:spcPts val="0"/>
              </a:spcAft>
              <a:defRPr/>
            </a:pPr>
            <a:r>
              <a:rPr lang="en-US" dirty="0"/>
              <a:t>Message Digest [MD2, MD4, MD5: not recommended]</a:t>
            </a:r>
          </a:p>
          <a:p>
            <a:pPr marL="457200" lvl="1" indent="0" eaLnBrk="1" fontAlgn="auto" hangingPunct="1">
              <a:spcAft>
                <a:spcPts val="0"/>
              </a:spcAft>
              <a:buNone/>
              <a:defRPr/>
            </a:pPr>
            <a:endParaRPr lang="en-US" dirty="0"/>
          </a:p>
          <a:p>
            <a:pPr eaLnBrk="1" fontAlgn="auto" hangingPunct="1">
              <a:spcAft>
                <a:spcPts val="0"/>
              </a:spcAft>
              <a:defRPr/>
            </a:pPr>
            <a:r>
              <a:rPr lang="en-US" dirty="0">
                <a:solidFill>
                  <a:srgbClr val="FF0000"/>
                </a:solidFill>
              </a:rPr>
              <a:t>Problem: two different messages create same hash (i.e., a hash function is “broken”) – but this is difficult to do deliberately or even accidently and becomes increasingly unlike as hashes get bigger.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48385D-347B-43BB-8199-EAE4AF886710}"/>
              </a:ext>
            </a:extLst>
          </p:cNvPr>
          <p:cNvSpPr>
            <a:spLocks noGrp="1"/>
          </p:cNvSpPr>
          <p:nvPr>
            <p:ph idx="1"/>
          </p:nvPr>
        </p:nvSpPr>
        <p:spPr>
          <a:xfrm>
            <a:off x="457200" y="457200"/>
            <a:ext cx="8229600" cy="5668963"/>
          </a:xfrm>
        </p:spPr>
        <p:txBody>
          <a:bodyPr/>
          <a:lstStyle/>
          <a:p>
            <a:r>
              <a:rPr lang="en-US" dirty="0"/>
              <a:t>Symmetric Encryption</a:t>
            </a:r>
          </a:p>
          <a:p>
            <a:r>
              <a:rPr lang="en-US" dirty="0"/>
              <a:t>Asymmetric Encryption</a:t>
            </a:r>
          </a:p>
          <a:p>
            <a:r>
              <a:rPr lang="en-US" dirty="0"/>
              <a:t>Cryptographic Hash</a:t>
            </a:r>
          </a:p>
          <a:p>
            <a:pPr marL="0" indent="0">
              <a:buNone/>
            </a:pPr>
            <a:r>
              <a:rPr lang="en-US" i="1" dirty="0"/>
              <a:t>On these fundamental algorithms we can build most of the important cryptographic applications.</a:t>
            </a:r>
          </a:p>
          <a:p>
            <a:pPr marL="0" indent="0">
              <a:buNone/>
            </a:pPr>
            <a:endParaRPr lang="en-US" dirty="0"/>
          </a:p>
          <a:p>
            <a:pPr marL="0" indent="0">
              <a:buNone/>
            </a:pPr>
            <a:r>
              <a:rPr lang="en-US" dirty="0"/>
              <a:t>However, it is critical that they are applied correctly. Strong cryptography can be broken by a weak implementation.</a:t>
            </a:r>
          </a:p>
        </p:txBody>
      </p:sp>
      <p:sp>
        <p:nvSpPr>
          <p:cNvPr id="2" name="Oval 1">
            <a:extLst>
              <a:ext uri="{FF2B5EF4-FFF2-40B4-BE49-F238E27FC236}">
                <a16:creationId xmlns:a16="http://schemas.microsoft.com/office/drawing/2014/main" id="{7EBF8093-C66E-4FBF-A067-2920A4D7B0FC}"/>
              </a:ext>
            </a:extLst>
          </p:cNvPr>
          <p:cNvSpPr/>
          <p:nvPr/>
        </p:nvSpPr>
        <p:spPr>
          <a:xfrm>
            <a:off x="8763000" y="6477000"/>
            <a:ext cx="304800" cy="304800"/>
          </a:xfrm>
          <a:prstGeom prst="ellipse">
            <a:avLst/>
          </a:prstGeom>
          <a:solidFill>
            <a:schemeClr val="accent2">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808902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EBADF18-25FF-4BE2-A578-06601A7C8E3A}"/>
              </a:ext>
            </a:extLst>
          </p:cNvPr>
          <p:cNvSpPr>
            <a:spLocks noGrp="1"/>
          </p:cNvSpPr>
          <p:nvPr>
            <p:ph type="title"/>
          </p:nvPr>
        </p:nvSpPr>
        <p:spPr>
          <a:xfrm>
            <a:off x="685800" y="2514600"/>
            <a:ext cx="7772400" cy="2133600"/>
          </a:xfrm>
        </p:spPr>
        <p:txBody>
          <a:bodyPr/>
          <a:lstStyle/>
          <a:p>
            <a:r>
              <a:rPr lang="en-US" sz="2800" cap="none" dirty="0"/>
              <a:t>Applied Cryptography:</a:t>
            </a:r>
            <a:br>
              <a:rPr lang="en-US" cap="none" dirty="0"/>
            </a:br>
            <a:r>
              <a:rPr lang="en-US" cap="none" dirty="0"/>
              <a:t>Verifying Sender Identity</a:t>
            </a:r>
            <a:br>
              <a:rPr lang="en-US" cap="none" dirty="0"/>
            </a:br>
            <a:r>
              <a:rPr lang="en-US" sz="3200" cap="none" dirty="0"/>
              <a:t>(Authentication and Nonrepudiation)</a:t>
            </a:r>
            <a:endParaRPr lang="en-US" cap="none" dirty="0"/>
          </a:p>
        </p:txBody>
      </p:sp>
    </p:spTree>
    <p:extLst>
      <p:ext uri="{BB962C8B-B14F-4D97-AF65-F5344CB8AC3E}">
        <p14:creationId xmlns:p14="http://schemas.microsoft.com/office/powerpoint/2010/main" val="1039685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C02FF4B8-21EF-4DC2-A74C-5CCC3F845341}"/>
              </a:ext>
            </a:extLst>
          </p:cNvPr>
          <p:cNvSpPr>
            <a:spLocks noGrp="1"/>
          </p:cNvSpPr>
          <p:nvPr>
            <p:ph type="title"/>
          </p:nvPr>
        </p:nvSpPr>
        <p:spPr>
          <a:xfrm>
            <a:off x="457200" y="274638"/>
            <a:ext cx="8229600" cy="792162"/>
          </a:xfrm>
        </p:spPr>
        <p:txBody>
          <a:bodyPr/>
          <a:lstStyle/>
          <a:p>
            <a:pPr eaLnBrk="1" hangingPunct="1"/>
            <a:r>
              <a:rPr lang="en-US" altLang="en-US" dirty="0"/>
              <a:t>Verifying Integrity and the Sender</a:t>
            </a:r>
          </a:p>
        </p:txBody>
      </p:sp>
      <p:sp>
        <p:nvSpPr>
          <p:cNvPr id="11267" name="Content Placeholder 2">
            <a:extLst>
              <a:ext uri="{FF2B5EF4-FFF2-40B4-BE49-F238E27FC236}">
                <a16:creationId xmlns:a16="http://schemas.microsoft.com/office/drawing/2014/main" id="{1B609F73-97E0-4703-8627-DD8B32A61F52}"/>
              </a:ext>
            </a:extLst>
          </p:cNvPr>
          <p:cNvSpPr>
            <a:spLocks noGrp="1"/>
          </p:cNvSpPr>
          <p:nvPr>
            <p:ph idx="1"/>
          </p:nvPr>
        </p:nvSpPr>
        <p:spPr/>
        <p:txBody>
          <a:bodyPr/>
          <a:lstStyle/>
          <a:p>
            <a:pPr eaLnBrk="1" hangingPunct="1"/>
            <a:endParaRPr lang="en-US" altLang="en-US"/>
          </a:p>
        </p:txBody>
      </p:sp>
      <p:pic>
        <p:nvPicPr>
          <p:cNvPr id="11268" name="Picture 2" descr="http://web1.nps.navy.mil/~budden/lecture.notes/pki_chapter/Image5.gif">
            <a:extLst>
              <a:ext uri="{FF2B5EF4-FFF2-40B4-BE49-F238E27FC236}">
                <a16:creationId xmlns:a16="http://schemas.microsoft.com/office/drawing/2014/main" id="{C0C81F0B-3D02-4918-B9ED-85D4C85ABE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279525"/>
            <a:ext cx="8686800" cy="555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E6D68717-9745-45E7-83E2-7D43B8276B46}"/>
              </a:ext>
            </a:extLst>
          </p:cNvPr>
          <p:cNvSpPr>
            <a:spLocks noGrp="1"/>
          </p:cNvSpPr>
          <p:nvPr>
            <p:ph type="title"/>
          </p:nvPr>
        </p:nvSpPr>
        <p:spPr/>
        <p:txBody>
          <a:bodyPr/>
          <a:lstStyle/>
          <a:p>
            <a:pPr eaLnBrk="1" hangingPunct="1"/>
            <a:r>
              <a:rPr lang="en-US" altLang="en-US"/>
              <a:t>Trust Models</a:t>
            </a:r>
          </a:p>
        </p:txBody>
      </p:sp>
      <p:sp>
        <p:nvSpPr>
          <p:cNvPr id="14339" name="Content Placeholder 2">
            <a:extLst>
              <a:ext uri="{FF2B5EF4-FFF2-40B4-BE49-F238E27FC236}">
                <a16:creationId xmlns:a16="http://schemas.microsoft.com/office/drawing/2014/main" id="{F780F282-B3A1-499A-AF09-CDD0EF6A7A92}"/>
              </a:ext>
            </a:extLst>
          </p:cNvPr>
          <p:cNvSpPr>
            <a:spLocks noGrp="1"/>
          </p:cNvSpPr>
          <p:nvPr>
            <p:ph idx="1"/>
          </p:nvPr>
        </p:nvSpPr>
        <p:spPr/>
        <p:txBody>
          <a:bodyPr/>
          <a:lstStyle/>
          <a:p>
            <a:pPr eaLnBrk="1" hangingPunct="1"/>
            <a:r>
              <a:rPr lang="en-US" altLang="en-US" dirty="0"/>
              <a:t>Answer the question: How can public keys be distributed in a trustworthy manner?</a:t>
            </a:r>
          </a:p>
          <a:p>
            <a:pPr eaLnBrk="1" hangingPunct="1"/>
            <a:r>
              <a:rPr lang="en-US" altLang="en-US" dirty="0"/>
              <a:t>Methods:</a:t>
            </a:r>
          </a:p>
          <a:p>
            <a:pPr lvl="1" eaLnBrk="1" hangingPunct="1"/>
            <a:r>
              <a:rPr lang="en-US" altLang="en-US" dirty="0"/>
              <a:t>Public Key Certificates and Certificate Authorities</a:t>
            </a:r>
          </a:p>
          <a:p>
            <a:pPr lvl="1" eaLnBrk="1" hangingPunct="1"/>
            <a:r>
              <a:rPr lang="en-US" altLang="en-US" dirty="0"/>
              <a:t>PGP Web of Trust – public key. Used for email. Trust essentially left up to users.</a:t>
            </a:r>
          </a:p>
          <a:p>
            <a:pPr lvl="1" eaLnBrk="1" hangingPunct="1"/>
            <a:r>
              <a:rPr lang="en-US" altLang="en-US" dirty="0"/>
              <a:t>Kerberos – private key. Used to distribute keys between devices.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DA084C46-019F-485A-8F1D-1F7FB053A0CA}"/>
              </a:ext>
            </a:extLst>
          </p:cNvPr>
          <p:cNvSpPr>
            <a:spLocks noGrp="1"/>
          </p:cNvSpPr>
          <p:nvPr>
            <p:ph type="title"/>
          </p:nvPr>
        </p:nvSpPr>
        <p:spPr/>
        <p:txBody>
          <a:bodyPr/>
          <a:lstStyle/>
          <a:p>
            <a:pPr marL="342900" indent="-342900" eaLnBrk="1" hangingPunct="1"/>
            <a:r>
              <a:rPr lang="en-US" altLang="en-US" sz="4000">
                <a:solidFill>
                  <a:srgbClr val="000000"/>
                </a:solidFill>
              </a:rPr>
              <a:t>Public Key Certificates and Certificate Authorities</a:t>
            </a:r>
          </a:p>
        </p:txBody>
      </p:sp>
      <p:pic>
        <p:nvPicPr>
          <p:cNvPr id="15363" name="Picture 2">
            <a:extLst>
              <a:ext uri="{FF2B5EF4-FFF2-40B4-BE49-F238E27FC236}">
                <a16:creationId xmlns:a16="http://schemas.microsoft.com/office/drawing/2014/main" id="{7CE70F31-F49F-423B-9FEC-5075CCA65C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600200"/>
            <a:ext cx="3857625" cy="5078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4" name="Picture 3">
            <a:extLst>
              <a:ext uri="{FF2B5EF4-FFF2-40B4-BE49-F238E27FC236}">
                <a16:creationId xmlns:a16="http://schemas.microsoft.com/office/drawing/2014/main" id="{17F3E1B3-C9F5-49F3-BA64-7853B272712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22888" y="4038600"/>
            <a:ext cx="3059112"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365" name="TextBox 3">
            <a:extLst>
              <a:ext uri="{FF2B5EF4-FFF2-40B4-BE49-F238E27FC236}">
                <a16:creationId xmlns:a16="http://schemas.microsoft.com/office/drawing/2014/main" id="{3722BF68-4886-4F0B-B732-9C95D170BF45}"/>
              </a:ext>
            </a:extLst>
          </p:cNvPr>
          <p:cNvSpPr txBox="1">
            <a:spLocks noChangeArrowheads="1"/>
          </p:cNvSpPr>
          <p:nvPr/>
        </p:nvSpPr>
        <p:spPr bwMode="auto">
          <a:xfrm>
            <a:off x="5181600" y="2779713"/>
            <a:ext cx="3302000"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2800"/>
              <a:t>Trusted 3</a:t>
            </a:r>
            <a:r>
              <a:rPr lang="en-US" altLang="en-US" sz="2800" baseline="30000"/>
              <a:t>rd</a:t>
            </a:r>
            <a:r>
              <a:rPr lang="en-US" altLang="en-US" sz="2800"/>
              <a:t> Party</a:t>
            </a:r>
          </a:p>
          <a:p>
            <a:pPr algn="ctr" eaLnBrk="1" hangingPunct="1"/>
            <a:r>
              <a:rPr lang="en-US" altLang="en-US" sz="2800"/>
              <a:t>Certificate Authority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8">
            <a:extLst>
              <a:ext uri="{FF2B5EF4-FFF2-40B4-BE49-F238E27FC236}">
                <a16:creationId xmlns:a16="http://schemas.microsoft.com/office/drawing/2014/main" id="{35555856-9970-4BC3-9AA9-6A917F53AF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4816290"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7F487851-BFAF-46D8-A1ED-50CAD6E46F5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a:extLst>
              <a:ext uri="{FF2B5EF4-FFF2-40B4-BE49-F238E27FC236}">
                <a16:creationId xmlns:a16="http://schemas.microsoft.com/office/drawing/2014/main" id="{26DEA584-8A05-4348-844E-27743200F956}"/>
              </a:ext>
            </a:extLst>
          </p:cNvPr>
          <p:cNvSpPr>
            <a:spLocks noGrp="1"/>
          </p:cNvSpPr>
          <p:nvPr>
            <p:ph type="title"/>
          </p:nvPr>
        </p:nvSpPr>
        <p:spPr>
          <a:xfrm>
            <a:off x="4942996" y="4267832"/>
            <a:ext cx="3604497" cy="1297115"/>
          </a:xfrm>
        </p:spPr>
        <p:txBody>
          <a:bodyPr vert="horz" lIns="91440" tIns="45720" rIns="91440" bIns="45720" rtlCol="0" anchor="t">
            <a:normAutofit/>
          </a:bodyPr>
          <a:lstStyle/>
          <a:p>
            <a:pPr algn="l" eaLnBrk="1" hangingPunct="1">
              <a:lnSpc>
                <a:spcPct val="90000"/>
              </a:lnSpc>
            </a:pPr>
            <a:r>
              <a:rPr lang="en-US" sz="3800" kern="1200">
                <a:solidFill>
                  <a:srgbClr val="000000"/>
                </a:solidFill>
                <a:latin typeface="+mj-lt"/>
                <a:ea typeface="+mj-ea"/>
                <a:cs typeface="+mj-cs"/>
              </a:rPr>
              <a:t>Demo: Digital Certificates</a:t>
            </a:r>
          </a:p>
        </p:txBody>
      </p:sp>
      <p:sp>
        <p:nvSpPr>
          <p:cNvPr id="13" name="Freeform 50">
            <a:extLst>
              <a:ext uri="{FF2B5EF4-FFF2-40B4-BE49-F238E27FC236}">
                <a16:creationId xmlns:a16="http://schemas.microsoft.com/office/drawing/2014/main" id="{13722DD7-BA73-4776-93A3-94491FEF72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1159"/>
            <a:ext cx="4098659" cy="6276841"/>
          </a:xfrm>
          <a:custGeom>
            <a:avLst/>
            <a:gdLst>
              <a:gd name="connsiteX0" fmla="*/ 3299930 w 5464879"/>
              <a:gd name="connsiteY0" fmla="*/ 0 h 6276841"/>
              <a:gd name="connsiteX1" fmla="*/ 5398992 w 5464879"/>
              <a:gd name="connsiteY1" fmla="*/ 753544 h 6276841"/>
              <a:gd name="connsiteX2" fmla="*/ 5464879 w 5464879"/>
              <a:gd name="connsiteY2" fmla="*/ 813426 h 6276841"/>
              <a:gd name="connsiteX3" fmla="*/ 5464879 w 5464879"/>
              <a:gd name="connsiteY3" fmla="*/ 5786434 h 6276841"/>
              <a:gd name="connsiteX4" fmla="*/ 5398992 w 5464879"/>
              <a:gd name="connsiteY4" fmla="*/ 5846317 h 6276841"/>
              <a:gd name="connsiteX5" fmla="*/ 4872873 w 5464879"/>
              <a:gd name="connsiteY5" fmla="*/ 6201577 h 6276841"/>
              <a:gd name="connsiteX6" fmla="*/ 4716632 w 5464879"/>
              <a:gd name="connsiteY6" fmla="*/ 6276841 h 6276841"/>
              <a:gd name="connsiteX7" fmla="*/ 1883227 w 5464879"/>
              <a:gd name="connsiteY7" fmla="*/ 6276841 h 6276841"/>
              <a:gd name="connsiteX8" fmla="*/ 1726987 w 5464879"/>
              <a:gd name="connsiteY8" fmla="*/ 6201577 h 6276841"/>
              <a:gd name="connsiteX9" fmla="*/ 0 w 5464879"/>
              <a:gd name="connsiteY9" fmla="*/ 3299930 h 6276841"/>
              <a:gd name="connsiteX10" fmla="*/ 3299930 w 5464879"/>
              <a:gd name="connsiteY10" fmla="*/ 0 h 627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64879" h="6276841">
                <a:moveTo>
                  <a:pt x="3299930" y="0"/>
                </a:moveTo>
                <a:cubicBezTo>
                  <a:pt x="4097274" y="0"/>
                  <a:pt x="4828569" y="282789"/>
                  <a:pt x="5398992" y="753544"/>
                </a:cubicBezTo>
                <a:lnTo>
                  <a:pt x="5464879" y="813426"/>
                </a:lnTo>
                <a:lnTo>
                  <a:pt x="5464879" y="5786434"/>
                </a:lnTo>
                <a:lnTo>
                  <a:pt x="5398992" y="5846317"/>
                </a:lnTo>
                <a:cubicBezTo>
                  <a:pt x="5236014" y="5980818"/>
                  <a:pt x="5059904" y="6099975"/>
                  <a:pt x="4872873" y="6201577"/>
                </a:cubicBezTo>
                <a:lnTo>
                  <a:pt x="4716632" y="6276841"/>
                </a:lnTo>
                <a:lnTo>
                  <a:pt x="1883227" y="6276841"/>
                </a:lnTo>
                <a:lnTo>
                  <a:pt x="1726987" y="6201577"/>
                </a:lnTo>
                <a:cubicBezTo>
                  <a:pt x="698316" y="5642769"/>
                  <a:pt x="0" y="4552900"/>
                  <a:pt x="0" y="3299930"/>
                </a:cubicBezTo>
                <a:cubicBezTo>
                  <a:pt x="0" y="1477429"/>
                  <a:pt x="1477429" y="0"/>
                  <a:pt x="3299930" y="0"/>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bg2">
                    <a:lumMod val="75000"/>
                  </a:schemeClr>
                </a:gs>
                <a:gs pos="100000">
                  <a:schemeClr val="bg2">
                    <a:lumMod val="7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6" name="Graphic 5" descr="Diploma">
            <a:extLst>
              <a:ext uri="{FF2B5EF4-FFF2-40B4-BE49-F238E27FC236}">
                <a16:creationId xmlns:a16="http://schemas.microsoft.com/office/drawing/2014/main" id="{285186E2-8279-42F3-BE02-6E05618D543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55352" y="2333040"/>
            <a:ext cx="3106320" cy="3106320"/>
          </a:xfrm>
          <a:custGeom>
            <a:avLst/>
            <a:gdLst/>
            <a:ahLst/>
            <a:cxnLst/>
            <a:rect l="l" t="t" r="r" b="b"/>
            <a:pathLst>
              <a:path w="4141760" h="4377846">
                <a:moveTo>
                  <a:pt x="0" y="0"/>
                </a:moveTo>
                <a:lnTo>
                  <a:pt x="4141760" y="0"/>
                </a:lnTo>
                <a:lnTo>
                  <a:pt x="4141760" y="4377846"/>
                </a:lnTo>
                <a:lnTo>
                  <a:pt x="0" y="4377846"/>
                </a:lnTo>
                <a:close/>
              </a:path>
            </a:pathLst>
          </a:custGeom>
        </p:spPr>
      </p:pic>
    </p:spTree>
    <p:extLst>
      <p:ext uri="{BB962C8B-B14F-4D97-AF65-F5344CB8AC3E}">
        <p14:creationId xmlns:p14="http://schemas.microsoft.com/office/powerpoint/2010/main" val="40504674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18EF1FD-AF06-43E9-B47B-AA2CE3A61D20}"/>
              </a:ext>
            </a:extLst>
          </p:cNvPr>
          <p:cNvPicPr>
            <a:picLocks noChangeAspect="1"/>
          </p:cNvPicPr>
          <p:nvPr/>
        </p:nvPicPr>
        <p:blipFill>
          <a:blip r:embed="rId3"/>
          <a:stretch>
            <a:fillRect/>
          </a:stretch>
        </p:blipFill>
        <p:spPr>
          <a:xfrm>
            <a:off x="457200" y="381000"/>
            <a:ext cx="5915851" cy="1590897"/>
          </a:xfrm>
          <a:prstGeom prst="rect">
            <a:avLst/>
          </a:prstGeom>
        </p:spPr>
      </p:pic>
      <p:pic>
        <p:nvPicPr>
          <p:cNvPr id="6" name="Picture 5">
            <a:extLst>
              <a:ext uri="{FF2B5EF4-FFF2-40B4-BE49-F238E27FC236}">
                <a16:creationId xmlns:a16="http://schemas.microsoft.com/office/drawing/2014/main" id="{CA8B72E4-3789-4652-9848-0157197E949A}"/>
              </a:ext>
            </a:extLst>
          </p:cNvPr>
          <p:cNvPicPr>
            <a:picLocks noChangeAspect="1"/>
          </p:cNvPicPr>
          <p:nvPr/>
        </p:nvPicPr>
        <p:blipFill>
          <a:blip r:embed="rId4"/>
          <a:stretch>
            <a:fillRect/>
          </a:stretch>
        </p:blipFill>
        <p:spPr>
          <a:xfrm>
            <a:off x="457200" y="1935363"/>
            <a:ext cx="5877745" cy="3467584"/>
          </a:xfrm>
          <a:prstGeom prst="rect">
            <a:avLst/>
          </a:prstGeom>
        </p:spPr>
      </p:pic>
      <p:pic>
        <p:nvPicPr>
          <p:cNvPr id="8" name="Picture 7">
            <a:extLst>
              <a:ext uri="{FF2B5EF4-FFF2-40B4-BE49-F238E27FC236}">
                <a16:creationId xmlns:a16="http://schemas.microsoft.com/office/drawing/2014/main" id="{AA71E088-6CA0-4993-B191-FB646924AA7D}"/>
              </a:ext>
            </a:extLst>
          </p:cNvPr>
          <p:cNvPicPr>
            <a:picLocks noChangeAspect="1"/>
          </p:cNvPicPr>
          <p:nvPr/>
        </p:nvPicPr>
        <p:blipFill rotWithShape="1">
          <a:blip r:embed="rId5"/>
          <a:srcRect b="38984"/>
          <a:stretch/>
        </p:blipFill>
        <p:spPr>
          <a:xfrm>
            <a:off x="457200" y="5402947"/>
            <a:ext cx="6058746" cy="1226453"/>
          </a:xfrm>
          <a:prstGeom prst="rect">
            <a:avLst/>
          </a:prstGeom>
        </p:spPr>
      </p:pic>
      <p:sp>
        <p:nvSpPr>
          <p:cNvPr id="9" name="TextBox 8">
            <a:extLst>
              <a:ext uri="{FF2B5EF4-FFF2-40B4-BE49-F238E27FC236}">
                <a16:creationId xmlns:a16="http://schemas.microsoft.com/office/drawing/2014/main" id="{7BF329F8-F6D1-4DCA-A04E-7885B4D239A9}"/>
              </a:ext>
            </a:extLst>
          </p:cNvPr>
          <p:cNvSpPr txBox="1"/>
          <p:nvPr/>
        </p:nvSpPr>
        <p:spPr>
          <a:xfrm>
            <a:off x="6525592" y="5438636"/>
            <a:ext cx="2399454" cy="646331"/>
          </a:xfrm>
          <a:prstGeom prst="rect">
            <a:avLst/>
          </a:prstGeom>
          <a:noFill/>
        </p:spPr>
        <p:txBody>
          <a:bodyPr wrap="square" rtlCol="0">
            <a:spAutoFit/>
          </a:bodyPr>
          <a:lstStyle/>
          <a:p>
            <a:r>
              <a:rPr lang="en-US" sz="1200" dirty="0">
                <a:hlinkClick r:id="rId6"/>
              </a:rPr>
              <a:t>https://www.tomshardware.com/news/google-wosign-startcom-certificates-banned,35055.html</a:t>
            </a:r>
            <a:endParaRPr lang="en-US" sz="1200" dirty="0"/>
          </a:p>
        </p:txBody>
      </p:sp>
      <p:sp>
        <p:nvSpPr>
          <p:cNvPr id="7" name="Oval 6">
            <a:extLst>
              <a:ext uri="{FF2B5EF4-FFF2-40B4-BE49-F238E27FC236}">
                <a16:creationId xmlns:a16="http://schemas.microsoft.com/office/drawing/2014/main" id="{2AA79860-9102-4007-9525-00E9B8BDD4DB}"/>
              </a:ext>
            </a:extLst>
          </p:cNvPr>
          <p:cNvSpPr/>
          <p:nvPr/>
        </p:nvSpPr>
        <p:spPr>
          <a:xfrm>
            <a:off x="8763000" y="6477000"/>
            <a:ext cx="304800" cy="304800"/>
          </a:xfrm>
          <a:prstGeom prst="ellipse">
            <a:avLst/>
          </a:prstGeom>
          <a:solidFill>
            <a:schemeClr val="accent2">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552407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EBADF18-25FF-4BE2-A578-06601A7C8E3A}"/>
              </a:ext>
            </a:extLst>
          </p:cNvPr>
          <p:cNvSpPr>
            <a:spLocks noGrp="1"/>
          </p:cNvSpPr>
          <p:nvPr>
            <p:ph type="title"/>
          </p:nvPr>
        </p:nvSpPr>
        <p:spPr>
          <a:xfrm>
            <a:off x="685800" y="2514600"/>
            <a:ext cx="7772400" cy="2133600"/>
          </a:xfrm>
        </p:spPr>
        <p:txBody>
          <a:bodyPr/>
          <a:lstStyle/>
          <a:p>
            <a:r>
              <a:rPr lang="en-US" sz="2800" cap="none" dirty="0"/>
              <a:t>Applied Cryptography:</a:t>
            </a:r>
            <a:br>
              <a:rPr lang="en-US" cap="none" dirty="0"/>
            </a:br>
            <a:r>
              <a:rPr lang="en-US" cap="none" dirty="0"/>
              <a:t>HTTPS – based on TLS</a:t>
            </a:r>
          </a:p>
        </p:txBody>
      </p:sp>
    </p:spTree>
    <p:extLst>
      <p:ext uri="{BB962C8B-B14F-4D97-AF65-F5344CB8AC3E}">
        <p14:creationId xmlns:p14="http://schemas.microsoft.com/office/powerpoint/2010/main" val="25678708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4C49050B-B57E-4C29-8CAE-8849A5B15545}"/>
              </a:ext>
            </a:extLst>
          </p:cNvPr>
          <p:cNvSpPr>
            <a:spLocks noGrp="1"/>
          </p:cNvSpPr>
          <p:nvPr>
            <p:ph type="title"/>
          </p:nvPr>
        </p:nvSpPr>
        <p:spPr/>
        <p:txBody>
          <a:bodyPr/>
          <a:lstStyle/>
          <a:p>
            <a:pPr eaLnBrk="1" hangingPunct="1"/>
            <a:r>
              <a:rPr lang="en-US" altLang="en-US" dirty="0"/>
              <a:t>Transport Layer Security (TLS)</a:t>
            </a:r>
          </a:p>
        </p:txBody>
      </p:sp>
      <p:sp>
        <p:nvSpPr>
          <p:cNvPr id="16387" name="Content Placeholder 2" descr="Rectangle: Click to edit Master text styles&#10;Second level&#10;Third level&#10;Fourth level&#10;Fifth level">
            <a:extLst>
              <a:ext uri="{FF2B5EF4-FFF2-40B4-BE49-F238E27FC236}">
                <a16:creationId xmlns:a16="http://schemas.microsoft.com/office/drawing/2014/main" id="{AD3AB976-090E-4DB1-8F76-305FF7C27B85}"/>
              </a:ext>
            </a:extLst>
          </p:cNvPr>
          <p:cNvSpPr>
            <a:spLocks noGrp="1"/>
          </p:cNvSpPr>
          <p:nvPr>
            <p:ph idx="1"/>
          </p:nvPr>
        </p:nvSpPr>
        <p:spPr/>
        <p:txBody>
          <a:bodyPr/>
          <a:lstStyle/>
          <a:p>
            <a:pPr eaLnBrk="1" hangingPunct="1"/>
            <a:r>
              <a:rPr lang="en-US" altLang="en-US" dirty="0"/>
              <a:t>TLS Provides both </a:t>
            </a:r>
            <a:r>
              <a:rPr lang="en-US" altLang="en-US" b="1" dirty="0"/>
              <a:t>Encryption</a:t>
            </a:r>
            <a:r>
              <a:rPr lang="en-US" altLang="en-US" dirty="0"/>
              <a:t> (keep people from seeing my data) and </a:t>
            </a:r>
            <a:r>
              <a:rPr lang="en-US" altLang="en-US" b="1" dirty="0"/>
              <a:t>Authentication</a:t>
            </a:r>
            <a:r>
              <a:rPr lang="en-US" altLang="en-US" dirty="0"/>
              <a:t> (this server is the one it claims to be) on Web</a:t>
            </a:r>
          </a:p>
          <a:p>
            <a:pPr eaLnBrk="1" hangingPunct="1"/>
            <a:r>
              <a:rPr lang="en-US" altLang="en-US" b="1" dirty="0"/>
              <a:t>HTTPS is HTTP over TLS</a:t>
            </a:r>
          </a:p>
          <a:p>
            <a:pPr eaLnBrk="1" hangingPunct="1"/>
            <a:r>
              <a:rPr lang="en-US" altLang="en-US" dirty="0"/>
              <a:t>Formerly Secure Sockets Layer (SSL) and frequently still called that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B14105DC-2C97-475D-8D7D-87CD62AD6A8D}"/>
              </a:ext>
            </a:extLst>
          </p:cNvPr>
          <p:cNvSpPr>
            <a:spLocks noGrp="1"/>
          </p:cNvSpPr>
          <p:nvPr>
            <p:ph type="title"/>
          </p:nvPr>
        </p:nvSpPr>
        <p:spPr/>
        <p:txBody>
          <a:bodyPr/>
          <a:lstStyle/>
          <a:p>
            <a:pPr eaLnBrk="1" hangingPunct="1"/>
            <a:r>
              <a:rPr lang="en-US" altLang="en-US"/>
              <a:t>How it works</a:t>
            </a:r>
          </a:p>
        </p:txBody>
      </p:sp>
      <p:sp>
        <p:nvSpPr>
          <p:cNvPr id="17411" name="Content Placeholder 2" descr="Rectangle: Click to edit Master text styles&#10;Second level&#10;Third level&#10;Fourth level&#10;Fifth level">
            <a:extLst>
              <a:ext uri="{FF2B5EF4-FFF2-40B4-BE49-F238E27FC236}">
                <a16:creationId xmlns:a16="http://schemas.microsoft.com/office/drawing/2014/main" id="{01DD8E86-733F-4820-8BB0-CC19583C008C}"/>
              </a:ext>
            </a:extLst>
          </p:cNvPr>
          <p:cNvSpPr>
            <a:spLocks noGrp="1"/>
          </p:cNvSpPr>
          <p:nvPr>
            <p:ph idx="1"/>
          </p:nvPr>
        </p:nvSpPr>
        <p:spPr/>
        <p:txBody>
          <a:bodyPr/>
          <a:lstStyle/>
          <a:p>
            <a:pPr eaLnBrk="1" hangingPunct="1"/>
            <a:r>
              <a:rPr lang="en-US" altLang="en-US" dirty="0"/>
              <a:t>Depends on trust</a:t>
            </a:r>
          </a:p>
          <a:p>
            <a:pPr eaLnBrk="1" hangingPunct="1"/>
            <a:r>
              <a:rPr lang="en-US" altLang="en-US" dirty="0"/>
              <a:t>Website gets a certificate from trusted authority</a:t>
            </a:r>
          </a:p>
          <a:p>
            <a:pPr lvl="1" eaLnBrk="1" hangingPunct="1"/>
            <a:r>
              <a:rPr lang="en-US" altLang="en-US" dirty="0"/>
              <a:t>The authority verifies, at a minimum, that the applicant has control over the website.</a:t>
            </a:r>
          </a:p>
          <a:p>
            <a:pPr lvl="1" eaLnBrk="1" hangingPunct="1"/>
            <a:r>
              <a:rPr lang="en-US" altLang="en-US" dirty="0"/>
              <a:t>For </a:t>
            </a:r>
            <a:r>
              <a:rPr lang="en-US" altLang="en-US" dirty="0" err="1"/>
              <a:t>LetsEncrypt</a:t>
            </a:r>
            <a:r>
              <a:rPr lang="en-US" altLang="en-US" dirty="0"/>
              <a:t>, the </a:t>
            </a:r>
            <a:r>
              <a:rPr lang="en-US" altLang="en-US" dirty="0" err="1"/>
              <a:t>Certbot</a:t>
            </a:r>
            <a:r>
              <a:rPr lang="en-US" altLang="en-US" dirty="0"/>
              <a:t> does that automatically.</a:t>
            </a:r>
          </a:p>
          <a:p>
            <a:pPr eaLnBrk="1" hangingPunct="1"/>
            <a:r>
              <a:rPr lang="en-US" altLang="en-US" dirty="0"/>
              <a:t>TLS checks the authenticity of the certificate and then encodes data</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A299F917-CF28-4606-ACCA-52FEF63B4EE1}"/>
              </a:ext>
            </a:extLst>
          </p:cNvPr>
          <p:cNvSpPr>
            <a:spLocks noGrp="1"/>
          </p:cNvSpPr>
          <p:nvPr>
            <p:ph type="title"/>
          </p:nvPr>
        </p:nvSpPr>
        <p:spPr>
          <a:xfrm>
            <a:off x="457200" y="274638"/>
            <a:ext cx="8229600" cy="1020762"/>
          </a:xfrm>
        </p:spPr>
        <p:txBody>
          <a:bodyPr/>
          <a:lstStyle/>
          <a:p>
            <a:pPr eaLnBrk="1" hangingPunct="1"/>
            <a:r>
              <a:rPr lang="en-US" altLang="en-US" dirty="0"/>
              <a:t>TLS handshake (see </a:t>
            </a:r>
            <a:r>
              <a:rPr lang="en-US" altLang="en-US" dirty="0">
                <a:hlinkClick r:id="rId2"/>
              </a:rPr>
              <a:t>link</a:t>
            </a:r>
            <a:r>
              <a:rPr lang="en-US" altLang="en-US" dirty="0"/>
              <a:t>)</a:t>
            </a:r>
          </a:p>
        </p:txBody>
      </p:sp>
      <p:sp>
        <p:nvSpPr>
          <p:cNvPr id="18435" name="Content Placeholder 2" descr="Rectangle: Click to edit Master text styles&#10;Second level&#10;Third level&#10;Fourth level&#10;Fifth level">
            <a:extLst>
              <a:ext uri="{FF2B5EF4-FFF2-40B4-BE49-F238E27FC236}">
                <a16:creationId xmlns:a16="http://schemas.microsoft.com/office/drawing/2014/main" id="{73A6602F-BDB5-4537-9EDE-47BC4CF10F36}"/>
              </a:ext>
            </a:extLst>
          </p:cNvPr>
          <p:cNvSpPr>
            <a:spLocks noGrp="1"/>
          </p:cNvSpPr>
          <p:nvPr>
            <p:ph idx="1"/>
          </p:nvPr>
        </p:nvSpPr>
        <p:spPr>
          <a:xfrm>
            <a:off x="609600" y="1295400"/>
            <a:ext cx="8305800" cy="5410200"/>
          </a:xfrm>
        </p:spPr>
        <p:txBody>
          <a:bodyPr/>
          <a:lstStyle/>
          <a:p>
            <a:pPr eaLnBrk="1" hangingPunct="1"/>
            <a:r>
              <a:rPr lang="en-US" altLang="en-US" sz="2800" dirty="0"/>
              <a:t>Client contacts server, requests TLS</a:t>
            </a:r>
          </a:p>
          <a:p>
            <a:pPr eaLnBrk="1" hangingPunct="1"/>
            <a:r>
              <a:rPr lang="en-US" altLang="en-US" sz="2800" dirty="0"/>
              <a:t>Server sends Cert and public key and selected protocol</a:t>
            </a:r>
          </a:p>
          <a:p>
            <a:pPr eaLnBrk="1" hangingPunct="1"/>
            <a:r>
              <a:rPr lang="en-US" altLang="en-US" sz="2800" dirty="0"/>
              <a:t>Client checks Cert against trusted database</a:t>
            </a:r>
          </a:p>
          <a:p>
            <a:pPr lvl="1" eaLnBrk="1" hangingPunct="1"/>
            <a:r>
              <a:rPr lang="en-US" altLang="en-US" sz="2400" dirty="0"/>
              <a:t>Client authentication possible here</a:t>
            </a:r>
          </a:p>
          <a:p>
            <a:pPr eaLnBrk="1" hangingPunct="1"/>
            <a:r>
              <a:rPr lang="en-US" altLang="en-US" sz="2800" dirty="0"/>
              <a:t>Client and server compute symmetric keys</a:t>
            </a:r>
          </a:p>
          <a:p>
            <a:pPr eaLnBrk="1" hangingPunct="1"/>
            <a:r>
              <a:rPr lang="en-US" altLang="en-US" sz="2800" dirty="0"/>
              <a:t>Client and server exchange symmetric keys using the public key in the certificate.</a:t>
            </a:r>
          </a:p>
          <a:p>
            <a:pPr eaLnBrk="1" hangingPunct="1"/>
            <a:r>
              <a:rPr lang="en-US" altLang="en-US" sz="2800" dirty="0"/>
              <a:t>Communication is encrypted from here on</a:t>
            </a:r>
          </a:p>
          <a:p>
            <a:pPr marL="0" indent="0" eaLnBrk="1" hangingPunct="1">
              <a:buNone/>
            </a:pPr>
            <a:r>
              <a:rPr lang="en-US" altLang="en-US" sz="2800" dirty="0"/>
              <a:t>(See details in </a:t>
            </a:r>
            <a:r>
              <a:rPr lang="en-US" altLang="en-US" sz="2800" dirty="0">
                <a:hlinkClick r:id="rId3"/>
              </a:rPr>
              <a:t>this video</a:t>
            </a:r>
            <a:r>
              <a:rPr lang="en-US" altLang="en-US" sz="2800" dirty="0"/>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553505F-4D70-4C94-9030-4DBE1431EBD1}"/>
              </a:ext>
            </a:extLst>
          </p:cNvPr>
          <p:cNvPicPr>
            <a:picLocks noChangeAspect="1"/>
          </p:cNvPicPr>
          <p:nvPr/>
        </p:nvPicPr>
        <p:blipFill>
          <a:blip r:embed="rId2"/>
          <a:stretch>
            <a:fillRect/>
          </a:stretch>
        </p:blipFill>
        <p:spPr>
          <a:xfrm>
            <a:off x="7333989" y="3733800"/>
            <a:ext cx="1690934" cy="669993"/>
          </a:xfrm>
          <a:prstGeom prst="rect">
            <a:avLst/>
          </a:prstGeom>
        </p:spPr>
      </p:pic>
      <p:pic>
        <p:nvPicPr>
          <p:cNvPr id="2050" name="Picture 2" descr="Let's Encrypt logo">
            <a:extLst>
              <a:ext uri="{FF2B5EF4-FFF2-40B4-BE49-F238E27FC236}">
                <a16:creationId xmlns:a16="http://schemas.microsoft.com/office/drawing/2014/main" id="{AE6CE5BA-3E12-47CC-9137-3CA8BD0769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1200" y="5959128"/>
            <a:ext cx="3048000" cy="838200"/>
          </a:xfrm>
          <a:prstGeom prst="rect">
            <a:avLst/>
          </a:prstGeom>
          <a:noFill/>
          <a:extLst>
            <a:ext uri="{909E8E84-426E-40DD-AFC4-6F175D3DCCD1}">
              <a14:hiddenFill xmlns:a14="http://schemas.microsoft.com/office/drawing/2010/main">
                <a:solidFill>
                  <a:srgbClr val="FFFFFF"/>
                </a:solidFill>
              </a14:hiddenFill>
            </a:ext>
          </a:extLst>
        </p:spPr>
      </p:pic>
      <p:sp>
        <p:nvSpPr>
          <p:cNvPr id="20482" name="Title 1">
            <a:extLst>
              <a:ext uri="{FF2B5EF4-FFF2-40B4-BE49-F238E27FC236}">
                <a16:creationId xmlns:a16="http://schemas.microsoft.com/office/drawing/2014/main" id="{F6E72A2C-7C01-4BAF-849E-FA544CE485C2}"/>
              </a:ext>
            </a:extLst>
          </p:cNvPr>
          <p:cNvSpPr>
            <a:spLocks noGrp="1"/>
          </p:cNvSpPr>
          <p:nvPr>
            <p:ph type="title"/>
          </p:nvPr>
        </p:nvSpPr>
        <p:spPr>
          <a:xfrm>
            <a:off x="457200" y="274638"/>
            <a:ext cx="8229600" cy="715962"/>
          </a:xfrm>
        </p:spPr>
        <p:txBody>
          <a:bodyPr/>
          <a:lstStyle/>
          <a:p>
            <a:pPr eaLnBrk="1" hangingPunct="1"/>
            <a:r>
              <a:rPr lang="en-US" altLang="en-US" dirty="0"/>
              <a:t>HTTPS: Concluding Observations</a:t>
            </a:r>
          </a:p>
        </p:txBody>
      </p:sp>
      <p:sp>
        <p:nvSpPr>
          <p:cNvPr id="20483" name="Content Placeholder 2" descr="Rectangle: Click to edit Master text styles&#10;Second level&#10;Third level&#10;Fourth level&#10;Fifth level">
            <a:extLst>
              <a:ext uri="{FF2B5EF4-FFF2-40B4-BE49-F238E27FC236}">
                <a16:creationId xmlns:a16="http://schemas.microsoft.com/office/drawing/2014/main" id="{BDFDD27E-5BC7-46D2-AEC2-0434B0E4CFE9}"/>
              </a:ext>
            </a:extLst>
          </p:cNvPr>
          <p:cNvSpPr>
            <a:spLocks noGrp="1"/>
          </p:cNvSpPr>
          <p:nvPr>
            <p:ph idx="1"/>
          </p:nvPr>
        </p:nvSpPr>
        <p:spPr>
          <a:xfrm>
            <a:off x="457200" y="1143000"/>
            <a:ext cx="8229600" cy="4983163"/>
          </a:xfrm>
        </p:spPr>
        <p:txBody>
          <a:bodyPr/>
          <a:lstStyle/>
          <a:p>
            <a:pPr eaLnBrk="1" hangingPunct="1"/>
            <a:r>
              <a:rPr lang="en-US" altLang="en-US" sz="2400" dirty="0"/>
              <a:t>TLS is computationally expensive</a:t>
            </a:r>
          </a:p>
          <a:p>
            <a:pPr lvl="1" eaLnBrk="1" hangingPunct="1"/>
            <a:r>
              <a:rPr lang="en-US" altLang="en-US" sz="2000" dirty="0"/>
              <a:t>Initially only adopted for sensitive information such as passwords, credit cards, etc.</a:t>
            </a:r>
          </a:p>
          <a:p>
            <a:pPr lvl="1" eaLnBrk="1" hangingPunct="1"/>
            <a:r>
              <a:rPr lang="en-US" altLang="en-US" sz="2000" dirty="0"/>
              <a:t>Dedicated hardware can speed it up.</a:t>
            </a:r>
          </a:p>
          <a:p>
            <a:pPr lvl="1" eaLnBrk="1" hangingPunct="1"/>
            <a:r>
              <a:rPr lang="en-US" altLang="en-US" sz="2000" dirty="0"/>
              <a:t>Computing power has increased in recent years leading to…</a:t>
            </a:r>
          </a:p>
          <a:p>
            <a:pPr eaLnBrk="1" hangingPunct="1"/>
            <a:r>
              <a:rPr lang="en-US" altLang="en-US" sz="2400" dirty="0"/>
              <a:t>Encrypting the Web</a:t>
            </a:r>
          </a:p>
          <a:p>
            <a:pPr lvl="1" eaLnBrk="1" hangingPunct="1"/>
            <a:r>
              <a:rPr lang="en-US" altLang="en-US" sz="2000" dirty="0"/>
              <a:t>Campaign launched in 2016 by the Electronic Frontier Foundation (EFF) and endorsed by many others.</a:t>
            </a:r>
          </a:p>
          <a:p>
            <a:pPr lvl="1" eaLnBrk="1" hangingPunct="1"/>
            <a:r>
              <a:rPr lang="en-US" altLang="en-US" sz="2000" dirty="0"/>
              <a:t>Major browsers (</a:t>
            </a:r>
            <a:r>
              <a:rPr lang="en-US" altLang="en-US" sz="2000" dirty="0" err="1"/>
              <a:t>FireFox</a:t>
            </a:r>
            <a:r>
              <a:rPr lang="en-US" altLang="en-US" sz="2000" dirty="0"/>
              <a:t>, Chrome, Safari, Edge) warn about unencrypted content.</a:t>
            </a:r>
          </a:p>
          <a:p>
            <a:pPr lvl="1" eaLnBrk="1" hangingPunct="1"/>
            <a:r>
              <a:rPr lang="en-US" altLang="en-US" sz="2000" dirty="0"/>
              <a:t>Leading to…</a:t>
            </a:r>
          </a:p>
          <a:p>
            <a:pPr eaLnBrk="1" hangingPunct="1"/>
            <a:r>
              <a:rPr lang="en-US" altLang="en-US" sz="2400" dirty="0"/>
              <a:t>EFF, Mozilla and a host of other sponsors launched the “Let’s Encrypt” program offering free SSL certificates.</a:t>
            </a:r>
          </a:p>
        </p:txBody>
      </p:sp>
      <p:sp>
        <p:nvSpPr>
          <p:cNvPr id="6" name="Oval 5">
            <a:extLst>
              <a:ext uri="{FF2B5EF4-FFF2-40B4-BE49-F238E27FC236}">
                <a16:creationId xmlns:a16="http://schemas.microsoft.com/office/drawing/2014/main" id="{3E4ED39E-9B2C-4E15-B7AC-C0E55CD3D843}"/>
              </a:ext>
            </a:extLst>
          </p:cNvPr>
          <p:cNvSpPr/>
          <p:nvPr/>
        </p:nvSpPr>
        <p:spPr>
          <a:xfrm>
            <a:off x="8763000" y="6477000"/>
            <a:ext cx="304800" cy="304800"/>
          </a:xfrm>
          <a:prstGeom prst="ellipse">
            <a:avLst/>
          </a:prstGeom>
          <a:solidFill>
            <a:schemeClr val="accent2">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EBADF18-25FF-4BE2-A578-06601A7C8E3A}"/>
              </a:ext>
            </a:extLst>
          </p:cNvPr>
          <p:cNvSpPr>
            <a:spLocks noGrp="1"/>
          </p:cNvSpPr>
          <p:nvPr>
            <p:ph type="title"/>
          </p:nvPr>
        </p:nvSpPr>
        <p:spPr>
          <a:xfrm>
            <a:off x="685800" y="2514600"/>
            <a:ext cx="7772400" cy="2133600"/>
          </a:xfrm>
        </p:spPr>
        <p:txBody>
          <a:bodyPr/>
          <a:lstStyle/>
          <a:p>
            <a:r>
              <a:rPr lang="en-US" sz="2800" cap="none" dirty="0"/>
              <a:t>Applied Cryptography:</a:t>
            </a:r>
            <a:br>
              <a:rPr lang="en-US" cap="none" dirty="0"/>
            </a:br>
            <a:r>
              <a:rPr lang="en-US" cap="none" dirty="0"/>
              <a:t>Securing Passwords</a:t>
            </a:r>
          </a:p>
        </p:txBody>
      </p:sp>
    </p:spTree>
    <p:extLst>
      <p:ext uri="{BB962C8B-B14F-4D97-AF65-F5344CB8AC3E}">
        <p14:creationId xmlns:p14="http://schemas.microsoft.com/office/powerpoint/2010/main" val="6777515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E98A4-B34D-4F64-95FD-CF8E15DA26F0}"/>
              </a:ext>
            </a:extLst>
          </p:cNvPr>
          <p:cNvSpPr>
            <a:spLocks noGrp="1"/>
          </p:cNvSpPr>
          <p:nvPr>
            <p:ph type="title"/>
          </p:nvPr>
        </p:nvSpPr>
        <p:spPr>
          <a:xfrm>
            <a:off x="457200" y="152400"/>
            <a:ext cx="8229600" cy="579437"/>
          </a:xfrm>
        </p:spPr>
        <p:txBody>
          <a:bodyPr/>
          <a:lstStyle/>
          <a:p>
            <a:r>
              <a:rPr lang="en-US" dirty="0"/>
              <a:t>Securing Passwords</a:t>
            </a:r>
          </a:p>
        </p:txBody>
      </p:sp>
      <p:sp>
        <p:nvSpPr>
          <p:cNvPr id="3" name="Content Placeholder 2">
            <a:extLst>
              <a:ext uri="{FF2B5EF4-FFF2-40B4-BE49-F238E27FC236}">
                <a16:creationId xmlns:a16="http://schemas.microsoft.com/office/drawing/2014/main" id="{BB641D40-31A2-41E0-9B14-DC13B0D7D1F2}"/>
              </a:ext>
            </a:extLst>
          </p:cNvPr>
          <p:cNvSpPr>
            <a:spLocks noGrp="1"/>
          </p:cNvSpPr>
          <p:nvPr>
            <p:ph idx="1"/>
          </p:nvPr>
        </p:nvSpPr>
        <p:spPr>
          <a:xfrm>
            <a:off x="457200" y="838200"/>
            <a:ext cx="8229600" cy="5867400"/>
          </a:xfrm>
        </p:spPr>
        <p:txBody>
          <a:bodyPr/>
          <a:lstStyle/>
          <a:p>
            <a:pPr marL="0" indent="0">
              <a:buNone/>
            </a:pPr>
            <a:r>
              <a:rPr lang="en-US" sz="2000" dirty="0"/>
              <a:t>Suppose someone steals your password database – can they break into your site?</a:t>
            </a:r>
          </a:p>
          <a:p>
            <a:r>
              <a:rPr lang="en-US" sz="2000" dirty="0"/>
              <a:t>Security for Data at Rest (in the database)</a:t>
            </a:r>
          </a:p>
          <a:p>
            <a:r>
              <a:rPr lang="en-US" sz="2000" b="1" dirty="0"/>
              <a:t>Symmetric-Key cryptography</a:t>
            </a:r>
            <a:r>
              <a:rPr lang="en-US" sz="2000" dirty="0"/>
              <a:t>: Limited additional security, the key has to be available to the host program, so it is as easy to steal as the database.</a:t>
            </a:r>
          </a:p>
          <a:p>
            <a:r>
              <a:rPr lang="en-US" sz="2000" b="1" dirty="0"/>
              <a:t>Public-Key cryptography:</a:t>
            </a:r>
            <a:r>
              <a:rPr lang="en-US" sz="2000" dirty="0"/>
              <a:t> Not helpful in this context.</a:t>
            </a:r>
          </a:p>
          <a:p>
            <a:r>
              <a:rPr lang="en-US" sz="2000" b="1" dirty="0"/>
              <a:t>Cryptographic Hash:</a:t>
            </a:r>
            <a:r>
              <a:rPr lang="en-US" sz="2000" dirty="0"/>
              <a:t> Much better, passwords cannot be recovered. But vulnerable to a rainbow table attack. (Table of pre-computed hashes.)</a:t>
            </a:r>
          </a:p>
          <a:p>
            <a:r>
              <a:rPr lang="en-US" sz="2000" b="1" dirty="0"/>
              <a:t>Salted Cryptographic Hash: </a:t>
            </a:r>
            <a:r>
              <a:rPr lang="en-US" sz="2000" dirty="0"/>
              <a:t>Much, much better.</a:t>
            </a:r>
          </a:p>
          <a:p>
            <a:pPr lvl="1"/>
            <a:r>
              <a:rPr lang="en-US" sz="1800" dirty="0"/>
              <a:t>A random number (salt) is generated. The password plus salt are hashed and both are stored in the database.</a:t>
            </a:r>
          </a:p>
          <a:p>
            <a:pPr lvl="1"/>
            <a:r>
              <a:rPr lang="en-US" sz="1800" dirty="0"/>
              <a:t>Vulnerable to brute-force. The hash is a large number but there is a much smaller set of useful passwords.</a:t>
            </a:r>
          </a:p>
          <a:p>
            <a:r>
              <a:rPr lang="en-US" sz="2000" b="1" dirty="0"/>
              <a:t>Slow Salted Cryptographic Hash:</a:t>
            </a:r>
            <a:r>
              <a:rPr lang="en-US" sz="2000" dirty="0"/>
              <a:t> State of the art.</a:t>
            </a:r>
          </a:p>
          <a:p>
            <a:pPr lvl="1"/>
            <a:r>
              <a:rPr lang="en-US" sz="1800" dirty="0"/>
              <a:t>Uses a computationally expensive hash algorithm like </a:t>
            </a:r>
            <a:r>
              <a:rPr lang="en-US" sz="1800" dirty="0" err="1"/>
              <a:t>bcrypt</a:t>
            </a:r>
            <a:r>
              <a:rPr lang="en-US" sz="1800" dirty="0"/>
              <a:t>.</a:t>
            </a:r>
          </a:p>
          <a:p>
            <a:pPr lvl="1"/>
            <a:r>
              <a:rPr lang="en-US" sz="1800" dirty="0" err="1"/>
              <a:t>bcrypt</a:t>
            </a:r>
            <a:r>
              <a:rPr lang="en-US" sz="1800" dirty="0"/>
              <a:t> is simply a </a:t>
            </a:r>
            <a:r>
              <a:rPr lang="en-US" sz="1800" i="1" dirty="0"/>
              <a:t>cryptographic hash</a:t>
            </a:r>
            <a:r>
              <a:rPr lang="en-US" sz="1800" dirty="0"/>
              <a:t> </a:t>
            </a:r>
            <a:r>
              <a:rPr lang="en-US" sz="1800"/>
              <a:t>repeated thousands </a:t>
            </a:r>
            <a:r>
              <a:rPr lang="en-US" sz="1800" dirty="0"/>
              <a:t>of times.</a:t>
            </a:r>
          </a:p>
          <a:p>
            <a:pPr lvl="1"/>
            <a:r>
              <a:rPr lang="en-US" sz="1800" dirty="0"/>
              <a:t>PHP </a:t>
            </a:r>
            <a:r>
              <a:rPr lang="en-US" sz="1800" dirty="0" err="1"/>
              <a:t>password_hash</a:t>
            </a:r>
            <a:r>
              <a:rPr lang="en-US" sz="1800" dirty="0"/>
              <a:t>() from Lab 3 uses the </a:t>
            </a:r>
            <a:r>
              <a:rPr lang="en-US" sz="1800" dirty="0" err="1"/>
              <a:t>bcrypt</a:t>
            </a:r>
            <a:r>
              <a:rPr lang="en-US" sz="1800" dirty="0"/>
              <a:t> algorithm.</a:t>
            </a:r>
          </a:p>
          <a:p>
            <a:endParaRPr lang="en-US" sz="2000" dirty="0"/>
          </a:p>
        </p:txBody>
      </p:sp>
    </p:spTree>
    <p:extLst>
      <p:ext uri="{BB962C8B-B14F-4D97-AF65-F5344CB8AC3E}">
        <p14:creationId xmlns:p14="http://schemas.microsoft.com/office/powerpoint/2010/main" val="30043702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assword Strength">
            <a:extLst>
              <a:ext uri="{FF2B5EF4-FFF2-40B4-BE49-F238E27FC236}">
                <a16:creationId xmlns:a16="http://schemas.microsoft.com/office/drawing/2014/main" id="{60D4BA15-4C19-4875-A2B7-7C271B161D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7750" y="566738"/>
            <a:ext cx="7048500" cy="572452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B0F64C95-6A2C-41F8-9023-0AD9C477438F}"/>
              </a:ext>
            </a:extLst>
          </p:cNvPr>
          <p:cNvSpPr txBox="1"/>
          <p:nvPr/>
        </p:nvSpPr>
        <p:spPr>
          <a:xfrm>
            <a:off x="6248400" y="6440424"/>
            <a:ext cx="2438400" cy="381000"/>
          </a:xfrm>
          <a:prstGeom prst="rect">
            <a:avLst/>
          </a:prstGeom>
          <a:noFill/>
        </p:spPr>
        <p:txBody>
          <a:bodyPr wrap="square" rtlCol="0">
            <a:spAutoFit/>
          </a:bodyPr>
          <a:lstStyle/>
          <a:p>
            <a:r>
              <a:rPr lang="en-US" dirty="0">
                <a:hlinkClick r:id="rId3"/>
              </a:rPr>
              <a:t>https://xkcd.com/936/</a:t>
            </a:r>
            <a:endParaRPr lang="en-US" dirty="0"/>
          </a:p>
        </p:txBody>
      </p:sp>
      <p:sp>
        <p:nvSpPr>
          <p:cNvPr id="5" name="Oval 4">
            <a:extLst>
              <a:ext uri="{FF2B5EF4-FFF2-40B4-BE49-F238E27FC236}">
                <a16:creationId xmlns:a16="http://schemas.microsoft.com/office/drawing/2014/main" id="{A9D0579D-09AF-4616-9932-4DC22C988951}"/>
              </a:ext>
            </a:extLst>
          </p:cNvPr>
          <p:cNvSpPr/>
          <p:nvPr/>
        </p:nvSpPr>
        <p:spPr>
          <a:xfrm>
            <a:off x="8763000" y="6477000"/>
            <a:ext cx="304800" cy="304800"/>
          </a:xfrm>
          <a:prstGeom prst="ellipse">
            <a:avLst/>
          </a:prstGeom>
          <a:solidFill>
            <a:schemeClr val="accent2">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392402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72F0CB01-AE59-4C1B-BA1F-FE6EFFCA9419}"/>
              </a:ext>
            </a:extLst>
          </p:cNvPr>
          <p:cNvSpPr>
            <a:spLocks noGrp="1"/>
          </p:cNvSpPr>
          <p:nvPr>
            <p:ph type="title"/>
          </p:nvPr>
        </p:nvSpPr>
        <p:spPr/>
        <p:txBody>
          <a:bodyPr/>
          <a:lstStyle/>
          <a:p>
            <a:pPr eaLnBrk="1" hangingPunct="1"/>
            <a:r>
              <a:rPr lang="en-US" altLang="en-US" dirty="0"/>
              <a:t>Study Questions</a:t>
            </a:r>
          </a:p>
        </p:txBody>
      </p:sp>
      <p:sp>
        <p:nvSpPr>
          <p:cNvPr id="26627" name="Content Placeholder 2" descr="Rectangle: Click to edit Master text styles&#10;Second level&#10;Third level&#10;Fourth level&#10;Fifth level">
            <a:extLst>
              <a:ext uri="{FF2B5EF4-FFF2-40B4-BE49-F238E27FC236}">
                <a16:creationId xmlns:a16="http://schemas.microsoft.com/office/drawing/2014/main" id="{67C24CC5-7835-4AEF-BBE4-CF6634D9E197}"/>
              </a:ext>
            </a:extLst>
          </p:cNvPr>
          <p:cNvSpPr>
            <a:spLocks noGrp="1"/>
          </p:cNvSpPr>
          <p:nvPr>
            <p:ph idx="1"/>
          </p:nvPr>
        </p:nvSpPr>
        <p:spPr>
          <a:xfrm>
            <a:off x="457200" y="1600200"/>
            <a:ext cx="8229600" cy="4876800"/>
          </a:xfrm>
        </p:spPr>
        <p:txBody>
          <a:bodyPr rtlCol="0">
            <a:normAutofit fontScale="85000" lnSpcReduction="20000"/>
          </a:bodyPr>
          <a:lstStyle/>
          <a:p>
            <a:pPr eaLnBrk="1" fontAlgn="auto" hangingPunct="1">
              <a:spcAft>
                <a:spcPts val="0"/>
              </a:spcAft>
              <a:defRPr/>
            </a:pPr>
            <a:r>
              <a:rPr lang="en-US" dirty="0"/>
              <a:t>What are the 3 core types of cryptographic algorithms discussed in this lesson?</a:t>
            </a:r>
          </a:p>
          <a:p>
            <a:pPr eaLnBrk="1" fontAlgn="auto" hangingPunct="1">
              <a:spcAft>
                <a:spcPts val="0"/>
              </a:spcAft>
              <a:defRPr/>
            </a:pPr>
            <a:r>
              <a:rPr lang="en-US" dirty="0"/>
              <a:t>How do each of them work, and which security services do they help provide?</a:t>
            </a:r>
          </a:p>
          <a:p>
            <a:pPr eaLnBrk="1" fontAlgn="auto" hangingPunct="1">
              <a:spcAft>
                <a:spcPts val="0"/>
              </a:spcAft>
              <a:defRPr/>
            </a:pPr>
            <a:r>
              <a:rPr lang="en-US" dirty="0"/>
              <a:t>What is the security mechanism added to HTTP to make HTTPS? </a:t>
            </a:r>
          </a:p>
          <a:p>
            <a:pPr eaLnBrk="1" fontAlgn="auto" hangingPunct="1">
              <a:spcAft>
                <a:spcPts val="0"/>
              </a:spcAft>
              <a:defRPr/>
            </a:pPr>
            <a:r>
              <a:rPr lang="en-US" dirty="0"/>
              <a:t>What are the two functions provided by TLS?</a:t>
            </a:r>
          </a:p>
          <a:p>
            <a:pPr eaLnBrk="1" fontAlgn="auto" hangingPunct="1">
              <a:spcAft>
                <a:spcPts val="0"/>
              </a:spcAft>
              <a:defRPr/>
            </a:pPr>
            <a:r>
              <a:rPr lang="en-US" dirty="0"/>
              <a:t>Explain the use of symmetric and Public Key (</a:t>
            </a:r>
            <a:r>
              <a:rPr lang="en-US" dirty="0" err="1"/>
              <a:t>a.k.a</a:t>
            </a:r>
            <a:r>
              <a:rPr lang="en-US" dirty="0"/>
              <a:t> asymmetric) encryption (e.g., in TLS)</a:t>
            </a:r>
          </a:p>
          <a:p>
            <a:pPr eaLnBrk="1" fontAlgn="auto" hangingPunct="1">
              <a:spcAft>
                <a:spcPts val="0"/>
              </a:spcAft>
              <a:defRPr/>
            </a:pPr>
            <a:r>
              <a:rPr lang="en-US" dirty="0"/>
              <a:t>Which type of encryption is computationally fastest?</a:t>
            </a:r>
          </a:p>
          <a:p>
            <a:pPr eaLnBrk="1" fontAlgn="auto" hangingPunct="1">
              <a:spcAft>
                <a:spcPts val="0"/>
              </a:spcAft>
              <a:defRPr/>
            </a:pPr>
            <a:r>
              <a:rPr lang="en-US" dirty="0"/>
              <a:t>What might you observe when working with a website that would make you question their password security?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344</TotalTime>
  <Words>2526</Words>
  <Application>Microsoft Office PowerPoint</Application>
  <PresentationFormat>On-screen Show (4:3)</PresentationFormat>
  <Paragraphs>225</Paragraphs>
  <Slides>25</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Applied Cryptography (With a Web Orientation)</vt:lpstr>
      <vt:lpstr>Cryptography</vt:lpstr>
      <vt:lpstr>Encryption &amp; Decryption</vt:lpstr>
      <vt:lpstr>3 Core Cryptographic Algorithm Types</vt:lpstr>
      <vt:lpstr>Any cryptographic algorithm can be broken through a brute-force attack given infinite time.</vt:lpstr>
      <vt:lpstr>Random Numbers</vt:lpstr>
      <vt:lpstr>Secret Key (symmetric) cryptography</vt:lpstr>
      <vt:lpstr>Public Key (asymmetric) Encryption</vt:lpstr>
      <vt:lpstr>Hash Functions</vt:lpstr>
      <vt:lpstr>PowerPoint Presentation</vt:lpstr>
      <vt:lpstr>Applied Cryptography: Verifying Sender Identity (Authentication and Nonrepudiation)</vt:lpstr>
      <vt:lpstr>Verifying Integrity and the Sender</vt:lpstr>
      <vt:lpstr>Trust Models</vt:lpstr>
      <vt:lpstr>Public Key Certificates and Certificate Authorities</vt:lpstr>
      <vt:lpstr>Demo: Digital Certificates</vt:lpstr>
      <vt:lpstr>PowerPoint Presentation</vt:lpstr>
      <vt:lpstr>Applied Cryptography: HTTPS – based on TLS</vt:lpstr>
      <vt:lpstr>Transport Layer Security (TLS)</vt:lpstr>
      <vt:lpstr>How it works</vt:lpstr>
      <vt:lpstr>TLS handshake (see link)</vt:lpstr>
      <vt:lpstr>HTTPS: Concluding Observations</vt:lpstr>
      <vt:lpstr>Applied Cryptography: Securing Passwords</vt:lpstr>
      <vt:lpstr>Securing Passwords</vt:lpstr>
      <vt:lpstr>PowerPoint Presentation</vt:lpstr>
      <vt:lpstr>Study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Applied Cryptography (With a Web Orientation)</dc:title>
  <dc:creator>Brandt Redd</dc:creator>
  <cp:lastModifiedBy>Brandt Redd</cp:lastModifiedBy>
  <cp:revision>1</cp:revision>
  <dcterms:created xsi:type="dcterms:W3CDTF">2020-10-12T02:21:03Z</dcterms:created>
  <dcterms:modified xsi:type="dcterms:W3CDTF">2024-10-04T06:09:00Z</dcterms:modified>
</cp:coreProperties>
</file>