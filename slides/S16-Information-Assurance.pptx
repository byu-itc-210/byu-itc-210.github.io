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5"/>
  </p:notesMasterIdLst>
  <p:sldIdLst>
    <p:sldId id="256" r:id="rId2"/>
    <p:sldId id="314" r:id="rId3"/>
    <p:sldId id="259" r:id="rId4"/>
    <p:sldId id="288" r:id="rId5"/>
    <p:sldId id="304" r:id="rId6"/>
    <p:sldId id="319" r:id="rId7"/>
    <p:sldId id="298" r:id="rId8"/>
    <p:sldId id="265" r:id="rId9"/>
    <p:sldId id="300" r:id="rId10"/>
    <p:sldId id="313" r:id="rId11"/>
    <p:sldId id="290" r:id="rId12"/>
    <p:sldId id="317" r:id="rId13"/>
    <p:sldId id="320" r:id="rId14"/>
    <p:sldId id="261" r:id="rId15"/>
    <p:sldId id="305" r:id="rId16"/>
    <p:sldId id="270" r:id="rId17"/>
    <p:sldId id="274" r:id="rId18"/>
    <p:sldId id="299" r:id="rId19"/>
    <p:sldId id="295" r:id="rId20"/>
    <p:sldId id="308" r:id="rId21"/>
    <p:sldId id="311" r:id="rId22"/>
    <p:sldId id="315" r:id="rId23"/>
    <p:sldId id="281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21ECE-F508-4BB9-8646-520ECD5906CE}" v="18" dt="2025-02-18T15:53:4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9" autoAdjust="0"/>
    <p:restoredTop sz="84953" autoAdjust="0"/>
  </p:normalViewPr>
  <p:slideViewPr>
    <p:cSldViewPr>
      <p:cViewPr varScale="1">
        <p:scale>
          <a:sx n="86" d="100"/>
          <a:sy n="86" d="100"/>
        </p:scale>
        <p:origin x="1313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3CD47B4D-164F-49CE-97AE-72FB2042C49E}"/>
    <pc:docChg chg="custSel addSld modSld">
      <pc:chgData name="Brandt Redd" userId="be8ed540b98adac0" providerId="LiveId" clId="{3CD47B4D-164F-49CE-97AE-72FB2042C49E}" dt="2024-02-16T15:57:20.340" v="26"/>
      <pc:docMkLst>
        <pc:docMk/>
      </pc:docMkLst>
      <pc:sldChg chg="addSp delSp mod">
        <pc:chgData name="Brandt Redd" userId="be8ed540b98adac0" providerId="LiveId" clId="{3CD47B4D-164F-49CE-97AE-72FB2042C49E}" dt="2024-02-16T15:57:20.340" v="26"/>
        <pc:sldMkLst>
          <pc:docMk/>
          <pc:sldMk cId="623950261" sldId="311"/>
        </pc:sldMkLst>
      </pc:sldChg>
      <pc:sldChg chg="addSp delSp mod">
        <pc:chgData name="Brandt Redd" userId="be8ed540b98adac0" providerId="LiveId" clId="{3CD47B4D-164F-49CE-97AE-72FB2042C49E}" dt="2024-02-16T15:57:20.340" v="26"/>
        <pc:sldMkLst>
          <pc:docMk/>
          <pc:sldMk cId="2527839445" sldId="315"/>
        </pc:sldMkLst>
      </pc:sldChg>
      <pc:sldChg chg="addSp delSp modSp new mod modClrScheme chgLayout">
        <pc:chgData name="Brandt Redd" userId="be8ed540b98adac0" providerId="LiveId" clId="{3CD47B4D-164F-49CE-97AE-72FB2042C49E}" dt="2024-02-16T15:24:06.976" v="25"/>
        <pc:sldMkLst>
          <pc:docMk/>
          <pc:sldMk cId="743624046" sldId="320"/>
        </pc:sldMkLst>
      </pc:sldChg>
    </pc:docChg>
  </pc:docChgLst>
  <pc:docChgLst>
    <pc:chgData name="Brandt Redd" userId="be8ed540b98adac0" providerId="LiveId" clId="{B07787FF-5B46-4873-AE1C-299D4C6904EE}"/>
    <pc:docChg chg="modSld">
      <pc:chgData name="Brandt Redd" userId="be8ed540b98adac0" providerId="LiveId" clId="{B07787FF-5B46-4873-AE1C-299D4C6904EE}" dt="2023-05-03T17:31:38.321" v="6" actId="20577"/>
      <pc:docMkLst>
        <pc:docMk/>
      </pc:docMkLst>
      <pc:sldChg chg="modSp mod">
        <pc:chgData name="Brandt Redd" userId="be8ed540b98adac0" providerId="LiveId" clId="{B07787FF-5B46-4873-AE1C-299D4C6904EE}" dt="2023-05-03T17:31:38.321" v="6" actId="20577"/>
        <pc:sldMkLst>
          <pc:docMk/>
          <pc:sldMk cId="24020213" sldId="299"/>
        </pc:sldMkLst>
      </pc:sldChg>
    </pc:docChg>
  </pc:docChgLst>
  <pc:docChgLst>
    <pc:chgData name="Brandt Redd" userId="be8ed540b98adac0" providerId="LiveId" clId="{23C48988-6FCB-4FA0-B7C7-0D6A2DE99BEF}"/>
    <pc:docChg chg="delSld modSld">
      <pc:chgData name="Brandt Redd" userId="be8ed540b98adac0" providerId="LiveId" clId="{23C48988-6FCB-4FA0-B7C7-0D6A2DE99BEF}" dt="2023-02-17T03:02:41.786" v="44" actId="113"/>
      <pc:docMkLst>
        <pc:docMk/>
      </pc:docMkLst>
      <pc:sldChg chg="modSp mod">
        <pc:chgData name="Brandt Redd" userId="be8ed540b98adac0" providerId="LiveId" clId="{23C48988-6FCB-4FA0-B7C7-0D6A2DE99BEF}" dt="2023-02-17T03:01:30.707" v="41" actId="14100"/>
        <pc:sldMkLst>
          <pc:docMk/>
          <pc:sldMk cId="1287091316" sldId="300"/>
        </pc:sldMkLst>
      </pc:sldChg>
      <pc:sldChg chg="modSp mod">
        <pc:chgData name="Brandt Redd" userId="be8ed540b98adac0" providerId="LiveId" clId="{23C48988-6FCB-4FA0-B7C7-0D6A2DE99BEF}" dt="2023-02-17T03:02:41.786" v="44" actId="113"/>
        <pc:sldMkLst>
          <pc:docMk/>
          <pc:sldMk cId="2855747070" sldId="305"/>
        </pc:sldMkLst>
      </pc:sldChg>
      <pc:sldChg chg="del">
        <pc:chgData name="Brandt Redd" userId="be8ed540b98adac0" providerId="LiveId" clId="{23C48988-6FCB-4FA0-B7C7-0D6A2DE99BEF}" dt="2023-02-17T02:58:54.721" v="0" actId="47"/>
        <pc:sldMkLst>
          <pc:docMk/>
          <pc:sldMk cId="3350031871" sldId="316"/>
        </pc:sldMkLst>
      </pc:sldChg>
    </pc:docChg>
  </pc:docChgLst>
  <pc:docChgLst>
    <pc:chgData name="Brandt Redd" userId="be8ed540b98adac0" providerId="LiveId" clId="{2E121ECE-F508-4BB9-8646-520ECD5906CE}"/>
    <pc:docChg chg="custSel addSld delSld modSld">
      <pc:chgData name="Brandt Redd" userId="be8ed540b98adac0" providerId="LiveId" clId="{2E121ECE-F508-4BB9-8646-520ECD5906CE}" dt="2025-02-18T15:53:44.953" v="37"/>
      <pc:docMkLst>
        <pc:docMk/>
      </pc:docMkLst>
      <pc:sldChg chg="delSp modSp add mod">
        <pc:chgData name="Brandt Redd" userId="be8ed540b98adac0" providerId="LiveId" clId="{2E121ECE-F508-4BB9-8646-520ECD5906CE}" dt="2025-02-18T05:45:02.249" v="27" actId="14100"/>
        <pc:sldMkLst>
          <pc:docMk/>
          <pc:sldMk cId="1081725002" sldId="259"/>
        </pc:sldMkLst>
        <pc:spChg chg="del mod">
          <ac:chgData name="Brandt Redd" userId="be8ed540b98adac0" providerId="LiveId" clId="{2E121ECE-F508-4BB9-8646-520ECD5906CE}" dt="2025-02-18T05:44:34.645" v="22" actId="478"/>
          <ac:spMkLst>
            <pc:docMk/>
            <pc:sldMk cId="1081725002" sldId="259"/>
            <ac:spMk id="4" creationId="{A5C888EA-B00C-06E4-D238-0EEE053A195C}"/>
          </ac:spMkLst>
        </pc:spChg>
        <pc:spChg chg="mod">
          <ac:chgData name="Brandt Redd" userId="be8ed540b98adac0" providerId="LiveId" clId="{2E121ECE-F508-4BB9-8646-520ECD5906CE}" dt="2025-02-18T05:44:50.711" v="26" actId="14100"/>
          <ac:spMkLst>
            <pc:docMk/>
            <pc:sldMk cId="1081725002" sldId="259"/>
            <ac:spMk id="5" creationId="{DF1D441C-71ED-169B-456D-DAC00BC01F38}"/>
          </ac:spMkLst>
        </pc:spChg>
        <pc:picChg chg="mod">
          <ac:chgData name="Brandt Redd" userId="be8ed540b98adac0" providerId="LiveId" clId="{2E121ECE-F508-4BB9-8646-520ECD5906CE}" dt="2025-02-18T05:45:02.249" v="27" actId="14100"/>
          <ac:picMkLst>
            <pc:docMk/>
            <pc:sldMk cId="1081725002" sldId="259"/>
            <ac:picMk id="2050" creationId="{449A4D60-9D03-C2F2-C351-EB73CCAD5FF4}"/>
          </ac:picMkLst>
        </pc:picChg>
      </pc:sldChg>
      <pc:sldChg chg="modSp add mod">
        <pc:chgData name="Brandt Redd" userId="be8ed540b98adac0" providerId="LiveId" clId="{2E121ECE-F508-4BB9-8646-520ECD5906CE}" dt="2025-02-18T05:46:16.537" v="34" actId="14100"/>
        <pc:sldMkLst>
          <pc:docMk/>
          <pc:sldMk cId="252335081" sldId="288"/>
        </pc:sldMkLst>
        <pc:spChg chg="mod">
          <ac:chgData name="Brandt Redd" userId="be8ed540b98adac0" providerId="LiveId" clId="{2E121ECE-F508-4BB9-8646-520ECD5906CE}" dt="2025-02-18T05:45:52.838" v="30"/>
          <ac:spMkLst>
            <pc:docMk/>
            <pc:sldMk cId="252335081" sldId="288"/>
            <ac:spMk id="5" creationId="{9A327D16-22F7-9359-9EA8-A85A209885B6}"/>
          </ac:spMkLst>
        </pc:spChg>
        <pc:picChg chg="mod">
          <ac:chgData name="Brandt Redd" userId="be8ed540b98adac0" providerId="LiveId" clId="{2E121ECE-F508-4BB9-8646-520ECD5906CE}" dt="2025-02-18T05:46:07.448" v="33" actId="14100"/>
          <ac:picMkLst>
            <pc:docMk/>
            <pc:sldMk cId="252335081" sldId="288"/>
            <ac:picMk id="2" creationId="{23E7ED5B-A0FF-93D6-579B-74E552AF1A34}"/>
          </ac:picMkLst>
        </pc:picChg>
        <pc:picChg chg="mod">
          <ac:chgData name="Brandt Redd" userId="be8ed540b98adac0" providerId="LiveId" clId="{2E121ECE-F508-4BB9-8646-520ECD5906CE}" dt="2025-02-18T05:46:16.537" v="34" actId="14100"/>
          <ac:picMkLst>
            <pc:docMk/>
            <pc:sldMk cId="252335081" sldId="288"/>
            <ac:picMk id="3" creationId="{45C47F80-6EA0-C6B0-392C-61716E7C17BD}"/>
          </ac:picMkLst>
        </pc:picChg>
      </pc:sldChg>
      <pc:sldChg chg="del">
        <pc:chgData name="Brandt Redd" userId="be8ed540b98adac0" providerId="LiveId" clId="{2E121ECE-F508-4BB9-8646-520ECD5906CE}" dt="2025-02-18T05:42:35.036" v="1" actId="47"/>
        <pc:sldMkLst>
          <pc:docMk/>
          <pc:sldMk cId="0" sldId="294"/>
        </pc:sldMkLst>
      </pc:sldChg>
      <pc:sldChg chg="addSp delSp mod">
        <pc:chgData name="Brandt Redd" userId="be8ed540b98adac0" providerId="LiveId" clId="{2E121ECE-F508-4BB9-8646-520ECD5906CE}" dt="2025-02-18T15:53:44.953" v="37"/>
        <pc:sldMkLst>
          <pc:docMk/>
          <pc:sldMk cId="623950261" sldId="311"/>
        </pc:sldMkLst>
        <pc:inkChg chg="add">
          <ac:chgData name="Brandt Redd" userId="be8ed540b98adac0" providerId="LiveId" clId="{2E121ECE-F508-4BB9-8646-520ECD5906CE}" dt="2025-02-18T15:53:44.953" v="37"/>
          <ac:inkMkLst>
            <pc:docMk/>
            <pc:sldMk cId="623950261" sldId="311"/>
            <ac:inkMk id="2" creationId="{198AC8B3-EDC6-0EB0-7848-09C527B4FBCF}"/>
          </ac:inkMkLst>
        </pc:inkChg>
        <pc:inkChg chg="del">
          <ac:chgData name="Brandt Redd" userId="be8ed540b98adac0" providerId="LiveId" clId="{2E121ECE-F508-4BB9-8646-520ECD5906CE}" dt="2025-02-18T05:47:30.801" v="36" actId="478"/>
          <ac:inkMkLst>
            <pc:docMk/>
            <pc:sldMk cId="623950261" sldId="311"/>
            <ac:inkMk id="2" creationId="{CDED5AB7-0D5A-0EE4-839B-651F0E2D6B5E}"/>
          </ac:inkMkLst>
        </pc:inkChg>
      </pc:sldChg>
      <pc:sldChg chg="addSp">
        <pc:chgData name="Brandt Redd" userId="be8ed540b98adac0" providerId="LiveId" clId="{2E121ECE-F508-4BB9-8646-520ECD5906CE}" dt="2025-02-18T15:53:44.953" v="37"/>
        <pc:sldMkLst>
          <pc:docMk/>
          <pc:sldMk cId="2527839445" sldId="315"/>
        </pc:sldMkLst>
        <pc:inkChg chg="add">
          <ac:chgData name="Brandt Redd" userId="be8ed540b98adac0" providerId="LiveId" clId="{2E121ECE-F508-4BB9-8646-520ECD5906CE}" dt="2025-02-18T15:53:44.953" v="37"/>
          <ac:inkMkLst>
            <pc:docMk/>
            <pc:sldMk cId="2527839445" sldId="315"/>
            <ac:inkMk id="2" creationId="{3EFD1FBF-A084-F8B3-71BF-B4327F0D8F96}"/>
          </ac:inkMkLst>
        </pc:inkChg>
      </pc:sldChg>
      <pc:sldChg chg="del">
        <pc:chgData name="Brandt Redd" userId="be8ed540b98adac0" providerId="LiveId" clId="{2E121ECE-F508-4BB9-8646-520ECD5906CE}" dt="2025-02-18T05:46:37.106" v="35" actId="47"/>
        <pc:sldMkLst>
          <pc:docMk/>
          <pc:sldMk cId="392773296" sldId="318"/>
        </pc:sldMkLst>
      </pc:sldChg>
    </pc:docChg>
  </pc:docChgLst>
  <pc:docChgLst>
    <pc:chgData name="Brandt Redd" userId="be8ed540b98adac0" providerId="LiveId" clId="{443B5B25-4983-4CD1-BC15-D46AD756AEC4}"/>
    <pc:docChg chg="undo custSel addSld delSld modSld">
      <pc:chgData name="Brandt Redd" userId="be8ed540b98adac0" providerId="LiveId" clId="{443B5B25-4983-4CD1-BC15-D46AD756AEC4}" dt="2021-10-11T13:30:48.483" v="1151" actId="1036"/>
      <pc:docMkLst>
        <pc:docMk/>
      </pc:docMkLst>
      <pc:sldChg chg="addSp delSp modSp mod">
        <pc:chgData name="Brandt Redd" userId="be8ed540b98adac0" providerId="LiveId" clId="{443B5B25-4983-4CD1-BC15-D46AD756AEC4}" dt="2021-10-08T04:41:21.765" v="803" actId="1076"/>
        <pc:sldMkLst>
          <pc:docMk/>
          <pc:sldMk cId="0" sldId="256"/>
        </pc:sldMkLst>
      </pc:sldChg>
      <pc:sldChg chg="addSp modSp mod">
        <pc:chgData name="Brandt Redd" userId="be8ed540b98adac0" providerId="LiveId" clId="{443B5B25-4983-4CD1-BC15-D46AD756AEC4}" dt="2021-10-08T04:26:34.207" v="564" actId="688"/>
        <pc:sldMkLst>
          <pc:docMk/>
          <pc:sldMk cId="0" sldId="270"/>
        </pc:sldMkLst>
      </pc:sldChg>
      <pc:sldChg chg="addSp modSp mod">
        <pc:chgData name="Brandt Redd" userId="be8ed540b98adac0" providerId="LiveId" clId="{443B5B25-4983-4CD1-BC15-D46AD756AEC4}" dt="2021-10-08T04:27:14.200" v="579" actId="1076"/>
        <pc:sldMkLst>
          <pc:docMk/>
          <pc:sldMk cId="0" sldId="274"/>
        </pc:sldMkLst>
      </pc:sldChg>
      <pc:sldChg chg="addSp modSp">
        <pc:chgData name="Brandt Redd" userId="be8ed540b98adac0" providerId="LiveId" clId="{443B5B25-4983-4CD1-BC15-D46AD756AEC4}" dt="2021-10-08T04:27:43.675" v="580"/>
        <pc:sldMkLst>
          <pc:docMk/>
          <pc:sldMk cId="0" sldId="276"/>
        </pc:sldMkLst>
      </pc:sldChg>
      <pc:sldChg chg="addSp modSp mod">
        <pc:chgData name="Brandt Redd" userId="be8ed540b98adac0" providerId="LiveId" clId="{443B5B25-4983-4CD1-BC15-D46AD756AEC4}" dt="2021-10-08T04:27:58.769" v="584" actId="1076"/>
        <pc:sldMkLst>
          <pc:docMk/>
          <pc:sldMk cId="0" sldId="277"/>
        </pc:sldMkLst>
      </pc:sldChg>
      <pc:sldChg chg="addSp modSp mod">
        <pc:chgData name="Brandt Redd" userId="be8ed540b98adac0" providerId="LiveId" clId="{443B5B25-4983-4CD1-BC15-D46AD756AEC4}" dt="2021-10-08T04:28:35.583" v="590" actId="688"/>
        <pc:sldMkLst>
          <pc:docMk/>
          <pc:sldMk cId="0" sldId="278"/>
        </pc:sldMkLst>
      </pc:sldChg>
      <pc:sldChg chg="addSp delSp modSp mod">
        <pc:chgData name="Brandt Redd" userId="be8ed540b98adac0" providerId="LiveId" clId="{443B5B25-4983-4CD1-BC15-D46AD756AEC4}" dt="2021-10-07T22:54:39.442" v="413" actId="20577"/>
        <pc:sldMkLst>
          <pc:docMk/>
          <pc:sldMk cId="0" sldId="294"/>
        </pc:sldMkLst>
      </pc:sldChg>
      <pc:sldChg chg="modNotesTx">
        <pc:chgData name="Brandt Redd" userId="be8ed540b98adac0" providerId="LiveId" clId="{443B5B25-4983-4CD1-BC15-D46AD756AEC4}" dt="2021-10-07T22:59:13.113" v="464" actId="20577"/>
        <pc:sldMkLst>
          <pc:docMk/>
          <pc:sldMk cId="0" sldId="295"/>
        </pc:sldMkLst>
      </pc:sldChg>
      <pc:sldChg chg="del">
        <pc:chgData name="Brandt Redd" userId="be8ed540b98adac0" providerId="LiveId" clId="{443B5B25-4983-4CD1-BC15-D46AD756AEC4}" dt="2021-10-08T04:20:31.655" v="546" actId="47"/>
        <pc:sldMkLst>
          <pc:docMk/>
          <pc:sldMk cId="1537223711" sldId="296"/>
        </pc:sldMkLst>
      </pc:sldChg>
      <pc:sldChg chg="modNotesTx">
        <pc:chgData name="Brandt Redd" userId="be8ed540b98adac0" providerId="LiveId" clId="{443B5B25-4983-4CD1-BC15-D46AD756AEC4}" dt="2021-10-08T04:21:03.851" v="547" actId="20577"/>
        <pc:sldMkLst>
          <pc:docMk/>
          <pc:sldMk cId="1888710566" sldId="297"/>
        </pc:sldMkLst>
      </pc:sldChg>
      <pc:sldChg chg="addSp modSp mod">
        <pc:chgData name="Brandt Redd" userId="be8ed540b98adac0" providerId="LiveId" clId="{443B5B25-4983-4CD1-BC15-D46AD756AEC4}" dt="2021-10-07T23:01:42.626" v="494" actId="207"/>
        <pc:sldMkLst>
          <pc:docMk/>
          <pc:sldMk cId="1287091316" sldId="300"/>
        </pc:sldMkLst>
      </pc:sldChg>
      <pc:sldChg chg="addSp delSp modSp mod">
        <pc:chgData name="Brandt Redd" userId="be8ed540b98adac0" providerId="LiveId" clId="{443B5B25-4983-4CD1-BC15-D46AD756AEC4}" dt="2021-10-08T04:20:03.224" v="545" actId="1076"/>
        <pc:sldMkLst>
          <pc:docMk/>
          <pc:sldMk cId="3744928967" sldId="301"/>
        </pc:sldMkLst>
      </pc:sldChg>
      <pc:sldChg chg="modSp mod">
        <pc:chgData name="Brandt Redd" userId="be8ed540b98adac0" providerId="LiveId" clId="{443B5B25-4983-4CD1-BC15-D46AD756AEC4}" dt="2021-10-08T14:04:22.809" v="844" actId="20577"/>
        <pc:sldMkLst>
          <pc:docMk/>
          <pc:sldMk cId="1006140577" sldId="302"/>
        </pc:sldMkLst>
      </pc:sldChg>
      <pc:sldChg chg="addSp delSp modSp mod">
        <pc:chgData name="Brandt Redd" userId="be8ed540b98adac0" providerId="LiveId" clId="{443B5B25-4983-4CD1-BC15-D46AD756AEC4}" dt="2021-10-07T22:52:31.043" v="407" actId="14100"/>
        <pc:sldMkLst>
          <pc:docMk/>
          <pc:sldMk cId="2671247287" sldId="304"/>
        </pc:sldMkLst>
      </pc:sldChg>
      <pc:sldChg chg="addSp delSp mod">
        <pc:chgData name="Brandt Redd" userId="be8ed540b98adac0" providerId="LiveId" clId="{443B5B25-4983-4CD1-BC15-D46AD756AEC4}" dt="2021-10-08T04:25:14.540" v="549" actId="22"/>
        <pc:sldMkLst>
          <pc:docMk/>
          <pc:sldMk cId="3895420678" sldId="307"/>
        </pc:sldMkLst>
      </pc:sldChg>
      <pc:sldChg chg="addSp delSp modSp mod">
        <pc:chgData name="Brandt Redd" userId="be8ed540b98adac0" providerId="LiveId" clId="{443B5B25-4983-4CD1-BC15-D46AD756AEC4}" dt="2021-10-08T04:29:36.610" v="592" actId="478"/>
        <pc:sldMkLst>
          <pc:docMk/>
          <pc:sldMk cId="623950261" sldId="311"/>
        </pc:sldMkLst>
      </pc:sldChg>
      <pc:sldChg chg="addSp delSp modSp new mod">
        <pc:chgData name="Brandt Redd" userId="be8ed540b98adac0" providerId="LiveId" clId="{443B5B25-4983-4CD1-BC15-D46AD756AEC4}" dt="2021-10-08T14:06:35.038" v="845" actId="478"/>
        <pc:sldMkLst>
          <pc:docMk/>
          <pc:sldMk cId="541288898" sldId="312"/>
        </pc:sldMkLst>
      </pc:sldChg>
      <pc:sldChg chg="addSp delSp modSp new mod modClrScheme chgLayout">
        <pc:chgData name="Brandt Redd" userId="be8ed540b98adac0" providerId="LiveId" clId="{443B5B25-4983-4CD1-BC15-D46AD756AEC4}" dt="2021-10-07T23:01:01.270" v="489" actId="1076"/>
        <pc:sldMkLst>
          <pc:docMk/>
          <pc:sldMk cId="3927898786" sldId="313"/>
        </pc:sldMkLst>
      </pc:sldChg>
      <pc:sldChg chg="modSp add mod">
        <pc:chgData name="Brandt Redd" userId="be8ed540b98adac0" providerId="LiveId" clId="{443B5B25-4983-4CD1-BC15-D46AD756AEC4}" dt="2021-10-07T23:02:58.346" v="531" actId="6549"/>
        <pc:sldMkLst>
          <pc:docMk/>
          <pc:sldMk cId="3529794506" sldId="314"/>
        </pc:sldMkLst>
      </pc:sldChg>
      <pc:sldChg chg="modSp add mod">
        <pc:chgData name="Brandt Redd" userId="be8ed540b98adac0" providerId="LiveId" clId="{443B5B25-4983-4CD1-BC15-D46AD756AEC4}" dt="2021-10-11T13:30:48.483" v="1151" actId="1036"/>
        <pc:sldMkLst>
          <pc:docMk/>
          <pc:sldMk cId="2527839445" sldId="315"/>
        </pc:sldMkLst>
      </pc:sldChg>
    </pc:docChg>
  </pc:docChgLst>
  <pc:docChgLst>
    <pc:chgData name="Brandt Redd" userId="be8ed540b98adac0" providerId="LiveId" clId="{1504DAF1-9A6C-4E01-8DBF-E86890851633}"/>
    <pc:docChg chg="custSel addSld delSld modSld">
      <pc:chgData name="Brandt Redd" userId="be8ed540b98adac0" providerId="LiveId" clId="{1504DAF1-9A6C-4E01-8DBF-E86890851633}" dt="2022-10-21T21:00:45.858" v="222" actId="1076"/>
      <pc:docMkLst>
        <pc:docMk/>
      </pc:docMkLst>
      <pc:sldChg chg="modSp add mod">
        <pc:chgData name="Brandt Redd" userId="be8ed540b98adac0" providerId="LiveId" clId="{1504DAF1-9A6C-4E01-8DBF-E86890851633}" dt="2022-10-21T21:00:45.858" v="222" actId="1076"/>
        <pc:sldMkLst>
          <pc:docMk/>
          <pc:sldMk cId="0" sldId="265"/>
        </pc:sldMkLst>
      </pc:sldChg>
      <pc:sldChg chg="addSp delSp modSp">
        <pc:chgData name="Brandt Redd" userId="be8ed540b98adac0" providerId="LiveId" clId="{1504DAF1-9A6C-4E01-8DBF-E86890851633}" dt="2022-10-07T03:15:06.657" v="2" actId="1076"/>
        <pc:sldMkLst>
          <pc:docMk/>
          <pc:sldMk cId="0" sldId="294"/>
        </pc:sldMkLst>
      </pc:sldChg>
      <pc:sldChg chg="modSp mod">
        <pc:chgData name="Brandt Redd" userId="be8ed540b98adac0" providerId="LiveId" clId="{1504DAF1-9A6C-4E01-8DBF-E86890851633}" dt="2022-10-07T03:31:06.930" v="212" actId="20577"/>
        <pc:sldMkLst>
          <pc:docMk/>
          <pc:sldMk cId="0" sldId="295"/>
        </pc:sldMkLst>
      </pc:sldChg>
      <pc:sldChg chg="del">
        <pc:chgData name="Brandt Redd" userId="be8ed540b98adac0" providerId="LiveId" clId="{1504DAF1-9A6C-4E01-8DBF-E86890851633}" dt="2022-10-07T03:27:17.844" v="132" actId="47"/>
        <pc:sldMkLst>
          <pc:docMk/>
          <pc:sldMk cId="3744928967" sldId="301"/>
        </pc:sldMkLst>
      </pc:sldChg>
      <pc:sldChg chg="addSp delSp modSp mod">
        <pc:chgData name="Brandt Redd" userId="be8ed540b98adac0" providerId="LiveId" clId="{1504DAF1-9A6C-4E01-8DBF-E86890851633}" dt="2022-10-07T03:21:11.934" v="118" actId="1076"/>
        <pc:sldMkLst>
          <pc:docMk/>
          <pc:sldMk cId="2671247287" sldId="304"/>
        </pc:sldMkLst>
      </pc:sldChg>
      <pc:sldChg chg="modSp mod">
        <pc:chgData name="Brandt Redd" userId="be8ed540b98adac0" providerId="LiveId" clId="{1504DAF1-9A6C-4E01-8DBF-E86890851633}" dt="2022-10-07T03:31:14.150" v="220" actId="20577"/>
        <pc:sldMkLst>
          <pc:docMk/>
          <pc:sldMk cId="623950261" sldId="311"/>
        </pc:sldMkLst>
      </pc:sldChg>
      <pc:sldChg chg="addSp delSp modSp new mod modClrScheme chgLayout">
        <pc:chgData name="Brandt Redd" userId="be8ed540b98adac0" providerId="LiveId" clId="{1504DAF1-9A6C-4E01-8DBF-E86890851633}" dt="2022-10-07T03:24:13.325" v="130" actId="1076"/>
        <pc:sldMkLst>
          <pc:docMk/>
          <pc:sldMk cId="3350031871" sldId="316"/>
        </pc:sldMkLst>
      </pc:sldChg>
      <pc:sldChg chg="addSp delSp modSp new mod modNotesTx">
        <pc:chgData name="Brandt Redd" userId="be8ed540b98adac0" providerId="LiveId" clId="{1504DAF1-9A6C-4E01-8DBF-E86890851633}" dt="2022-10-07T03:29:38.672" v="204" actId="14100"/>
        <pc:sldMkLst>
          <pc:docMk/>
          <pc:sldMk cId="2248675778" sldId="317"/>
        </pc:sldMkLst>
      </pc:sldChg>
    </pc:docChg>
  </pc:docChgLst>
  <pc:docChgLst>
    <pc:chgData name="Brandt Redd" userId="be8ed540b98adac0" providerId="LiveId" clId="{84702686-137C-4251-9A40-AD187FDD5E0A}"/>
    <pc:docChg chg="custSel delSld modSld">
      <pc:chgData name="Brandt Redd" userId="be8ed540b98adac0" providerId="LiveId" clId="{84702686-137C-4251-9A40-AD187FDD5E0A}" dt="2021-12-23T16:44:03.489" v="3" actId="47"/>
      <pc:docMkLst>
        <pc:docMk/>
      </pc:docMkLst>
      <pc:sldChg chg="delSp modSp mod">
        <pc:chgData name="Brandt Redd" userId="be8ed540b98adac0" providerId="LiveId" clId="{84702686-137C-4251-9A40-AD187FDD5E0A}" dt="2021-12-23T16:43:43.745" v="1" actId="478"/>
        <pc:sldMkLst>
          <pc:docMk/>
          <pc:sldMk cId="0" sldId="256"/>
        </pc:sldMkLst>
      </pc:sldChg>
      <pc:sldChg chg="del">
        <pc:chgData name="Brandt Redd" userId="be8ed540b98adac0" providerId="LiveId" clId="{84702686-137C-4251-9A40-AD187FDD5E0A}" dt="2021-12-23T16:44:00.093" v="2" actId="47"/>
        <pc:sldMkLst>
          <pc:docMk/>
          <pc:sldMk cId="1006140577" sldId="302"/>
        </pc:sldMkLst>
      </pc:sldChg>
      <pc:sldChg chg="del">
        <pc:chgData name="Brandt Redd" userId="be8ed540b98adac0" providerId="LiveId" clId="{84702686-137C-4251-9A40-AD187FDD5E0A}" dt="2021-12-23T16:44:03.489" v="3" actId="47"/>
        <pc:sldMkLst>
          <pc:docMk/>
          <pc:sldMk cId="541288898" sldId="312"/>
        </pc:sldMkLst>
      </pc:sldChg>
    </pc:docChg>
  </pc:docChgLst>
  <pc:docChgLst>
    <pc:chgData name="Brandt Redd" userId="be8ed540b98adac0" providerId="LiveId" clId="{59B4F724-2291-4AA3-BB6D-EBAC3B558E01}"/>
    <pc:docChg chg="undo redo custSel addSld delSld modSld">
      <pc:chgData name="Brandt Redd" userId="be8ed540b98adac0" providerId="LiveId" clId="{59B4F724-2291-4AA3-BB6D-EBAC3B558E01}" dt="2023-10-16T14:54:42.158" v="577"/>
      <pc:docMkLst>
        <pc:docMk/>
      </pc:docMkLst>
      <pc:sldChg chg="modSp mod">
        <pc:chgData name="Brandt Redd" userId="be8ed540b98adac0" providerId="LiveId" clId="{59B4F724-2291-4AA3-BB6D-EBAC3B558E01}" dt="2023-10-07T23:56:43.153" v="1" actId="20577"/>
        <pc:sldMkLst>
          <pc:docMk/>
          <pc:sldMk cId="0" sldId="256"/>
        </pc:sldMkLst>
      </pc:sldChg>
      <pc:sldChg chg="addSp modSp mod modNotesTx">
        <pc:chgData name="Brandt Redd" userId="be8ed540b98adac0" providerId="LiveId" clId="{59B4F724-2291-4AA3-BB6D-EBAC3B558E01}" dt="2023-10-08T00:58:43.457" v="267" actId="20577"/>
        <pc:sldMkLst>
          <pc:docMk/>
          <pc:sldMk cId="0" sldId="265"/>
        </pc:sldMkLst>
      </pc:sldChg>
      <pc:sldChg chg="modSp mod">
        <pc:chgData name="Brandt Redd" userId="be8ed540b98adac0" providerId="LiveId" clId="{59B4F724-2291-4AA3-BB6D-EBAC3B558E01}" dt="2023-10-08T01:00:26.251" v="542" actId="20577"/>
        <pc:sldMkLst>
          <pc:docMk/>
          <pc:sldMk cId="0" sldId="274"/>
        </pc:sldMkLst>
      </pc:sldChg>
      <pc:sldChg chg="add del">
        <pc:chgData name="Brandt Redd" userId="be8ed540b98adac0" providerId="LiveId" clId="{59B4F724-2291-4AA3-BB6D-EBAC3B558E01}" dt="2023-10-08T00:58:43.567" v="270" actId="47"/>
        <pc:sldMkLst>
          <pc:docMk/>
          <pc:sldMk cId="0" sldId="276"/>
        </pc:sldMkLst>
      </pc:sldChg>
      <pc:sldChg chg="add del">
        <pc:chgData name="Brandt Redd" userId="be8ed540b98adac0" providerId="LiveId" clId="{59B4F724-2291-4AA3-BB6D-EBAC3B558E01}" dt="2023-10-08T00:58:43.598" v="271" actId="47"/>
        <pc:sldMkLst>
          <pc:docMk/>
          <pc:sldMk cId="0" sldId="277"/>
        </pc:sldMkLst>
      </pc:sldChg>
      <pc:sldChg chg="modSp del">
        <pc:chgData name="Brandt Redd" userId="be8ed540b98adac0" providerId="LiveId" clId="{59B4F724-2291-4AA3-BB6D-EBAC3B558E01}" dt="2023-10-08T01:00:38.917" v="543" actId="47"/>
        <pc:sldMkLst>
          <pc:docMk/>
          <pc:sldMk cId="0" sldId="278"/>
        </pc:sldMkLst>
      </pc:sldChg>
      <pc:sldChg chg="modSp mod">
        <pc:chgData name="Brandt Redd" userId="be8ed540b98adac0" providerId="LiveId" clId="{59B4F724-2291-4AA3-BB6D-EBAC3B558E01}" dt="2023-10-08T01:02:24.435" v="576" actId="20577"/>
        <pc:sldMkLst>
          <pc:docMk/>
          <pc:sldMk cId="0" sldId="281"/>
        </pc:sldMkLst>
      </pc:sldChg>
      <pc:sldChg chg="addSp delSp modSp">
        <pc:chgData name="Brandt Redd" userId="be8ed540b98adac0" providerId="LiveId" clId="{59B4F724-2291-4AA3-BB6D-EBAC3B558E01}" dt="2023-10-07T23:58:09.712" v="5" actId="1076"/>
        <pc:sldMkLst>
          <pc:docMk/>
          <pc:sldMk cId="0" sldId="294"/>
        </pc:sldMkLst>
      </pc:sldChg>
      <pc:sldChg chg="del">
        <pc:chgData name="Brandt Redd" userId="be8ed540b98adac0" providerId="LiveId" clId="{59B4F724-2291-4AA3-BB6D-EBAC3B558E01}" dt="2023-10-08T00:44:04.469" v="170" actId="47"/>
        <pc:sldMkLst>
          <pc:docMk/>
          <pc:sldMk cId="1888710566" sldId="297"/>
        </pc:sldMkLst>
      </pc:sldChg>
      <pc:sldChg chg="addSp delSp modSp mod">
        <pc:chgData name="Brandt Redd" userId="be8ed540b98adac0" providerId="LiveId" clId="{59B4F724-2291-4AA3-BB6D-EBAC3B558E01}" dt="2023-10-08T00:42:11.027" v="159" actId="20577"/>
        <pc:sldMkLst>
          <pc:docMk/>
          <pc:sldMk cId="2671247287" sldId="304"/>
        </pc:sldMkLst>
      </pc:sldChg>
      <pc:sldChg chg="addSp delSp modSp mod">
        <pc:chgData name="Brandt Redd" userId="be8ed540b98adac0" providerId="LiveId" clId="{59B4F724-2291-4AA3-BB6D-EBAC3B558E01}" dt="2023-10-08T00:58:43.897" v="280" actId="14100"/>
        <pc:sldMkLst>
          <pc:docMk/>
          <pc:sldMk cId="2855747070" sldId="305"/>
        </pc:sldMkLst>
      </pc:sldChg>
      <pc:sldChg chg="add del">
        <pc:chgData name="Brandt Redd" userId="be8ed540b98adac0" providerId="LiveId" clId="{59B4F724-2291-4AA3-BB6D-EBAC3B558E01}" dt="2023-10-08T00:58:43.488" v="268" actId="47"/>
        <pc:sldMkLst>
          <pc:docMk/>
          <pc:sldMk cId="4048885239" sldId="306"/>
        </pc:sldMkLst>
      </pc:sldChg>
      <pc:sldChg chg="add del">
        <pc:chgData name="Brandt Redd" userId="be8ed540b98adac0" providerId="LiveId" clId="{59B4F724-2291-4AA3-BB6D-EBAC3B558E01}" dt="2023-10-08T00:58:43.536" v="269" actId="47"/>
        <pc:sldMkLst>
          <pc:docMk/>
          <pc:sldMk cId="3895420678" sldId="307"/>
        </pc:sldMkLst>
      </pc:sldChg>
      <pc:sldChg chg="add del">
        <pc:chgData name="Brandt Redd" userId="be8ed540b98adac0" providerId="LiveId" clId="{59B4F724-2291-4AA3-BB6D-EBAC3B558E01}" dt="2023-10-08T00:58:43.488" v="268" actId="47"/>
        <pc:sldMkLst>
          <pc:docMk/>
          <pc:sldMk cId="1552179246" sldId="310"/>
        </pc:sldMkLst>
      </pc:sldChg>
      <pc:sldChg chg="addSp modSp mod">
        <pc:chgData name="Brandt Redd" userId="be8ed540b98adac0" providerId="LiveId" clId="{59B4F724-2291-4AA3-BB6D-EBAC3B558E01}" dt="2023-10-16T14:54:42.158" v="577"/>
        <pc:sldMkLst>
          <pc:docMk/>
          <pc:sldMk cId="623950261" sldId="311"/>
        </pc:sldMkLst>
      </pc:sldChg>
      <pc:sldChg chg="addSp modSp mod">
        <pc:chgData name="Brandt Redd" userId="be8ed540b98adac0" providerId="LiveId" clId="{59B4F724-2291-4AA3-BB6D-EBAC3B558E01}" dt="2023-10-16T14:54:42.158" v="577"/>
        <pc:sldMkLst>
          <pc:docMk/>
          <pc:sldMk cId="2527839445" sldId="315"/>
        </pc:sldMkLst>
      </pc:sldChg>
      <pc:sldChg chg="addSp modSp new mod">
        <pc:chgData name="Brandt Redd" userId="be8ed540b98adac0" providerId="LiveId" clId="{59B4F724-2291-4AA3-BB6D-EBAC3B558E01}" dt="2023-10-08T00:42:51.466" v="164" actId="1076"/>
        <pc:sldMkLst>
          <pc:docMk/>
          <pc:sldMk cId="392773296" sldId="318"/>
        </pc:sldMkLst>
      </pc:sldChg>
      <pc:sldChg chg="addSp modSp new mod">
        <pc:chgData name="Brandt Redd" userId="be8ed540b98adac0" providerId="LiveId" clId="{59B4F724-2291-4AA3-BB6D-EBAC3B558E01}" dt="2023-10-08T00:43:12.176" v="166" actId="14100"/>
        <pc:sldMkLst>
          <pc:docMk/>
          <pc:sldMk cId="4192846555" sldId="319"/>
        </pc:sldMkLst>
      </pc:sldChg>
      <pc:sldChg chg="addSp modSp new del mod">
        <pc:chgData name="Brandt Redd" userId="be8ed540b98adac0" providerId="LiveId" clId="{59B4F724-2291-4AA3-BB6D-EBAC3B558E01}" dt="2023-10-08T00:43:49.707" v="169" actId="47"/>
        <pc:sldMkLst>
          <pc:docMk/>
          <pc:sldMk cId="2691347687" sldId="320"/>
        </pc:sldMkLst>
      </pc:sldChg>
    </pc:docChg>
  </pc:docChgLst>
  <pc:docChgLst>
    <pc:chgData name="Brandt Redd" userId="be8ed540b98adac0" providerId="LiveId" clId="{581D7C54-210D-462C-9F8F-57DA3ED412CE}"/>
    <pc:docChg chg="undo redo custSel addSld delSld modSld sldOrd">
      <pc:chgData name="Brandt Redd" userId="be8ed540b98adac0" providerId="LiveId" clId="{581D7C54-210D-462C-9F8F-57DA3ED412CE}" dt="2020-10-09T04:24:39.151" v="2499" actId="20577"/>
      <pc:docMkLst>
        <pc:docMk/>
      </pc:docMkLst>
      <pc:sldChg chg="modSp mod">
        <pc:chgData name="Brandt Redd" userId="be8ed540b98adac0" providerId="LiveId" clId="{581D7C54-210D-462C-9F8F-57DA3ED412CE}" dt="2020-10-09T02:45:00.442" v="6" actId="20577"/>
        <pc:sldMkLst>
          <pc:docMk/>
          <pc:sldMk cId="0" sldId="256"/>
        </pc:sldMkLst>
      </pc:sldChg>
      <pc:sldChg chg="del">
        <pc:chgData name="Brandt Redd" userId="be8ed540b98adac0" providerId="LiveId" clId="{581D7C54-210D-462C-9F8F-57DA3ED412CE}" dt="2020-10-09T04:15:57.017" v="1912" actId="47"/>
        <pc:sldMkLst>
          <pc:docMk/>
          <pc:sldMk cId="0" sldId="258"/>
        </pc:sldMkLst>
      </pc:sldChg>
      <pc:sldChg chg="addSp delSp modSp mod">
        <pc:chgData name="Brandt Redd" userId="be8ed540b98adac0" providerId="LiveId" clId="{581D7C54-210D-462C-9F8F-57DA3ED412CE}" dt="2020-10-09T03:59:25.121" v="1128" actId="1076"/>
        <pc:sldMkLst>
          <pc:docMk/>
          <pc:sldMk cId="0" sldId="261"/>
        </pc:sldMkLst>
      </pc:sldChg>
      <pc:sldChg chg="del">
        <pc:chgData name="Brandt Redd" userId="be8ed540b98adac0" providerId="LiveId" clId="{581D7C54-210D-462C-9F8F-57DA3ED412CE}" dt="2020-10-09T04:15:57.017" v="1912" actId="47"/>
        <pc:sldMkLst>
          <pc:docMk/>
          <pc:sldMk cId="0" sldId="262"/>
        </pc:sldMkLst>
      </pc:sldChg>
      <pc:sldChg chg="del">
        <pc:chgData name="Brandt Redd" userId="be8ed540b98adac0" providerId="LiveId" clId="{581D7C54-210D-462C-9F8F-57DA3ED412CE}" dt="2020-10-09T04:15:57.017" v="1912" actId="47"/>
        <pc:sldMkLst>
          <pc:docMk/>
          <pc:sldMk cId="0" sldId="263"/>
        </pc:sldMkLst>
      </pc:sldChg>
      <pc:sldChg chg="del">
        <pc:chgData name="Brandt Redd" userId="be8ed540b98adac0" providerId="LiveId" clId="{581D7C54-210D-462C-9F8F-57DA3ED412CE}" dt="2020-10-09T04:15:57.017" v="1912" actId="47"/>
        <pc:sldMkLst>
          <pc:docMk/>
          <pc:sldMk cId="0" sldId="264"/>
        </pc:sldMkLst>
      </pc:sldChg>
      <pc:sldChg chg="del">
        <pc:chgData name="Brandt Redd" userId="be8ed540b98adac0" providerId="LiveId" clId="{581D7C54-210D-462C-9F8F-57DA3ED412CE}" dt="2020-10-09T04:15:57.017" v="1912" actId="47"/>
        <pc:sldMkLst>
          <pc:docMk/>
          <pc:sldMk cId="0" sldId="265"/>
        </pc:sldMkLst>
      </pc:sldChg>
      <pc:sldChg chg="del">
        <pc:chgData name="Brandt Redd" userId="be8ed540b98adac0" providerId="LiveId" clId="{581D7C54-210D-462C-9F8F-57DA3ED412CE}" dt="2020-10-09T04:15:57.017" v="1912" actId="47"/>
        <pc:sldMkLst>
          <pc:docMk/>
          <pc:sldMk cId="0" sldId="266"/>
        </pc:sldMkLst>
      </pc:sldChg>
      <pc:sldChg chg="modSp mod">
        <pc:chgData name="Brandt Redd" userId="be8ed540b98adac0" providerId="LiveId" clId="{581D7C54-210D-462C-9F8F-57DA3ED412CE}" dt="2020-10-09T04:17:48.552" v="1951" actId="14100"/>
        <pc:sldMkLst>
          <pc:docMk/>
          <pc:sldMk cId="0" sldId="270"/>
        </pc:sldMkLst>
      </pc:sldChg>
      <pc:sldChg chg="del">
        <pc:chgData name="Brandt Redd" userId="be8ed540b98adac0" providerId="LiveId" clId="{581D7C54-210D-462C-9F8F-57DA3ED412CE}" dt="2020-10-09T04:17:56.640" v="1952" actId="47"/>
        <pc:sldMkLst>
          <pc:docMk/>
          <pc:sldMk cId="0" sldId="271"/>
        </pc:sldMkLst>
      </pc:sldChg>
      <pc:sldChg chg="del">
        <pc:chgData name="Brandt Redd" userId="be8ed540b98adac0" providerId="LiveId" clId="{581D7C54-210D-462C-9F8F-57DA3ED412CE}" dt="2020-10-09T04:17:56.640" v="1952" actId="47"/>
        <pc:sldMkLst>
          <pc:docMk/>
          <pc:sldMk cId="0" sldId="272"/>
        </pc:sldMkLst>
      </pc:sldChg>
      <pc:sldChg chg="del">
        <pc:chgData name="Brandt Redd" userId="be8ed540b98adac0" providerId="LiveId" clId="{581D7C54-210D-462C-9F8F-57DA3ED412CE}" dt="2020-10-09T04:17:56.640" v="1952" actId="47"/>
        <pc:sldMkLst>
          <pc:docMk/>
          <pc:sldMk cId="0" sldId="273"/>
        </pc:sldMkLst>
      </pc:sldChg>
      <pc:sldChg chg="modSp mod">
        <pc:chgData name="Brandt Redd" userId="be8ed540b98adac0" providerId="LiveId" clId="{581D7C54-210D-462C-9F8F-57DA3ED412CE}" dt="2020-10-09T04:21:55.714" v="2200" actId="14100"/>
        <pc:sldMkLst>
          <pc:docMk/>
          <pc:sldMk cId="0" sldId="281"/>
        </pc:sldMkLst>
      </pc:sldChg>
      <pc:sldChg chg="del">
        <pc:chgData name="Brandt Redd" userId="be8ed540b98adac0" providerId="LiveId" clId="{581D7C54-210D-462C-9F8F-57DA3ED412CE}" dt="2020-10-09T04:16:05.597" v="1914" actId="47"/>
        <pc:sldMkLst>
          <pc:docMk/>
          <pc:sldMk cId="0" sldId="291"/>
        </pc:sldMkLst>
      </pc:sldChg>
      <pc:sldChg chg="addSp delSp modSp">
        <pc:chgData name="Brandt Redd" userId="be8ed540b98adac0" providerId="LiveId" clId="{581D7C54-210D-462C-9F8F-57DA3ED412CE}" dt="2020-10-09T03:27:48.861" v="275" actId="1076"/>
        <pc:sldMkLst>
          <pc:docMk/>
          <pc:sldMk cId="0" sldId="294"/>
        </pc:sldMkLst>
      </pc:sldChg>
      <pc:sldChg chg="modSp mod">
        <pc:chgData name="Brandt Redd" userId="be8ed540b98adac0" providerId="LiveId" clId="{581D7C54-210D-462C-9F8F-57DA3ED412CE}" dt="2020-10-09T03:34:59.260" v="304" actId="1038"/>
        <pc:sldMkLst>
          <pc:docMk/>
          <pc:sldMk cId="2419737331" sldId="298"/>
        </pc:sldMkLst>
      </pc:sldChg>
      <pc:sldChg chg="addSp modSp mod">
        <pc:chgData name="Brandt Redd" userId="be8ed540b98adac0" providerId="LiveId" clId="{581D7C54-210D-462C-9F8F-57DA3ED412CE}" dt="2020-10-09T03:48:22.793" v="420" actId="1035"/>
        <pc:sldMkLst>
          <pc:docMk/>
          <pc:sldMk cId="1287091316" sldId="300"/>
        </pc:sldMkLst>
      </pc:sldChg>
      <pc:sldChg chg="modSp new mod">
        <pc:chgData name="Brandt Redd" userId="be8ed540b98adac0" providerId="LiveId" clId="{581D7C54-210D-462C-9F8F-57DA3ED412CE}" dt="2020-10-09T03:20:44.154" v="267" actId="404"/>
        <pc:sldMkLst>
          <pc:docMk/>
          <pc:sldMk cId="1006140577" sldId="302"/>
        </pc:sldMkLst>
      </pc:sldChg>
      <pc:sldChg chg="addSp delSp modSp new mod modClrScheme chgLayout">
        <pc:chgData name="Brandt Redd" userId="be8ed540b98adac0" providerId="LiveId" clId="{581D7C54-210D-462C-9F8F-57DA3ED412CE}" dt="2020-10-09T03:18:05.820" v="97" actId="1037"/>
        <pc:sldMkLst>
          <pc:docMk/>
          <pc:sldMk cId="625363490" sldId="303"/>
        </pc:sldMkLst>
      </pc:sldChg>
      <pc:sldChg chg="addSp delSp modSp new mod">
        <pc:chgData name="Brandt Redd" userId="be8ed540b98adac0" providerId="LiveId" clId="{581D7C54-210D-462C-9F8F-57DA3ED412CE}" dt="2020-10-09T03:33:34.620" v="303" actId="1076"/>
        <pc:sldMkLst>
          <pc:docMk/>
          <pc:sldMk cId="2671247287" sldId="304"/>
        </pc:sldMkLst>
      </pc:sldChg>
      <pc:sldChg chg="addSp delSp modSp new mod ord chgLayout">
        <pc:chgData name="Brandt Redd" userId="be8ed540b98adac0" providerId="LiveId" clId="{581D7C54-210D-462C-9F8F-57DA3ED412CE}" dt="2020-10-09T04:09:14.498" v="1354" actId="1076"/>
        <pc:sldMkLst>
          <pc:docMk/>
          <pc:sldMk cId="2855747070" sldId="305"/>
        </pc:sldMkLst>
      </pc:sldChg>
      <pc:sldChg chg="modSp new mod">
        <pc:chgData name="Brandt Redd" userId="be8ed540b98adac0" providerId="LiveId" clId="{581D7C54-210D-462C-9F8F-57DA3ED412CE}" dt="2020-10-09T04:15:26.030" v="1911" actId="20577"/>
        <pc:sldMkLst>
          <pc:docMk/>
          <pc:sldMk cId="4048885239" sldId="306"/>
        </pc:sldMkLst>
      </pc:sldChg>
      <pc:sldChg chg="add">
        <pc:chgData name="Brandt Redd" userId="be8ed540b98adac0" providerId="LiveId" clId="{581D7C54-210D-462C-9F8F-57DA3ED412CE}" dt="2020-10-09T04:16:03.130" v="1913"/>
        <pc:sldMkLst>
          <pc:docMk/>
          <pc:sldMk cId="3895420678" sldId="307"/>
        </pc:sldMkLst>
      </pc:sldChg>
      <pc:sldChg chg="modSp add mod">
        <pc:chgData name="Brandt Redd" userId="be8ed540b98adac0" providerId="LiveId" clId="{581D7C54-210D-462C-9F8F-57DA3ED412CE}" dt="2020-10-09T04:20:10.306" v="2050" actId="20577"/>
        <pc:sldMkLst>
          <pc:docMk/>
          <pc:sldMk cId="1520776801" sldId="308"/>
        </pc:sldMkLst>
      </pc:sldChg>
      <pc:sldChg chg="new del">
        <pc:chgData name="Brandt Redd" userId="be8ed540b98adac0" providerId="LiveId" clId="{581D7C54-210D-462C-9F8F-57DA3ED412CE}" dt="2020-10-09T04:22:18.040" v="2203" actId="47"/>
        <pc:sldMkLst>
          <pc:docMk/>
          <pc:sldMk cId="4041331249" sldId="309"/>
        </pc:sldMkLst>
      </pc:sldChg>
      <pc:sldChg chg="modSp add mod">
        <pc:chgData name="Brandt Redd" userId="be8ed540b98adac0" providerId="LiveId" clId="{581D7C54-210D-462C-9F8F-57DA3ED412CE}" dt="2020-10-09T04:24:39.151" v="2499" actId="20577"/>
        <pc:sldMkLst>
          <pc:docMk/>
          <pc:sldMk cId="1552179246" sldId="310"/>
        </pc:sldMkLst>
      </pc:sldChg>
    </pc:docChg>
  </pc:docChgLst>
  <pc:docChgLst>
    <pc:chgData name="Brandt Redd" userId="be8ed540b98adac0" providerId="LiveId" clId="{91576AA9-198A-430E-86D8-E7E9D595AF29}"/>
    <pc:docChg chg="modSld">
      <pc:chgData name="Brandt Redd" userId="be8ed540b98adac0" providerId="LiveId" clId="{91576AA9-198A-430E-86D8-E7E9D595AF29}" dt="2024-10-11T15:02:48.241" v="0"/>
      <pc:docMkLst>
        <pc:docMk/>
      </pc:docMkLst>
      <pc:sldChg chg="addSp">
        <pc:chgData name="Brandt Redd" userId="be8ed540b98adac0" providerId="LiveId" clId="{91576AA9-198A-430E-86D8-E7E9D595AF29}" dt="2024-10-11T15:02:48.241" v="0"/>
        <pc:sldMkLst>
          <pc:docMk/>
          <pc:sldMk cId="623950261" sldId="311"/>
        </pc:sldMkLst>
      </pc:sldChg>
    </pc:docChg>
  </pc:docChgLst>
  <pc:docChgLst>
    <pc:chgData name="Brandt Redd" userId="be8ed540b98adac0" providerId="LiveId" clId="{6DBF0A29-8993-4926-AB7A-F42A5C2F0898}"/>
    <pc:docChg chg="custSel addSld delSld modSld">
      <pc:chgData name="Brandt Redd" userId="be8ed540b98adac0" providerId="LiveId" clId="{6DBF0A29-8993-4926-AB7A-F42A5C2F0898}" dt="2021-02-19T05:16:37.512" v="452" actId="6549"/>
      <pc:docMkLst>
        <pc:docMk/>
      </pc:docMkLst>
      <pc:sldChg chg="modSp mod">
        <pc:chgData name="Brandt Redd" userId="be8ed540b98adac0" providerId="LiveId" clId="{6DBF0A29-8993-4926-AB7A-F42A5C2F0898}" dt="2021-02-19T05:03:30.644" v="43" actId="6549"/>
        <pc:sldMkLst>
          <pc:docMk/>
          <pc:sldMk cId="0" sldId="270"/>
        </pc:sldMkLst>
      </pc:sldChg>
      <pc:sldChg chg="modSp mod">
        <pc:chgData name="Brandt Redd" userId="be8ed540b98adac0" providerId="LiveId" clId="{6DBF0A29-8993-4926-AB7A-F42A5C2F0898}" dt="2021-02-19T05:04:35.960" v="44" actId="20577"/>
        <pc:sldMkLst>
          <pc:docMk/>
          <pc:sldMk cId="0" sldId="277"/>
        </pc:sldMkLst>
      </pc:sldChg>
      <pc:sldChg chg="modSp mod">
        <pc:chgData name="Brandt Redd" userId="be8ed540b98adac0" providerId="LiveId" clId="{6DBF0A29-8993-4926-AB7A-F42A5C2F0898}" dt="2021-02-19T05:16:37.512" v="452" actId="6549"/>
        <pc:sldMkLst>
          <pc:docMk/>
          <pc:sldMk cId="0" sldId="295"/>
        </pc:sldMkLst>
      </pc:sldChg>
      <pc:sldChg chg="addSp modSp mod">
        <pc:chgData name="Brandt Redd" userId="be8ed540b98adac0" providerId="LiveId" clId="{6DBF0A29-8993-4926-AB7A-F42A5C2F0898}" dt="2021-02-19T04:51:16.198" v="42" actId="20577"/>
        <pc:sldMkLst>
          <pc:docMk/>
          <pc:sldMk cId="1888710566" sldId="297"/>
        </pc:sldMkLst>
      </pc:sldChg>
      <pc:sldChg chg="modSp mod">
        <pc:chgData name="Brandt Redd" userId="be8ed540b98adac0" providerId="LiveId" clId="{6DBF0A29-8993-4926-AB7A-F42A5C2F0898}" dt="2021-02-19T04:48:34.045" v="9" actId="404"/>
        <pc:sldMkLst>
          <pc:docMk/>
          <pc:sldMk cId="1006140577" sldId="302"/>
        </pc:sldMkLst>
      </pc:sldChg>
      <pc:sldChg chg="del">
        <pc:chgData name="Brandt Redd" userId="be8ed540b98adac0" providerId="LiveId" clId="{6DBF0A29-8993-4926-AB7A-F42A5C2F0898}" dt="2021-02-19T04:48:43.488" v="10" actId="47"/>
        <pc:sldMkLst>
          <pc:docMk/>
          <pc:sldMk cId="625363490" sldId="303"/>
        </pc:sldMkLst>
      </pc:sldChg>
      <pc:sldChg chg="delSp modSp mod">
        <pc:chgData name="Brandt Redd" userId="be8ed540b98adac0" providerId="LiveId" clId="{6DBF0A29-8993-4926-AB7A-F42A5C2F0898}" dt="2021-02-19T05:05:11.837" v="46" actId="478"/>
        <pc:sldMkLst>
          <pc:docMk/>
          <pc:sldMk cId="1520776801" sldId="308"/>
        </pc:sldMkLst>
      </pc:sldChg>
      <pc:sldChg chg="addSp delSp modSp add mod">
        <pc:chgData name="Brandt Redd" userId="be8ed540b98adac0" providerId="LiveId" clId="{6DBF0A29-8993-4926-AB7A-F42A5C2F0898}" dt="2021-02-19T05:16:27.957" v="443" actId="6549"/>
        <pc:sldMkLst>
          <pc:docMk/>
          <pc:sldMk cId="623950261" sldId="31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8T15:39:38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1696 12906 12799 0,'4'-11'0'0,"-3"5"0"0,1-1 0 0,-2-1 192 0,2 1 64 0,-2-2 0 0,2 6 0 0,-2 1-256 0,-2 1 0 0,2-1 0 0,-2 0 0 0,2 0 144 0,-3 3-16 0,1 2 0 0,0 3 0 0,-1 3 720 15,3 1 144-15,0 0 32 0,0 2 0 0,3-2-1024 16,-1 0-160-16,3-3-48 0,0-3-16 0,3-2 768 15,2-3 160-15,1-3 16 0,0-3 16 0,3-4 160 16,1 0 48-16,3-5 0 0,0-2 0 0,2-1-192 16,0-2-48-16,0 2 0 0,-2 0 0 0,0 4-144 15,1 1-48-15,2 2 0 0,5 1 0 0,3 2-128 16,1 2-48-16,3 2 0 0,5 1 0 0,-5 2-208 16,3 3-128-16,-3 1 128 0,-3-1-128 0,-1 1 208 0,-4 1-16 0,-4 0-16 0,-4 1 0 15,3-2 16-15,0-1 16 0,4-1 0 0,4 0 0 16,2 1 96-16,5 1 16 0,-1 1 0 0,2-1 0 0,-2 1 0 15,1 2 0-15,-6 0 0 0,-3 1 0 0,-3-2 48 16,-2 1 16-16,-4-2 0 0,1 0 0 0,0 1-384 16,4-1 0-16,2 0 0 0,6 2 0 0,0 1 176 15,4 4-48-15,1 1 0 0,4 4 0 0,-4 2-128 16,0 2 0-16,-6 1 0 0,-6 1 0 0,0-1 0 16,-3-1 0-16,-3-3 0 0,-1 1 0 0,2-3 0 15,2-2 128-15,3 1-128 0,5-1 128 0,7 0 0 16,9 0 0-16,2-1 0 0,-1-2 0 0,-7 0-128 15,-2 0 0-15,-6-3 0 0,-4 0 0 0,-3 2 0 16,2-1 192-16,3-1-192 0,8-2 192 0,4-2-192 16,1 2 0-16,5-1 0 0,5 1 128 0,-5 1 0 15,-6 0 0-15,-7 1 0 0,-3 0 0 0,-3-3-128 16,1-2 0-16,7-1 144 0,8 0-144 0,11 0 336 16,7 1 0-16,-8 0 0 0,-2 0 0 0,-8-1-16 15,-7-2 0-15,5-3 0 0,5-4 0 0,12 0-144 16,15 2-48-16,-2-1 0 0,-7 2 0 0,-13-2-128 15,-10-2 128-15,7-1-128 0,8 2 128 0,11-3-128 16,11 2 0-16,-11-2 0 0,-14 1 0 0,-7 0 0 16,-5 1 0-16,10 0 0 0,11 0 0 0,4 0 0 15,4-1 128-15,-15 0-128 0,-11-1 128 0,-8 2-128 16,-3 0 0-16,8 0 0 0,12 0-176 0,3-2 176 16,5-2 0-16,-8 1 128 0,-7-1-128 0,-11 0 0 0,-3-1 0 15,-5-1 0-15,3-1 0 0,7-1 0 0,5 1 0 16,10 2 0-16,1 1 0 0,-2 0 128 0,-1 2-128 0,-11-4 128 0,-9-1-128 0,-2-2 0 15,-2-1 0-15,6-2 0 0,5 0 0 0,4-6 0 16,6-5 0-16,-4-5 0 0,0-3-128 0,-6 4 128 16,-7 2 0-16,-4 7 0 0,-8 5 0 0,0 3 0 15,-4 4 0-15,1-3 128 0,-4-2-128 0,1 1 0 16,-4-1 0-16,-1 0 0 0,1 0-128 0,-5-3 256 16,0-1 48-16,-1-5 16 0,-4 1 0 0,-3-1-192 15,-2 3-176-15,-4 3 48 0,1 6 0 0,-3 3 128 16,0 5 0-16,-2 2 0 0,-3 0 0 0,-3 2-240 15,0 0-16-15,-8 0 0 0,-4 0 0 0,-8 3-48 16,-7 1-16-16,-1 1 0 0,-1 3 0 0,9 0 160 16,5 1 32-16,3-1 0 0,5 1 0 0,-5-2 128 15,-3-1 0-15,-6 0 0 0,-13 2 0 0,-3 3 0 16,-4 1-128-16,10 1 128 0,10 5-128 0,5-4 256 16,0 0 48-16,-8-1 16 0,-8-1 0 0,-8 5-192 15,-10 2 0-15,7 3 0 0,13 2 0 0,7-2 0 16,5 0-176-16,-11 1 48 0,-12-2 0 0,-7 1 128 15,-7-1 0-15,12 0 128 0,17-3-128 0,-1 1 0 16,0 1-128-16,-12-3 0 0,-14 1 0 0,3-4 128 16,4-2 0-16,12 2 0 0,13-1 0 0,-11 0 0 15,-13 0 0-15,-5 1 0 0,-8-1 0 0,15 0 0 16,15 2 0-16,1-4 128 0,0-1-128 0,-12 0 320 16,-15 2 0-16,5-2 0 0,6 0 0 0,11-1-96 15,12 1-32-15,-5-4 0 0,-3-2 0 0,-15 1 112 0,-10 4 16 0,7 0 0 0,10 1 0 0,11-1-320 16,6-1 0-16,-11-3 0 0,-8-1-144 0,-5 0 16 15,-4 5 0-15,5 1 0 0,14-1 0 0,1-1-208 16,5-3-48-16,-13 0 0 0,-11-2 0 0,-4 2 64 16,2 2 0-16,14-1 0 0,11 2 0 0,3-4 320 15,1-3-176-15,-11-2 176 0,-13 2-128 0,-2 2 128 16,3 2 176-16,11 0-48 0,13-1 0 0,2-1-128 16,2-1-144-16,-11-1 144 0,-9 0-208 0,-4 1 208 15,1 2 0-15,3 0 0 0,11 1 0 0,5 0 0 16,9 1 0-16,-6-2 0 0,-2 0 0 0,-10 2 0 15,-7 2 0-15,0-1 0 0,4 1 0 0,5 0 0 16,11 2 0-16,4-1 0 0,8 1 0 0,-5-1 160 16,-2 0-160-16,-6 1 128 0,-4 0-128 0,-4-1 128 15,-2 3-128-15,3-1 128 0,5 4-128 0,5 0 192 16,5 3-64-16,4 0 0 0,4 0 0 0,-1 1-128 16,-1 3 128-16,-6 2-128 0,0 1 128 0,-9 3-128 15,-4 4 0-15,-3 0 0 0,3 2 0 0,3-4 128 16,2-1 0-16,9-4 0 0,6-3 0 0,2-2-128 15,1-3 128-15,4 2-128 0,2 1 128 0,1-1-128 16,1-2-176-16,0-1 48 0,0-3 0 0,5 0 128 16,0-1 176-16,0 0-48 0,8 0 0 0,-1 0-128 15,3 0 0-15,3 2 0 0,2-1-176 0,2 2 176 16,2 1 0-16,0 0 0 0,0 1 0 0,4 1 0 16,-1 2-128-16,8 1 128 0,8 4-128 0,8 5 128 15,15 3 0-15,2 3 128 0,4-1-128 0,-9-4 0 0,-7-2 0 16,0-6 0-16,-4-2-128 0,27-6-64 0,21-1 0 0,-1-7 0 0,-6-3 0 0,2-3 192 31,3-1 0-31,15-7 0 0,10-7 0 0,-3-7-384 16,-3-6-64-16,7-8 0 0,6-5 0 0,4 3-3840 15,7 6-784-15,-4 4-160 0,-3 5-4960 0</inkml:trace>
  <inkml:trace contextRef="#ctx0" brushRef="#br0" timeOffset="31400.77">914 10786 33535 0,'3'12'0'0,"-2"-7"0"0,-1 1 0 0,2 3 400 0,-2-1 96 15,2-2 16-15,-2 1 0 0,0-1-832 0,0-1-144 0,0 4-48 0,2 4 0 0,-2 2-464 16,1 3-112-16,-2-3 0 0,1-3-16 0,0-2 464 16,1-1 112-16,-1-4 16 0,0 0 0 0,2-2 816 0,-2-2 160 0,3-1 48 0,-1 1 0 0,1-1 576 15,2 0 112-15,0-2 16 0,0-1 16 0,2 1 192 16,2-1 48-16,-2 1 0 0,1 0 0 0,2-1-464 15,-2-1-96-15,1-1-16 0,2 0 0 0,-1-1 48 16,-2-2 0-16,-3-3 0 0,2 1 0 0,1-5-944 16,2-3-224-16,0-4-32 0,3-4 0 0,-1-3 112 15,4 0 16-15,0 0 0 0,3 3 0 0,-1 3-48 16,3 3 0-16,-3 4 0 0,2 3 0 0,-5 2 176 16,3 3 0-16,-3 1 128 0,0-1-128 0,-1 1 0 15,-2 2 0-15,1-1 0 0,-1 0 0 0,-2 0 0 16,-2 3 0-16,0 1 0 0,-1 2 0 0,-2 0 0 15,0 0 0-15,-2 1 0 0,2 2 0 0,-2 2 0 16,0 3 144-16,-3 0-144 0,0-1 0 0,2 4 0 16,-2 3 0-16,-2 3-160 0,-1 2 160 0,-3 7 0 15,4 6 160-15,-3 9 16 0,3 7 0 0,-3 1-176 16,-3-1-256-16,2-10 64 0,-1-10 16 0,0-7 176 16,4-6 176-16,3-3-48 0,0-3 0 0,5-4-128 15,-2-3 128-15,2-2-128 0,4-2 128 0,0-3 64 16,1 0 0-16,3-6 0 0,1-2 0 0,2-6 240 15,2-3 48-15,-1-4 16 0,-1-2 0 0,4-3-240 0,6-3-32 16,6 3-16-16,7 2 0 0,0 9-208 16,1 7-160-16,-7 11 32 0,-5 10 0 0,-7 4-1600 15,-5 7-304-15,-5 4-64 0,-6 2-16 0,-3 1-2240 16,-2 1-464-16,-9-12-96 0,-4-10-6336 0</inkml:trace>
  <inkml:trace contextRef="#ctx0" brushRef="#br0" timeOffset="163367.22">9739 12264 13823 0,'5'-7'0'0,"0"2"0"0,0 0 0 0,0-1 0 0,0 0 0 0,-2 3 0 0,-1 1 0 0,2 1 0 16,-2-1 192-16,1-1-48 0,4-2-16 0,0-2-512 0,1 1-96 0,-3 1-32 0,-2 1 0 0,-1 2 112 16,0 1 16-16,-2 0 0 0,1 1 0 0,-2-1 384 15,-1 0 0-15,2 1 0 0,-2-1 128 0,1 1 304 16,-1 0 64-16,0-2 16 0,0 1 0 0,-1 0 352 15,3 0 80-15,-2-1 16 0,2 0 0 0,-2-1 144 16,2 1 48-16,0-2 0 0,0 0 0 0,2-2-576 16,2 0-96-16,-1 0-32 0,2-2 0 0,2 0-96 15,2 0-32-15,0 1 0 0,-1-2 0 0,2 0 0 16,0-1-16-16,1 2 0 0,-1-1 0 0,0-1-304 16,0 1 160-16,0 0-160 0,1 0 128 0,-2 2 208 15,0-1 48-15,0 0 0 0,-1 0 0 0,5 1 112 16,-1-1 16-16,1 2 16 0,-1 0 0 0,4 0-16 15,2 0-16-15,3 1 0 0,4 1 0 0,2 0-80 16,-1 2-16-16,0 0 0 0,4 2 0 0,-2 0-400 16,0 1 0-16,-3 2 0 0,-2 0 0 0,-5 1 192 15,0 0-64-15,0-1 0 0,-3 3 0 0,2-3-128 0,-1 1 0 16,2 0 0-16,-1-1-176 0,6-2 176 0,8 0 176 0,4-1-48 0,1 2 0 0,5-1 64 16,2 1 0-16,-4 1 0 0,-2 0 0 0,-7 1 144 15,-4 0 48-15,-3-1 0 0,-2-2 0 0,1-2 80 16,-3 1 32-16,6-1 0 0,5 0 0 0,4 2-128 15,6 0-32-15,-1 2 0 0,2 1 0 0,-6 1-160 16,-5-1-48-16,1-1 0 0,-6-1 0 0,-2-1-128 16,-3-1 0-16,1-1 0 0,2-1 0 0,4-2 0 15,5 0 0-15,5-2 0 0,4-1 0 0,5-1 0 16,0 0 0-16,-6 1 0 0,-4 2 0 0,-6 0 0 16,-4-1 0-16,-3 2 0 0,-3-1-176 0,1-2 176 15,4-1 0-15,3 1 128 0,4 1-128 0,5 2 128 16,4 2-128-16,-2 1 128 0,0 1-128 0,-6 1 0 15,0 0 0-15,-7 0 0 0,-1-2-128 0,-4 0 128 16,0-2 0-16,0-1 128 0,4 1-128 0,5 0 128 16,2 0-128-16,7 1 128 0,-2 1-128 0,2-1 128 15,1 0-128-15,-6 2 128 0,-4 0-128 0,-7 0 0 16,0 0 0-16,-5 0 0 0,2-2-128 0,-5-3 128 16,1 2 0-16,2-2 0 0,1 2 0 0,4-2 0 15,4 0 0-15,3 0 0 0,-2 2 0 0,2 0 0 16,3 0 0-16,-4-2 128 0,1 0-128 0,-5 1 128 15,-4 3-128-15,-3-1 128 0,-2-2-128 0,-2-2 144 16,2-1-144-16,-4-2 192 0,1 2-192 0,-1 0 0 16,-1-1 0-16,-1 0 0 0,3 1-192 0,-3-2 192 15,1 1 0-15,0-1 0 0,-3-1 0 0,0 0 0 16,-5-2 0-16,1 1 0 0,-3-2 0 0,-2 0 0 16,-1-1 0-16,0-2 0 0,-5 0 160 0,0-2 32 0,-2 1 0 0,-2 1 0 15,-1 0 0-15,1 1-192 0,-1 2 0 0,1 0 0 0,-1 3 0 0,-1-1 0 16,0 2 0-16,-3 0 0 0,-1-1 0 0,0 1-160 15,-2 1-16-15,-6-2 0 0,-3 1 0 0,-5 0 176 16,-2 0-128-16,0 1 128 0,-4 0-128 0,0-2 128 16,2-2 0-16,6 1 128 0,5 2-128 0,1-2 0 15,4 2 144-15,-5-1-144 0,-4 2 0 0,-10 0 0 16,-7 0 0-16,-6 2 0 0,0 0 0 0,2 1 0 16,5-1 0-16,6 2 0 0,5 3 0 0,0 2 0 15,-2 4-144-15,-14 1 144 0,-8-1-128 0,-6 0-112 16,1 1-16-16,11 0 0 0,12-1 0 0,2 2 112 15,2 0 16-15,-9 0 0 0,-10-2 0 0,-5-1 128 16,2-2-128-16,5-2 128 0,16 0-128 0,3 0 304 16,4-1 64-16,3 0 16 0,-2 2 0 0,-8-1-64 15,-6 0 0-15,-2-1 0 0,0-1 0 0,2 0 64 16,3-1 0-16,7 1 0 0,9 1 0 0,-1 1-256 16,1 0 144-16,-1 1-144 0,-2 3 128 0,-9 0-128 15,-11 1 0-15,-2-1 0 0,-1 3-176 0,3-1 176 16,6 1-128-16,8 1 128 0,6-1-128 0,0 0-160 15,0 1-32-15,-7 0 0 0,-5-2 0 0,-9-1 320 16,-7 2-160-16,4-1 160 0,4 0-128 0,7 2 128 16,9 1 0-16,2-3 0 0,4-1 0 0,-5-2 0 15,0-1 0-15,-9 1 0 0,-3 0 0 0,-3 2 176 16,0 3 64-16,3 1 16 0,8 1 0 0,4 0 0 16,8 2 0-16,5-2 0 0,0 1 0 0,-4 0-64 0,-1 2-16 0,-3 1 0 0,-4 2 0 15,-4 3-176-15,-3 2-256 0,1 1 64 0,2-1 16 0,1-2 176 16,3 0 0-16,7-2 128 0,2-3-128 0,7-2 0 15,1-2-240-15,5 0 48 0,1-1 0 0,1-1 192 16,3 2 0-16,-1-1 0 0,1 1 0 0,3-1 0 16,0 0-144-16,2 0 144 0,1 0-128 0,0-1 128 15,3 2-128-15,3-2 128 0,-1 1-128 0,5-1 128 16,7 2 0-16,6 0 0 0,6 1 0 0,11 2 176 16,9 0 64-16,3 2 16 0,2 1 0 0,-7 0-256 15,-9 2 144-15,7-5-144 0,6 0 128 0,20-5-128 16,22 0 0-16,-14-4 0 0,-11 1-176 0,2 0 176 15,6 4 0-15,12-1 0 0,9 0 0 0,-16 2-288 32,-13 1-32-32,16 2 0 0,24-1 0 0,-16 1-1120 15,-16-1-224-15,8 0-64 0,7 2-13024 0</inkml:trace>
  <inkml:trace contextRef="#ctx0" brushRef="#br0" timeOffset="-204295.71">18435 12336 24511 0,'0'0'0'0,"-2"0"0"0,0 1 0 0,2 0 448 0,0-1 112 0,0 1 16 15,0-1 0-15,0 1-368 0,2-1-64 0,0 1-16 0,2 0 0 0,-4-1-128 16,0 0 0-16,17 7 0 0,-11-4 0 0,1-1 0 16,1 3 0-16,2-2 0 0,0 1 0 0,1-2 0 15,-3 0 128-15,1-1-128 0,5 1 128 0,6 0 16 16,8 1 0-16,4-1 0 0,2 0 0 0,1-1 352 15,2 1 64-15,-3 0 16 0,-3 0 0 0,-3 1-64 0,-5 0 0 0,-1-2 0 16,-1-1 0-16,0-1-96 0,2-1-32 0,4-1 0 0,7 0 0 0,4 0-384 16,7 1 0-16,1-2 0 0,2 1 0 0,-6 2 0 15,-7 4 0-15,-5-3 0 0,-1 0 0 0,-2-1 0 16,1-1 0-16,5-2 192 0,8-1-64 0,8 0-128 16,6 1 0-16,-2 1 0 0,-3 0-176 0,-8 1 176 15,-4 2 0-15,-4-5 128 0,-1-2-128 0,9-2 176 16,13 1-48-16,1 2 0 0,7 3 0 0,-9-1-128 15,-6 3 128-15,-7-1-128 0,-6 0 128 0,4-2-128 16,7-1 0-16,9 0 0 0,8 1 0 0,-1 2 0 31,-5 1 128-31,-10 1-128 0,-7 0 128 0,-1-2-480 0,-1 0-96 0,12 1-32 0,7 1 0 0,1 0 672 16,1 0 128-16,-16 2 16 0,-9 1 16 0,0-4-224 16,0-2-128-16,-1 1 128 0,6 0-128 0,9 1 176 15,5-1-48-15,3-1 0 0,-1 0 0 0,-6-3 64 16,-9 1 0-16,-3 0 0 0,-2-1 0 0,9-2-192 15,8 1 128-15,4 1-128 0,1 1 128 0,-4-3-128 16,-9-1 128-16,-7-1-128 0,-9 2 128 0,-2 0 208 16,0 3 48-16,2-3 0 0,4 2 0 0,4-2-112 15,2-2-16-15,0-1 0 0,-5-1 0 0,-2-1-256 16,-3-3 0-16,-3-2 0 0,-7 0-144 0,0-1 144 16,-5 0 0-16,-3 0 0 0,-1 2 0 0,0 0-192 15,-2 1 0-15,-2 3 0 0,1-1 0 0,-4 0-144 16,1 3-48-16,-1 0 0 0,-2 0 0 0,0 0 208 15,-2-2 48-15,-1 1 0 0,-2-2 0 0,0 0 128 16,-3 1-128-16,-1-1 128 0,-2 1-128 0,3-2-64 0,-3 1 0 0,0-5 0 16,-3-1 0-16,-3-3-144 15,-1-3-48-15,-3 0 0 0,-4 1 0 0,0 0-96 0,-5 2-32 0,-2 3 0 0,2 5 0 0,0 3 240 16,0 1 32-16,1 2 16 0,6 0 0 0,3 0 224 16,-1 2 0-16,1-1 0 0,0-1 0 0,-5 0-192 15,-1-2-64-15,-10 1 0 0,-6 1 0 0,-4 0 384 16,-3 3 64-16,3-2 0 0,1-2 16 0,6 3-208 15,9 2-160-15,1 0 32 0,2 2 0 0,-11 0 128 16,-6 1 0-16,-9-1 0 0,-3 0 128 0,-1 1-128 16,2 1-160-16,11 0 160 0,9 1-208 0,-1 1 208 15,1 3 0-15,-8-1 0 0,-11-1 0 0,-5 0 128 16,-1-1-128-16,7-1 0 0,11-1 0 0,4 1 400 16,5 1 32-16,0 2 0 0,-3 2 0 0,-9-1-80 15,-9-1-16-15,1-2 0 0,0 0 0 0,7 0 304 16,8 1 48-16,7-1 16 0,3 2 0 0,-5 2-256 15,2 0-64-15,-12 0 0 0,-6-2 0 0,-6 1-256 16,-4 1-128-16,8-1 128 0,11-1-128 0,4 3 0 16,5 4 0-16,-4-2 0 0,-1-4 0 0,-10 0 0 15,-9 0 0-15,-2 1-224 0,1 1 80 0,9 1-96 16,11 0-16-16,3-1 0 0,4-3 0 0,-3-1 256 16,0-1 0-16,-8-1 0 0,-8 1 0 0,-2 1 0 15,1 3 0-15,4-1 0 0,8 2 0 0,7-2 0 16,5-1 0-16,1 0 0 0,0-1 0 0,-5 0 0 15,-4-1 160-15,-7 1-32 0,-3 0 0 0,-3 3-128 16,-3 1 0-16,8 1 0 0,4 1-176 0,9 1 176 0,2-1-128 16,4-2 128-16,-1 1-128 0,-6-1 128 0,1 1 0 0,-8 2 128 0,-7 1-128 15,-3 0 0-15,-2 2 0 0,5-1 0 0,5 1-128 0,7-2 128 16,5 1 176-16,3-2-48 0,0 2 0 0,-2-3-128 16,0 1-272-16,-5 0 64 0,-3 0 16 0,-3-1 192 15,-4 0 256-15,1-1-48 0,3-1-16 0,3 0-192 16,8 0-160-16,0-1 32 0,6-1 0 0,2 1 128 15,4 1 176-15,-2 0-48 0,3 0 0 0,-4 1-128 16,1 2 128-16,0-1-128 0,-3 0 128 0,-1 1-128 16,-3-1 128-16,2-1-128 0,0 0 128 0,-1 0-128 15,3 0 0-15,0 0 0 0,3-1-176 0,0 1 176 16,5-1 176-16,-1 2-48 0,4 0 0 0,0-2 64 16,1 3 0-16,3 0 0 0,3-1 0 0,3 4-192 15,2 0 128-15,0 3-128 0,5 1 128 0,3 2-128 16,5 2 0-16,2 1 0 0,3 0 0 0,6-1 0 15,1 0 0-15,0-4 0 0,3 0-176 0,-4-3 176 16,-1 1-128-16,1-4 128 0,-1 2-128 0,6-3 0 16,9 1 0-16,9-1 0 0,10-1 0 0,2-1 128 15,-3 0 0-15,-10-1 128 0,-8 1-128 0,8-3 320 16,10-1 0-16,11 0 0 0,11 0 0 0,-10 2 112 16,-11 4 16-16,-4-4 0 0,4-1 0 0,12 0-320 31,19 3-128-31,-18 0 128 0,-20 3-128 0,2 0-544 15,-2-1-192-15,14 4-32 0,10 2-16 0,-5 4-2432 16,-6 4-496-16,-6-8-80 0,-6-7-7616 0</inkml:trace>
  <inkml:trace contextRef="#ctx0" brushRef="#br0" timeOffset="-179563.48">18192 11453 16895 0,'8'0'0'0,"-3"-1"0"0,0 0 0 0,3 0 304 0,-3 0 64 0,0 0 16 0,-3 0 0 0,-1 0-160 16,3 0-32-16,4-2 0 0,0 0 0 0,4-1-192 15,1-1 0-15,1 1 0 0,-2 0-160 0,1 2 160 16,-3-2-192-16,2 3 192 0,1 0-192 0,-3 0-48 0,3 0-16 0,-3 1 0 0,3 1 0 0,-3 1 432 16,3 1 80-16,-3 0 0 0,5-2 16 0,-2 1-272 15,0 1 0-15,0-1 0 0,2 1 0 0,2-1 672 16,4 1 80-16,5-1 16 0,4 1 0 0,2-1-192 16,5 0-48-16,4-1 0 0,-1 0 0 0,-4 2 240 15,-1 0 64-15,-7-2 0 0,-3-2 0 0,1-2-320 16,2 1-64-16,5-3-16 0,8-2 0 0,7 0-176 15,6 1-48-15,1 0 0 0,-1 2 0 0,-9-1-208 16,-4-1 0-16,-2-1 0 0,-4-2 0 0,11 3 128 16,15 0 0-16,2 1-128 0,6 2 192 0,-10-2-192 15,-16 0 0-15,-2 2 0 0,0 3 0 0,5 2 0 16,12 2 0-16,3 0 0 0,2 2 0 0,-7 1 0 16,-9 0-128-16,-10 1 128 0,-1 4-208 0,2-4 208 15,10 2 0-15,7-4 0 0,9 1 0 0,-4 2 224 16,-4 0-64-16,-11-3-16 0,-7 0 0 0,5-2-144 15,6-2-192-15,14 0 32 0,9 1 16 0,-3 2 528 16,-7 2 128-16,-10-3 0 0,-5-3 16 0,6-2-528 16,0 1 0-16,10 0 0 0,10 3 0 0,-4 1-320 15,-3 0-32-15,-2-1 0 0,2-1 0 0,5 2 144 16,11 4 16-16,-15 2 16 0,-12 2 0 0,-4-2 176 16,-1 0 0-16,14 1 0 0,13 0 0 0,-3 4 0 15,-8 2 176-15,-11 0-48 0,-11 1 0 0,9 0 48 16,14 0 0-16,6-3 0 0,1 0 0 0,-13-4 16 15,-13-2 16-15,-4-2 0 0,-3 0 0 0,11 0-16 16,13-1 0-16,-2-4 0 0,1-2 0 0,-12-2 64 16,-11-1 0-16,-6 0 0 0,0 0 0 0,8-2-256 0,8 0 144 0,7-4-144 15,3-4 128-15,-7-4-128 0,-8-1 0 0,-5-4 0 0,-6-2 0 0,3-3 0 16,5-4-176-16,11 3 48 0,6 1 0 0,-3 5 128 16,-2 3 0-16,-11 3 0 0,-11-1 0 0,-3-3 0 15,4-2-128-15,1-2 128 0,6 0-128 0,5-6 128 16,4-5 0-16,-4-9 128 0,-3-4-128 0,-10 2 128 15,-7 4-128-15,-4 8 128 0,-6 5-128 0,-3 1 208 16,2 2-16-16,-5-4-16 0,0-1 0 0,-5-9-304 16,-2-6-64-16,0-6-16 0,-1-3 0 0,-2 5 496 15,-2 8 96-15,-3 6 32 0,-1 7 0 0,-2-3-560 32,-1-3-112-32,-2-3-32 0,-1-4 0 0,-2-6-160 15,-2-3-16-15,-5 4-16 0,-2 7 0 0,-7 8-48 0,-7 8-16 0,-8 4 0 0,-1 2 0 0,-5 1 416 16,3-2 128-16,4-1 0 0,9 1 0 0,-3-1 0 15,0 3 0-15,-11-3 0 0,-12 1 0 0,-7 0-144 16,-6 3-80-16,13 3-16 0,11 4 0 0,-3 1 240 31,-4 2 0-31,-15 2 0 0,-9 2 160 0,7 5-480 0,11 3-112 0,5 0-16 0,-1-2 0 0,-15 3 448 16,-18 1 0-16,14 1 192 0,14 0-64 0,1 0 0 16,-1 3 0-16,-15-2 0 0,-15 2 0 0,15-3-128 15,15 0 0-15,0-1 0 0,-4 1 0 0,-9 0 0 16,-4-1 0-16,3 0 0 0,14 1 0 0,-5-1 0 15,-8 0-256-15,-9 1 32 0,0 0 16 0,12-2 16 16,15-1 0-16,-4-1 0 0,-14 1 0 0,-4 0 64 16,-2 3 128-16,16-4-208 0,17-1 80 0,-10-2-16 0,-8-2 0 0,-8 2 0 15,-3 4 0-15,13-2 368 0,15 1 80 0,-2-4 16 0,-1-3 0 0,-14 1-160 16,-14 4-32-16,10 2 0 0,14 1 0 0,7-2-128 16,5-3 0-16,-15-1 0 0,-7 1 0 0,-6 2 0 15,1 3 0-15,14 0 0 0,13 0 0 0,-3-2 128 16,-7-3-128-16,-10 3 0 0,-10 3 128 0,12 4 64 15,9 3 16-15,9-1 0 0,7-5 0 0,-9 2-208 16,-10 1 128-16,-6 3-128 0,-4-1 0 0,11 2 0 16,11-1 0-16,6 0 0 0,4-1 0 0,-5 0 0 15,-5 2 0-15,-7-3 0 0,-7 1 0 0,3-2 0 16,8-1 0-16,7 0 0 0,9-1 144 0,0 2-144 16,-1 0 0-16,-6 1 144 0,-10-3-144 0,-7 2 0 15,-6 2 0-15,6 2 0 0,11-2 0 0,6 0 0 16,6-2 224-16,-3-1-48 0,-6-2-16 0,-8 2-160 15,-9 4 0-15,3 3 0 0,4 3 0 0,9 0 0 16,11 2 0-16,2-2 0 0,5 0 0 0,-3-2 0 16,-2-2 0-16,-5 1 0 0,-6-1 0 0,-2-2 0 15,1 1 160-15,4-4-160 0,6 0 160 0,5-3-160 16,6 0 0-16,4-1 0 0,5 1 0 0,-3-1 0 16,-1 2 0-16,0-2 144 0,3 0-144 0,-4 2 128 15,0-1-128-15,1 1 128 0,-3 2-128 0,-1-2 0 16,3 0 0-16,1-1 0 0,2 0 0 0,1 1 0 15,5-2 0-15,1 0 0 0,2 2 128 0,4 0-128 16,0 0-192-16,6 2 64 0,2-2 0 0,2 2 128 16,7 0-128-16,0 2 128 0,5-2-128 0,3 2 128 0,3-1 0 15,1 2 0-15,-1-1 0 0,1 1 0 0,-3-1 176 0,-1-1-48 16,2-1 0-16,9 0 64 0,5 1 0 0,11 1 0 0,11 1 0 0,2 0-192 16,0 1 0-16,-8-2 0 0,-13 1 0 0,4-1 272 15,5 2 32-15,12-3 0 0,14 2 0 0,-4 1-80 16,-6 0-16-16,-4-2 0 0,-7-5 0 0,21-2-16 15,21 0 0-15,-10-3 0 0,-10 0 0 0,11-4-192 16,13-3 0-16,0 0 0 0,2 1 0 0,5-5 0 16,6-4-160-16,0-1 160 0,-4-1-128 0,17-3 384 31,14-5 64-31,-20-3 32 0,-20-3 0 0,23-6-608 16,20-5-128-16,-23 0-32 0,-23 1 0 0,13 13-2080 15,12 13-400-15,-16 4-96 0,-15 1-7248 0</inkml:trace>
  <inkml:trace contextRef="#ctx0" brushRef="#br0" timeOffset="-98862.55">18330 10505 1023 0,'-8'-3'0'0,"1"1"0"0,-1-1 0 0</inkml:trace>
  <inkml:trace contextRef="#ctx0" brushRef="#br0" timeOffset="-97830.02">17885 10405 22719 0,'2'1'0'0,"-2"-1"0"0,-2 0 0 0,2 0 1072 16,0 0 208-16,0 0 64 0,2 0 0 0,-2 0-704 16,2 1-144-16,1-1-32 0,0 0 0 0,4 0-272 15,4 0-64-15,-1 0-128 0,3 2 192 0,-2 0-192 16,3 1 0-16,-2 1 0 0,1 1 0 0,0 2 0 16,0 2 0-16,2-1 0 0,-2 3 0 0,2-1 0 15,2-1 0-15,4 2 160 0,6-2-32 0,3 1 80 16,5-1 32-16,1 0 0 0,4 0 0 0,-2-1 144 15,3 0 16-15,-6 2 16 0,-7 0 0 0,0 0 80 16,-2 0 16-16,0-2 0 0,2 1 0 0,4-3-160 0,9-2-32 16,5-1 0-16,5 0 0 0,-1 3 64 0,-3-1 0 15,-7-1 0-15,-4 1 0 0,-8-3 48 0,0 0 16 0,3-4 0 0,8-1 0 0,8 0-160 16,12 0-32-16,-4 2 0 0,-1 2 0 0,-11 0-256 16,-6 1 0-16,-6-1 0 0,-5-2 0 0,2-1 160 15,7-1-32-15,4 1 0 0,9 1 0 0,3 1 0 16,0 0 0-16,-5 1 0 0,-8 0 0 0,-5-2 64 15,-5-1 0-15,-1-5 0 0,2-1 0 0,6 0-192 16,6 1 0-16,5-1 0 0,5-1-176 0,-3-4 176 16,1-1 176-16,-8-2-48 0,-9-1 0 0,-4-4-128 15,-2-3 128-15,4-5-128 0,1-3 128 0,6-5-128 16,7-1-272-16,0 0 64 0,3 5 16 0,-8 7 0 16,-4 6 0-16,-7 1 0 0,-5 3 0 0,-5-1 192 15,-1-5-144-15,-1-1 144 0,-3 1-128 0,0-3 128 16,0-3-128-16,-4-5 128 0,2-2-128 0,-3-3 128 15,-1 2 0-15,-3 3 128 0,-3 6-128 0,-1 3 128 16,-5 6-128-16,0 1 128 0,-2 3-128 0,-2-1 0 16,-1 1 0-16,-3-5 0 0,1-2 0 0,-3 2 0 15,0 2-128-15,-3 0 0 0,0-3 0 0,-5-1 0 16,-5-3 0-16,-8-3 0 0,-5 1 0 0,-7 2 0 16,-5 2 0-16,3 6 0 0,4 3 0 0,5 3 128 15,10 1 0-15,-5 0 0 0,1 0 0 0,-14 1 0 16,-12 3 0-16,-5 2 128 0,1 4-128 0,5 1 176 15,10 3-48-15,3-3 0 0,-3-2 0 0,-16 4-128 16,-15 1 0-16,7 4 0 0,12 3-176 0,9 0 176 16,7 0 0-16,-9-2 128 0,-12 2-128 0,-4 1 0 0,-1 3-240 15,15-4 48-15,15 2 0 0,5-2 192 0,-1 1 160 0,-8-1-32 0,-10 3 0 0,-5-5-128 16,2 0-272-16,9-2 64 0,11 0 16 0,6-1 352 16,2 0 80-16,1 1 16 0,0 0 0 0,-9 0 48 15,-9 0 16-15,-1 1 0 0,-1-2 0 0,4-1-320 16,6 2 0-16,4-1 0 0,10 0 0 0,1 2 0 15,-1-1 0-15,-1 0 0 0,-2 0 0 0,-9 0 0 16,-8-1 0-16,0 2 0 0,0 1 0 0,1 3 0 16,7 2 0-16,6 3 0 0,5 1 0 0,4 0 0 15,0 2-144-15,-2 2 16 0,2 2 0 0,-5 3 128 16,-2 1 0-16,0-2 0 0,2-2 0 0,4-4 0 16,4-3 0-16,4-4 128 0,6 1-128 0,0-2 176 15,5 2-48-15,5 0 0 0,3 0 0 0,7 1-128 16,7-1 0-16,6 3 0 0,9 3-176 0,5 5 176 15,12 7-128-15,-1 0 128 0,-2 1-128 0,9-4 128 16,7-4-128-16,25-7 128 0,22-4-128 0,-15-7 304 16,-16-3 64-16,22-3 16 0,28-2 0 0,-22-2-256 15,-19 0 0-15,16-3 0 0,19 0-160 0,-12 1 160 32,-19-1 176-32,12 0-48 0,16-1 0 0,-19 0-1280 15,-20-1-256-15,5-2-48 0,6 1-14272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8T15:46:52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1843 12055 14399 0,'4'2'0'0,"-3"-1"0"0,-1 0 0 0,2-1-176 0,0 0-16 0,-1-1-16 0,-1-1 0 0,3-1 208 15,-3-2-144-15,3-5 144 0,1-4-128 0,1-5 304 16,0-2 64-16,4 1 16 0,-2 5 0 0,0 1-112 15,2 4-16-15,-2 1 0 0,0 3 0 0,1-1 1280 16,0 2 240-16,1 1 48 0,0 1 16 0,3 2-560 16,-1 0-96-16,3 1-32 0,-1 1 0 0,0 1-448 15,4 1-80-15,0 3-32 0,0 1 0 0,1 2-16 16,2 3 0-16,0 2 0 0,1 4 0 0,2 1-448 0,0 2 0 0,-4-4 0 0,0-1 0 16,-2-4 128-16,-2-1-128 0,1-2 0 0,0 1 144 0,-2-1 240 15,1 2 64-15,-4 0 0 0,2 2 0 0,2 0 32 16,2 2 16-16,2-1 0 0,3 2 0 0,-1 0-112 15,2 0-32-15,-3 0 0 0,1-1 0 0,-2-1-352 16,-1 2 0-16,0-1 0 0,0-3 0 0,-1 3 128 16,1-1-128-16,-2 2 128 0,-1 0-128 0,1-2 128 15,-3 0-128-15,-1-3 128 0,3-1-128 0,-3-2 0 16,2-3-128-16,1-3 0 0,0-3 0 0,3-3 128 16,3-3 0-16,4-3 128 0,8-1-128 0,-1 0 320 15,-2 2 0-15,7-1 0 0,6-1 0 0,1 0-192 16,2-1-128-16,-7 0 128 0,-4-1-128 0,-3-1 0 15,-2-1 0-15,7-1 0 0,8 0 0 0,4-1 0 16,4-1 0-16,-2-2 0 0,-6-3 0 0,-6-5 128 16,-8-4-128-16,-2-5 128 0,-3-1-128 0,10 0 0 15,4 3 0-15,9 4 0 0,7 6-128 0,-7 9 0 16,-3 4 0-16,-11 0 0 0,-6-1 0 0,-5-2 256 16,-2-1 48-16,-1-1 16 0,-1 2 0 0,1-1-192 15,5 2 0-15,4-1 0 0,6-1 0 0,1-3 0 16,2-1 0-16,-1-1 0 0,0 0 0 0,-7 0 0 15,-2 1 0-15,-5 0 0 0,-1 1-176 0,0 1 176 16,-1-1 0-16,4 1 0 0,5 2 0 0,4 1 0 16,6 1 0-16,-1 3 0 0,1 0 0 0,-4 1 0 15,-2 0 0-15,-8-1 0 0,-6 1 0 0,-3-2 0 16,-3 4-128-16,-2-2 128 0,0 2-128 0,-3 1 400 0,-1 0 96 16,0 1 16-16,-2 2 0 0,0-1-256 0,1 1-128 0,-2-1 128 15,-1 1-128-15,2 1 0 0,-1 1 0 0,-1 0 0 0,0 1 0 16,-1-1 0-16,-1 1-240 0,-1 0 48 0,1 0 0 0,-3 1-64 15,1 0 0-15,-1-1 0 0,-1 1 0 0,-2-1 256 16,1 0-144-16,-1 1 144 0,3 0-128 0,0 0 128 16,-20-3 0-16,12 3 0 0,-2 2 0 0,-2-1 384 15,2 0 96-15,-1 1 32 0,-1 1 0 0,-2-1-512 16,-3 1 0-16,0-1 0 0,-1 2 0 0,-6 0 0 16,-4 0 0-16,-7-1 0 0,-5-1 0 0,-1-1-368 15,-1 0 48-15,0-1 0 0,3 0 0 0,7-1 96 16,5 2 32-16,2-2 0 0,3 1 0 0,-4 0 192 15,0 0-144-15,-7-1 144 0,-8 1-128 0,-7-2 256 16,-2 1 48-16,1-1 16 0,5 0 0 0,7-2-192 16,7 0 0-16,1 2 0 0,3 0 0 0,-6 2 384 15,-6 0 64-15,-8 0 0 0,-7 1 0 0,-3-1-448 16,-2 1 0-16,10-2 0 0,11 1 0 0,5 0 0 16,0 1 0-16,-5 0-224 0,-7 2 80 0,-9-2 144 15,-6 1 0-15,1-2 0 0,5 0 0 0,9 0-336 16,12 0-48-16,0 0 0 0,2-1 0 0,-9-1 64 15,-6 1 0-15,-4-3 0 0,-4 0 0 0,4-3 320 16,2-2 0-16,11 1 0 0,9-1 0 0,1-2 128 16,3 2 112-16,-6-2 16 0,1 3 0 0,-9-1 256 15,-6 0 48-15,-6 2 16 0,-1 2 0 0,1 2-576 16,6 0 0-16,6 5 0 0,7 0 0 0,0 2 0 16,-6 1 0-16,-7 1 0 0,-13 3 0 0,0 1 0 15,3-1 0-15,0 3 0 0,7 0 0 0,2 2-304 0,6 1-160 0,-3-2-48 0,-6 0 0 0,-12-1 112 16,-6 0 16-16,3-3 0 0,10-1 0 0,9 0 384 15,11 0 0-15,0 0 0 0,4 1 0 0,-7-2 224 16,-8 0 128-16,0 2 32 0,-1 1 0 0,1-2 48 16,7 1 16-16,4 0 0 0,6 3 0 0,6 0 0 15,7 3 0-15,3 0 0 0,1 3 0 0,0 4-256 16,2 4-64-16,2 7 0 0,3 3 0 0,4 1-128 16,0 0 0-16,3-3 0 0,2-4-176 0,6-3-112 15,2-1-32-15,6-4 0 0,6-3 0 0,15-3 160 16,10 2 32-16,15 4 0 0,11 7 0 0,-1 2 656 15,-6 1 144-15,31-4 32 0,28-2 0 0,-10-5 256 16,-16-3 48-16,20-6 16 0,24-3 0 0,-1-6-464 31,-6-2-96-31,-12-3-16 0,-7-3 0 0,21 0-1376 16,20 1-288-16,-16 0-48 0,-18 0-16192 0</inkml:trace>
  <inkml:trace contextRef="#ctx0" brushRef="#br0" timeOffset="10800.55">2021 13090 23103 0,'15'-5'0'0,"-7"0"0"0,4-3 0 0,-1 0 0 0,-1 0-128 0,-2 2 128 0,-4 2-160 0,-1 1-480 16,2-1-112-16,3-5-16 0,4-3 0 0,4-3-448 0,2-1-80 0,-4 1-32 0,-1 4 0 0,-2 1 1056 15,-1 1 272-15,0 1 0 0,0 3 0 0,-2 2-192 16,0 1 48-16,2 1 16 0,-2 2 0 0,1 0 128 16,0 1 192-16,0 1-32 0,0 1-16 0,0 1 1136 15,1-1 240-15,1 0 32 0,1 1 16 0,1-2-384 16,-1 2-80-16,4-2-16 0,2 1 0 0,7-1-304 16,3 0-64-16,2 1-16 0,2-1 0 0,-2 1-240 15,-2-1-48-15,0 1-16 0,2-1 0 0,-4 1-16 16,0-1-16-16,-4 1 0 0,1 2 0 0,-5 0-128 15,0 1-32-15,2-1 0 0,1 3 0 0,7-2 48 16,7 1 0-16,3 0 0 0,3-2 0 0,2 1-112 16,0 2-16-16,-2-3 0 0,-6 0 0 0,-3 2-128 15,-4-1 128-15,1-2-128 0,0-2 128 0,12-1-128 16,11-1 0-16,4-1 0 0,8 2-176 0,-8 2 176 16,-6-1 0-16,-8-2 0 0,-4-2 0 0,11-4 0 15,11 2 0-15,9 0 128 0,9 1-128 0,-11 1 384 16,-8-1 0-16,-3-3 0 0,2-3 0 0,8 1-112 15,1 1-16-15,4 0 0 0,-5-2 0 0,2 1-64 16,6-2-32-16,8-1 0 0,12 0 0 0,-15-3 48 16,-15 0 16-16,-2 0 0 0,0 2 0 0,12-3-32 15,15-1 0-15,-15-2 0 0,-19 0 0 0,-1 0 0 0,-1 2-16 0,13-1 0 0,14 0 0 16,-6 4-336-16,-9 0-64 0,-11 0-16 0,-11-1 0 0,13-1 240 16,10-2 160-16,7 4-32 0,2 4 0 0,-17 2-128 15,-8 1-272-15,-6-2 64 0,0-4 16 0,13 2 192 16,10 1 256-16,-1 1-48 0,-7 2-16 0,-11 1 368 15,-9 0 64-15,-5-3 16 0,-3-2 0 0,8-1-208 16,8-1-48-16,2 2 0 0,2 1 0 0,-6-1-256 16,-3-4-128-16,-10-2 128 0,-8 0-128 0,-2-3 0 15,-6 0 0-15,-1-4 0 0,0 0 0 0,-2-2 0 16,0-1 0-16,-1-1 0 0,1 2 0 0,-3 1-272 16,0 2 64-16,-5 1 16 0,-2 4 0 0,-5 2 48 15,-1 0 16-15,-4 3 0 0,-2-1 0 0,-3 1 128 16,-3-2 0-16,-3-1 0 0,2 0 0 0,-6 1 0 15,-1 0-128-15,-2 2 128 0,-3 0-128 0,-13 0 128 16,-12-1 176-16,-9 0-48 0,-4-1 0 0,5 0-128 16,8 0 0-16,2 1 0 0,5 0 0 0,-20 0 0 15,-19-2 0-15,4 3 0 0,8 1-176 0,11-1 176 16,13 0 0-16,-15-2 128 0,-16-1-128 0,-2 3 0 16,2 3-240-16,11 0 48 0,15-3 0 0,-19-1 48 15,-19 3 16-15,8 3 0 0,10 5 0 0,8-2 128 16,10-3-128-16,-17-1 128 0,-17 0-128 0,7 5 128 15,11 3 0-15,6-4 128 0,5-4-128 0,-18 2 0 16,-13 4 0-16,14 0 0 0,17 3 0 0,2-4 176 16,1-4-48-16,-16 2 0 0,-13 2 0 0,11 1-128 15,10 3 0-15,7-2 0 0,1-2-176 0,-14 0 176 16,-18 1-128-16,12 3 128 0,15 2-128 0,7-3 128 0,5-2 0 0,-14 1 128 0,-15 1-128 0,2 2 128 16,6 4-128-16,12-2 128 0,8-3-128 0,-13-1 224 15,-15 1-32-15,1 4 0 0,6 7 0 0,12-3-192 16,11-1 0-16,-10-1 0 0,-13 1 0 0,-3 6 0 15,-4 7 144-15,19 1-144 0,16 2 128 0,-6 2-128 16,-7 2 0-16,-11 0 0 0,-8 2 0 0,11-5 0 16,12-3 0-16,12-2 0 0,6 0 0 0,-8-4 0 15,-4 0 0-15,-8 0 0 0,-2-3-176 0,3 6 176 16,7 4 0-16,13 3 128 0,10 3-128 0,5 2 176 16,1 1-48-16,2-2 0 0,4 1 0 0,1-4 208 15,3-3 48-15,2-4 0 0,4-4 0 0,3-3-384 16,5 2-256-16,3-1 32 0,5 3 16 0,2 0 480 15,5 0 112-15,3 0 0 0,2 3 16 0,9 4-80 16,9 6 0-16,21 10-16 0,20 13 0 0,-3-1-80 16,-2-4-16-16,3-10 0 0,4-7 0 0,15-5-208 15,16-2 0-15,-7-7 0 0,-8-8 0 0,15 2-160 32,14 1-80-32,12-9-16 0,11-8 0 0,-12-3-1328 15,-13-2-272-15,14-1-48 0,11 0-14496 0</inkml:trace>
  <inkml:trace contextRef="#ctx0" brushRef="#br0" timeOffset="19033.71">2441 13617 14335 0,'9'-4'0'0,"-2"1"0"0,0-1 0 0,2 0 912 0,0 1 192 0,-4 1 48 0,0 1 0 0,-3 0-1024 0,3 0-128 0,5-2-192 0,3 0 64 0,3-3 736 31,4 2 160-31,-2 1 16 0,-1 1 16 0,-1 0-992 0,-2 2-192 0,-1 1-32 0,-2 0-16 0,2 1 304 16,0 2 128-16,-1-1-128 0,-2 2 128 0,1-1 528 15,1 1 192-15,-1-1 48 0,0 0 0 0,0-1 304 16,-1 1 64-16,3-1 16 0,2 1 0 0,6-1-368 15,4 1-64-15,3 1-16 0,5 0 0 0,3 1-288 16,5 0-64-16,0-1-16 0,-2 1 0 0,-5-1-208 16,-6 1-128-16,-2-1 128 0,-2 0-128 0,-3 0 0 15,-1-1 0-15,4 0 0 0,9 0 0 0,8 1 0 16,7 3 0-16,2-1 0 0,-1 0 0 0,-3 2 320 16,-6-2 0-16,-6-1 0 0,-4-1 0 0,0 1-64 15,6-1-32-15,10-2 0 0,7 0 0 0,3 0 256 16,3 2 48-16,-11-1 16 0,-8 0 0 0,-6 0-384 15,-4 0-160-15,3 1 128 0,6-1-128 0,8 0 240 16,5-2-48-16,3-1 0 0,7-2 0 0,-9-1-192 16,-8-2-256-16,-3-1 48 0,-5-1 16 0,15-3 192 15,14-2 0-15,2 0 0 0,4-3 160 0,-13 1-160 16,-11-1 0-16,0-3 0 0,1 0 0 0,16-1 0 16,9 3 128-16,-1 3-128 0,-9 4 128 0,-13 0 160 15,-7-1 32-15,7-2 0 0,14 2 0 0,2 4 0 0,7 3 0 16,-16 0 0-16,-10 5 0 0,-7-4-320 0,-5-3 0 0,11 1 0 0,13 1 0 15,2 1 0-15,3 4 0 0,-10 0 0 0,-11 3 0 16,-6-5 0-16,-3-4 0 0,9-3 0 0,7 0 0 0,10 1 0 16,7 1 0-16,-9-1 0 0,-10 2-144 0,-9-2 144 15,-7-3 0-15,2-2 128 0,6 0-128 0,8-2 128 16,10 1-128-16,-4-1 128 0,-2 1-128 0,-11-1 384 16,-10-3 0-16,-4-1 0 0,-5 1 0 0,0-3-112 15,-2-2-16-15,6-3 0 0,4-2 0 0,0-1-256 16,-1 1 160-16,2-1-160 0,-2 2 128 0,-3 2-128 15,-4 2 0-15,-6 4 0 0,-1 3 0 0,-5 1 0 16,-2 1 0-16,-4 1 0 0,-2-1 0 0,-3-1 0 16,-2-3 0-16,-1 0 0 0,-4 0-176 0,-4 0 176 15,-1 1 176-15,-4-3-48 0,-4-1 0 0,-3-3-128 16,-5-3-176-16,-2-1 48 0,-3-1 0 0,-1 0-64 16,1 1 0-16,3 2 0 0,5 4 0 0,2 1 192 15,3 4 0-15,-1-1 0 0,1 0 0 0,-4 1 0 16,-4 2 0-16,-7-2 0 0,-5 0 0 0,-4 2 0 15,-2 1 0-15,2-1 128 0,-1-1-128 0,10 0 0 16,5-2 0-16,1 1 0 0,1-2 0 0,-7 1 176 16,-11 2-48-16,-7-2 0 0,-9 0 0 0,2 0 64 15,3 0 0-15,9 3 0 0,10 2 0 0,-5 0-192 16,-6 2 0-16,-17 1 0 0,-11 3-176 0,2 4 176 16,11 3-128-16,8 2 128 0,7 0-128 0,-19 1 128 15,-13 3 0-15,-1 4 0 0,5 3 0 0,6 1 0 16,10 3-128-16,-18 0 128 0,-20 0-128 0,12-2 128 0,14-1 0 0,-3-1 128 0,-3 1-128 0,-13-2 0 15,-9 1 0-15,20-3 0 0,21 2-128 0,-18-3 128 16,-21-1 0-16,9 5 0 0,12 5 0 0,6-3 0 16,4-1 0-16,-17 3 0 0,-12 6 0 0,17 0 0 15,22 1 176-15,-6-3-48 0,-5-2 0 0,-10-2-128 16,-6-2 0-16,12-3 0 0,20-1-176 0,-3-2 176 16,-8 1 176-16,-12-2-48 0,-11 0 0 0,16-2-128 15,15 2 0-15,5-3 0 0,-2 0 0 0,-15 0 0 16,-11 0 128-16,7 0-128 0,9 3 128 0,10-3-128 15,11-3 0-15,-11-2 0 0,-11-1 0 0,-4 2 0 16,0 2 0-16,9-1 0 0,18 1-176 0,5-1 544 31,0-2 96-31,-4-3 32 0,-10-2 0 0,-7 2-800 0,-4 2-144 0,4 3-48 0,9 0 0 0,11 0 496 16,7-1 0-16,1-1-128 0,-2-1 128 0,-9-1 0 16,-9 0 0-16,-2 2 144 0,-4 4-144 0,4 2 144 15,8 0-144-15,8 2 128 0,6 0-128 0,5-2 192 16,-1 2-64-16,-2-3 0 0,-2 2 0 0,-6 1-128 15,-5 0-272-15,1 2 64 0,4-1 16 0,1 2 48 16,4-2 16-16,5 2 0 0,6-1 0 0,2-1 0 16,4 0 0-16,3-1 0 0,2-1 0 0,3 1 128 15,2-2-128-15,-1 1 128 0,2 0-128 0,1 2 128 16,-1 1 0-16,4-1 0 0,1 0 128 0,1 0-128 16,2 0-160-16,2 0 160 0,2 0-208 0,5 0 368 15,2-1 80-15,6 0 16 0,6 1 0 0,11 6-64 16,16 4 0-16,-2 3 0 0,2 2 0 0,-6-2-64 0,-9-1 0 0,1-2-128 0,0-1 192 0,22-4-192 15,20 1 176-15,-5-5-176 16,-5-4 160-16,-8-2-160 0,-8 0 128 0,20-4-128 0,22-3 128 0,-8-2 64 16,-13 0 0-16,5-2 0 0,10 3 0 0,2-3-192 15,-1-1 0-15,-4 1 0 0,-10 2 0 0,14-2 0 32,17-3 0-32,-21 3 0 0,-22 1 0 0,18 2-1248 15,23 1-288-15,-17 0-48 0,-14 0-14928 0</inkml:trace>
  <inkml:trace contextRef="#ctx0" brushRef="#br0" timeOffset="72366.89">10864 13719 28351 0,'25'19'0'0,"-4"-9"0"0,4 0 0 0,8-2 0 0,0-3 224 0,-10-3-64 0,-8-3-16 0,-2-1 128 16,4 0 32-16,19-3 0 0,15-3 0 0,11-4-304 15,1 1-144-15,3 0 16 0,0 4 0 0,1 2-48 16,-4 2 0-16,-8 1 0 0,-7 2 0 0,-6-1 304 15,4 0 48-15,9-1 16 0,14 2 0 0,2 0 0 0,0 2 0 16,-12-1 0-16,-12 0 0 0,6-1-192 0,10-2 0 0,10 1 144 0,12 0-144 0,-11 0 0 16,-16-1 0-16,3-3-192 0,3-4 64 0,14-2 128 15,14 1-128-15,-18-1 128 0,-16 2-128 0,3-5 128 16,3-3 0-16,15 0 0 0,7 5 128 0,-13 2-128 16,-15 1 0-16,-3-4 0 0,-2-2 0 0,16 0 272 15,14 0-16-15,-12-1 0 0,-13-1 0 0,-10-3-256 16,-8 1 0-16,6-2 0 0,10-2 0 0,0-4 0 15,6-3-176-15,-12-1 176 0,-12 1-208 0,-7 3 208 16,-6 5 0-16,-8 4 0 0,-3 2 0 0,-2 2-208 16,-1 3 0-16,-4 2 0 0,-2 1 0 0,-5 3 368 15,-1 0 80-15,-5 1 16 0,1-2 0 0,-6 1-256 16,-1-1 176-16,-4-3-176 0,-2-2 160 0,-2 2-32 16,-5 0 0-16,-11 2 0 0,-7 0 0 0,-9 0 368 15,-10-4 64-15,0-1 16 0,7-3 0 0,6-4-112 16,4-2-16-16,-6-4 0 0,-9-1 0 0,-13-2-256 15,-8-2-48-15,10 3-16 0,15 3 0 0,-5 1-128 16,-6 2 0-16,-14 4 0 0,-11 6 0 0,16 2 0 16,15 4 0-16,-8-3 0 0,-12-2 0 0,-9 2 384 15,-9 3 64-15,11-1 0 0,9-2 0 0,-18 2-208 16,-23 3-48-16,21 0 0 0,21 1 0 0,-21 0-192 16,-26 0 144-16,22 4-144 0,23 1 128 0,-18 1-128 15,-23-1 0-15,21 2 0 0,18 4-176 0,-12-5 176 16,-10-3 0-16,5 3 0 0,12 3 0 0,-3-3 0 15,-4-2 0-15,-3 5 0 0,-6 3 0 0,18 0 0 0,13-4-128 0,-17 1 128 0,-15 0-128 16,17 4 608-16,24 2 128 0,-3-2 32 0,-3-5 0 0,-7 2-112 16,-5 4-16-16,16-2 0 0,20 0 0 0,6-3 0 15,4-1 0-15,-1-2 0 0,-2 1 0 0,0-2-256 16,3 1-48-16,7 0-16 0,9 0 0 0,4 2 64 16,10 3 0-16,5 6 0 0,8 5 0 0,10 9-256 15,7 4-160-15,14 2 32 0,11 3 0 0,1 4 128 31,4 7 0-31,5 23 0 0,8 25 0 0,31-4-848 16,31-7-144-16,-8-4-32 0,-12-2 0 0,17 9-1024 16,20 9-192-16,12-28-64 0,10-24 0 0,2-6-1088 15,4-1-208-15,3-9-48 0,3-6-6016 0</inkml:trace>
  <inkml:trace contextRef="#ctx0" brushRef="#br0" timeOffset="95334.28">12097 11926 18623 0,'0'-3'0'0,"0"2"0"0,-2-1 0 0,-1 0 608 16,0 1 128-16,-1 0 32 0,2 1 0 0,1-1-1232 0,-4 1-240 0,0-1-64 0,-5 1 0 0,-4-1 624 15,-3 0 144-15,-1 1 0 0,-4 1 0 0,-1 1-240 16,-5 0-16-16,-3 0 0 0,1 4 0 0,-1-2 704 16,1 2 144-16,-1 0 32 0,3 0 0 0,5 1 80 15,2-1 0-15,1-1 16 0,8 0 0 0,-4-1 96 16,4-2 16-16,-2-1 0 0,0 0 0 0,-2-1-160 15,-4 0-32-15,0 0 0 0,-3-1 0 0,3 0-80 16,2 0-32-16,-5 0 0 0,-2 0 0 0,-7-2-64 16,-3 2-16-16,0 0 0 0,1 1 0 0,4 0-304 15,5 0-144-15,4-1 128 0,1 1-128 0,-1-3 128 16,0 0-128-16,-6-2 128 0,1 0-128 0,-7-1 0 16,-7 2 0-16,2 1 0 0,-1 1 0 0,-1 1 128 15,2 0-128-15,6 2 128 0,3 1-128 0,6-1 192 0,2 0-32 0,-4-2-16 16,-1-2 0-16,-6 1-144 0,-5 1 0 15,-7 1 0-15,-6 2 0 0,2 1 0 0,-1 2 240 0,7 2-16 0,8 0 0 0,4-1 80 16,3-2 16-16,-4-2 0 0,-2 0 0 0,-7-2-320 16,-6 3 0-16,-3-1 0 0,-1 1 0 0,3-1 320 15,6 1 0-15,6-1 0 0,13 0 0 0,-2-3-64 16,-2-1 0-16,-2-1 0 0,-4-2 0 0,-1 2 112 16,-6-1 16-16,0 2 0 0,2 1 0 0,4 1 0 15,4-1 0-15,4 2 0 0,5 0 0 0,3 0-160 16,1 2-32-16,3 0 0 0,3 1 0 0,1-1 0 15,-2 1 0-15,1 1 0 0,1 0 0 0,-2 3-192 16,3 0 0-16,-3 4 0 0,2 0 0 0,0 4 0 16,0 1 144-16,3 2-144 0,-2 2 128 0,1-2-128 15,0 0-176-15,2-3 48 0,2 0 0 0,0-3 128 16,1-3-128-16,2-1 128 0,2 1-128 0,4-1 128 16,1 2 0-16,0-2 0 0,1 2 0 0,0 1 0 15,0-1 0-15,4 1 0 0,-2 1 0 0,1 1 0 16,-1 2 0-16,3 0 0 0,2 4 0 0,-2 3 0 15,-3 4 0-15,3 5 0 0,-1 3 0 0,6 3 0 16,3-2 0-16,6-4 128 0,3-3-128 0,4-5 0 16,2-2-128-16,4-3 0 0,-2 0 0 0,0 2-64 15,-5 1 0-15,-1 3 0 0,-5 0 0 0,-4 2 192 16,3 2 0-16,2 0 0 0,10-2 0 0,7-1 0 16,12-1 0-16,0-5 0 0,-1-4 0 0,-6-2 0 15,-10-3 0-15,-4 0 0 0,-3-2 0 0,10 1 0 16,13-1 0-16,8-2 0 0,7 2 0 0,-11-3 0 0,-9 2 0 0,-7 0 128 0,-6-1-128 15,11-3 224-15,17-2-32 0,2 2 0 0,5 0 0 0,-13 1-192 16,-10 1-256-16,-4-2 48 0,-2-3 16 0,14 0 192 16,15 3 0-16,-1-1 0 0,-6 3 160 0,-11 0-160 15,-11 3 0-15,7-5 0 0,6-4 0 0,12 1 0 16,11 3 0-16,-11 1 0 0,-16 2 0 0,-4-3 0 16,-1-2 0-16,13-2 0 0,16 0 0 0,-3 4 0 15,-3 1 128-15,-14-2-128 0,-13-2 128 0,5-4-128 16,9 0 0-16,11 0 0 0,6 0 0 0,-8 3 0 15,-11 1 0-15,-8-4 0 0,-5-3 0 0,11-1 0 16,12 1-176-16,3 2 48 0,-1 2 0 0,-14 1 128 16,-11-1 0-16,-5-3 0 0,1-4 0 0,11 0 0 15,14 1 0-15,-1 1 0 0,-1 0 0 0,-12 0 0 16,-11-1 0-16,-6-2 128 0,-5 2-128 0,7-6 0 16,6-1 0-16,2-1 0 0,5 0 0 0,-2-1 176 15,-2-5-48-15,-9-4 0 0,-4-2 0 0,-11-2-128 16,-2 2 128-16,-5-1-128 0,-3 1 128 0,0 2-128 15,0 4 128-15,-2 2-128 0,0 3 128 0,-3 1-128 16,0 0-176-16,-3-1 48 0,-2 1 0 0,0-3 128 16,-2 0 144-16,-3-1-16 0,0-2-128 0,-3-6 128 15,2-6-128-15,-3-5 0 0,-2-2 0 0,1 3 0 16,-3 1 0-16,1 6 0 0,-4 6-144 0,-2 2 144 16,-1 4 0-16,-8-2 128 0,-5 1-128 0,-4-1 0 15,-7-1 0-15,-1-3 0 0,-2-6 0 0,6 0 0 16,9 2-128-16,-1-3 0 0,4 2 0 0,-6 1 128 15,-3 2 176-15,-17 4-48 0,-9 4 0 0,-4 7-128 0,-2 6 0 0,13 0 0 0,11 1 0 16,-3-3 0-16,-6-2 0 0,-14 1 0 0,-11 2 0 0,7 1 0 16,9 1 0-16,7 0 0 0,2-3 0 0,-12 1 0 15,-7 3 0-15,-3-1 0 0,1 1 0 0,3 0 0 16,-3 1 0-16,-12 2 0 0,-17 0 0 0,17-1 0 16,17-1 0-16,-11 3 0 0,-9 2 0 0,-6 2 384 15,1 4 64-15,8-1 0 0,14 0 0 0,-19 5-448 16,-19 3 0-16,21 1 0 0,24 2 0 0,-15-3-448 31,-16 0 48-31,10 5 0 0,11 4-17024 0</inkml:trace>
  <inkml:trace contextRef="#ctx0" brushRef="#br0" timeOffset="186300.4">18045 11336 21183 0,'12'8'0'0,"-6"-3"0"0,1-1 0 0,4 0 816 0,-2 0 160 0,0-2 48 0,-4 0 0 0,0-1-768 15,2 0-128-15,6 1-128 0,8 2 144 0,4-1-144 16,7 0 0-16,1-1 0 0,-1-1 0 0,-2-1-208 16,0 1-32-16,-5-2 0 0,0 0 0 0,-4 0 240 15,0 0 0-15,-3 1 0 0,0-1 0 0,-3 0-304 0,3 1-160 0,0 1-48 0,2-1 0 0,2 1 768 16,9 1 160-16,2 0 32 0,3 1 0 0,2-1-192 16,5 0-48-16,-4 0 0 0,-2-1 0 0,-6 2 176 15,-3-2 48-15,-5-1 0 0,2 0 0 0,4-1-96 16,5-1-16-16,8 0 0 0,9 1 0 0,2-3-32 15,5-3-16-15,-9-1 0 0,-5-1 0 0,-9 1 80 16,0-2 16-16,6 0 0 0,10 0 0 0,10-5-240 16,10-1-128-16,-10-1 160 0,-7 0-160 0,-14-1 192 15,-4 3-48-15,1-3-16 0,5 0 0 0,11-1-128 16,11 2 0-16,-4 1 0 0,-3 3 0 0,-13 3 0 16,-9 3 0-16,-5-3 0 0,-2 2 128 0,6-4-128 15,9 1-224-15,2 0 48 0,7 4 16 0,-2 0 160 16,-2 2 0-16,-10-3 0 0,-6 2 0 0,-5-3 0 15,-4-2 256-15,0 0-64 0,0-1-16 0,2 1 224 16,1 0 48-16,-1 1 16 0,1 1 0 0,-4-2-464 16,-1-1 0-16,-6-2-208 0,-2 1 64 0,-4-1 144 15,-4 1-128-15,-1-1 128 0,-7-2-128 0,0-3 128 16,-4-1-128-16,-6-2 128 0,1 1-128 0,-7 0 128 16,1 1 0-16,-2 2 128 0,-4 4-128 0,1 0-192 15,-1 4-96-15,-1 0-32 0,4 2 0 0,-1 0 320 16,-1-2 0-16,0 0 0 0,-2-4 0 0,-6 3 176 15,-8-1-176-15,-9 1 192 0,-7 0-192 0,-4 1 0 16,3 1-224-16,8-2 16 0,12 2 0 0,-2 0-160 16,-5 3-16-16,-9-1-16 0,-14-2 0 0,0-1 688 15,1 0 144-15,10-2 16 0,13 1 16 0,-2-3-736 0,1 2-160 0,-10-3-16 0,-12-1-16 0,-1 1 688 16,1 1 144-16,14 1 16 0,13 1 16 0,-1-2-400 16,-1 0 0-16,-11-1 0 0,-11 4 0 0,-3 1 0 15,-1 5 0-15,12 3 0 0,14 1 0 0,1-1-176 16,1-3 176-16,-11 1-128 0,-9-1 128 0,-6 4 0 15,1 0 0-15,7 3 0 0,16 2 128 0,4-1 80 16,3-2 32-16,-6-1 0 0,-6-1 0 0,-9 4 112 16,-4 1 32-16,-1 4 0 0,6 3 0 0,9 1-384 15,12 2 0-15,2-1 0 0,-2 1-192 0,-5 1 448 16,-9 2 64-16,-3 2 32 0,-2 3 0 0,1 2-224 16,4 2-128-16,8-2 128 0,10-1-128 0,2 0 128 15,5-3-128-15,-4 1 128 0,-3-2-128 0,-7 2 224 16,-8-1-32-16,2 3 0 0,0 2 0 0,6 9-192 15,3 6 0-15,7 5 0 0,8 2 0 0,6-6 0 16,4-5 0-16,7-9 0 0,2-5 0 0,5-2 192 16,4 2 0-16,10-4 0 0,7-2 0 0,18 2 0 15,12 2 0-15,3 6 0 0,2 8 0 0,-1 7 320 16,1 6 48-16,28-1 16 0,27 0 0 0,-8-11-576 31,-16-7 0-31,22-9 0 0,24-2 0 0,-20-6-512 16,-19-4 0-16,16-6 0 0,21-1-14848 0</inkml:trace>
  <inkml:trace contextRef="#ctx0" brushRef="#br0" timeOffset="202400.72">19747 12274 18623 0,'7'3'0'0,"-1"-2"0"0,1-1 0 0,1 0 0 0,0 0 0 0,-1-1 0 0,-2 0 0 0,0 0 0 15,3 0 0-15,4-1 0 0,11-2 0 0,7-1-304 16,4-1-48-16,1 0-16 0,-1 1 0 0,-1-1 368 16,-1-1 0-16,-4 1 0 0,-1-1 0 0,-4 1 0 15,-2-1 128-15,-2 2-128 0,1 1 192 0,1-1-192 16,4-2 0-16,5 2 0 0,6-1 0 0,6 0 224 16,4-2 16-16,-2 1 0 0,2 1 0 0,-7 0 528 15,-7-1 128-15,-4 2 0 0,-3 1 16 0,-1 0-208 16,1 1-64-16,3 2 0 0,10 1 0 0,5 0-384 15,8 1-96-15,0-1-16 0,-2 2 0 0,-8-1-16 16,-4 0-128-16,-6-2 192 0,-3 1-64 16,9 0-704-16,7-1-160 0,9-1-32 0,9-1 0 0,-4 0 768 0,-1-1 368 0,-11 1-48 0,-7 1 0 0,-5 1-320 15,3 1 0-15,7 0 0 0,10 0 0 0,4 0 384 16,-2 2 16-16,-5 1 0 0,-8-1 0 0,-10 2 128 16,-2 2 32-16,-1 0 0 0,0 0 0 0,9 1-48 15,10 1 0-15,4-2 0 0,0-1 0 0,-4-1-512 16,-4 1 0-16,-8-4-160 0,-5 1 160 0,1-1 0 15,3 0 0-15,10-1 144 0,7 0-16 0,3-2-128 16,3 1 0-16,-11-1 0 0,-10-2 0 0,-5 1 0 16,-7 0 0-16,2 1 0 0,-1 1 0 0,4-1 0 15,5-1 0-15,1 0 0 0,4-1 0 0,-2-2 0 16,-1 1 0-16,-5-1 0 0,-5-1 0 0,-5-2 0 16,-6 1 0-16,-2-2 0 0,-1 1 0 0,1-2 0 15,0-2 0-15,0-1 0 0,0 0-128 0,1-1 128 16,4 0 0-16,-2-1 0 0,5-1 0 0,-1 2-144 15,-1 0-48-15,0 1-16 0,1 2 0 0,-3-2 208 16,0 3 0-16,-1-1 0 0,-2 2 0 0,-2 0-192 16,-3-2 0-16,-3 0 0 0,0-1 0 0,-3-1 192 15,-3 1 0-15,0-1 0 0,-1 1 160 0,-1-2-160 16,-1 1 0-16,-3-3 144 0,1 0-144 0,-3-3 384 16,1 1 0-16,-4-3 0 0,0 1 0 0,-3 0-144 15,-4 1-32-15,0 1 0 0,-3 3 0 0,-1-1-208 16,-1 2 0-16,-2 3 0 0,-2 1 0 0,0 2 144 15,1 0-16-15,1 0 0 0,1 2 0 0,1-1 0 0,4-2-128 0,-1 1 192 16,-2-2-64-16,-1 1 320 16,-2-2 48-16,-4 2 16 0,-6 1 0 0,-6 0-704 0,-5 2-144 0,-4-1-32 0,0 0 0 0,6-1 560 15,6 0 96-15,3-1 32 0,2 2 0 0,0-1-320 16,-2 0 0-16,-10 0 0 0,-8 0-144 0,-8 0 144 16,-1-1 0-16,9-2 0 0,8 2 0 0,4-2 0 15,6 2-128-15,-5-3 128 0,-3 1-128 0,-15-1-64 16,-7 1 0-16,1 1 0 0,5 2 0 0,11 0 192 15,10 3-128-15,0-2 128 0,0-3-128 0,-15 1 128 16,-12 1 176-16,-3 2-48 0,0 3 0 0,13 2 64 16,12 0 0-16,1-3 0 0,-1-2 0 0,-13 0-192 15,-14 1 0-15,-1 2 0 0,0 3 0 0,13-1 0 16,12 0 0-16,-3-3 0 0,-2 0 0 0,-6 0 0 16,-9 2 0-16,-1 0 0 0,2 1-176 0,5-2 176 15,9 1 256-15,-6-2-64 0,-5 1-16 0,-10 0-176 16,-9 1 0-16,16-2 0 0,12 2 0 0,5 0 0 15,-2 2 0-15,-11-1 0 0,-11 0 0 0,-1 0-224 16,0 0 80-16,16 0 16 0,14 1 0 0,-5 0 128 16,-3 1 176-16,-11-1-48 0,-9 1 0 0,5-1-128 15,6-1 0-15,12 2 0 0,9 0 0 0,-7 2 0 16,-7 1 128-16,-8-1-128 0,-4 1 128 0,1-1-128 16,7-1 128-16,9 1-128 0,12 0 128 0,-3 0-320 15,-1 2-80-15,-11 1-16 0,-9-1 0 0,-3 0 672 16,0 0 128-16,13 2 16 0,11 2 16 0,2-2 0 15,1 0 0-15,-6 0 0 16,-8 0 0-16,-9 0-816 0,-3 1-176 0,4 4-16 0,7 0-16 0,9 3 288 16,7 1 48-16,2 0 16 0,-2 0 0 0,-10 3 128 0,-8 4 0 0,-4 4 0 0,-2 3 0 0,11-1 0 15,6 0 0-15,7-4 128 0,7-2-128 0,5-3 224 16,1-4-32-16,3 0 0 0,-3-2 0 0,2 0 64 16,-3-1 0-16,1-2 0 0,2-1 0 0,2 0 0 15,1 0 0-15,3 0 0 0,4 1 0 0,0 0-256 16,4 2 144-16,4 1-144 0,2 4 128 0,2 4-128 15,3 4 0-15,4 4 0 0,3 2 0 0,3 2 0 16,1 0 0-16,3-3 0 0,1-4-176 0,-1-3 176 16,-1-3 0-16,0-1 0 0,0 1 0 0,1-1-288 15,2-1-32-15,5-2 0 0,0-2 0 0,15 1 112 16,8-1 16-16,10 2 0 0,3 4 0 0,-5 2 48 16,-9 2 16-16,-2-2 0 0,-1-2 0 0,16 0 304 15,19 2 64-15,-4-4 16 0,-4 1 0 0,-10-3-112 16,-6 0-16-16,17-2 0 0,18-1 0 0,-4-3 112 15,-13-2 16-15,0 1 0 0,-1-1 0 0,16-1-256 16,16 0 0-16,-18-2 0 0,-15-1 0 0,19-1 0 16,27-1 144-16,-18-2-144 0,-21-1 128 0,21-1-128 15,23-1 0-15,-18 1 0 0,-22 0 0 0,13-1 0 32,21-1 0-32,-19 0 0 0,-19 3 0 0,0 2-864 15,1 0-208-15,2 3-32 0,2-2-13136 0</inkml:trace>
  <inkml:trace contextRef="#ctx0" brushRef="#br0" timeOffset="-203295.86">18812 12012 18623 0,'0'0'0'0,"-2"0"0"0,2 1 0 0,-4-1 0 0,3 0 0 0,-1 0 0 0,0 0 0 0,-1 0 352 16,-1 0 80-16,-2 0 16 0,-4-1 0 0,-4 0-448 15,-2 0 0-15,-3-1 0 0,-1 1 0 0,1-1 208 16,-1 0 112-16,5-1 32 0,-2 0 0 0,1-1-592 16,1 0-112-16,0 0-32 0,3-1 0 0,0 1 528 15,1-2 112-15,0 2 0 0,1 0 16 0,1 1-112 16,2 1-32-16,-2 0 0 0,2 1 0 0,-2-1 464 16,2 2 96-16,2-1 16 0,-3 2 0 0,0-1-160 15,-2 1-32-15,0-1 0 0,0 1 0 0,-1 0-48 16,2 0-16-16,-2 0 0 0,-1 1 0 0,-2 0-96 15,-3 1-32-15,-4-2 0 0,-2 1 0 0,-1 0-320 0,-2 2 0 0,0-3 0 0,1 1 0 0,-1 0 0 16,0-1 0-16,1 0 0 0,2-1 0 0,4 0 0 16,3 1 0-16,0-1 0 0,4 0 128 0,-3 0-128 15,-1 0 0-15,1-1 0 0,0 0 0 0,-3-1 0 16,0 1 0-16,-5 1 0 0,-2 0 0 0,-3 1 128 16,-3 2 0-16,1-1 0 0,2 1 0 0,0 1 48 15,3 2 16-15,-1 3 0 0,1 0 0 0,4 2 256 16,1 0 48-16,4 2 16 0,-1 0 0 0,4 3-240 15,-2-1-32-15,0 3-16 0,-3 1 0 0,-5-2-224 16,-2-2-208-16,-1-2 32 0,-2-2 16 0,-3 0 432 16,1-1 96-16,2 0 16 0,3-2 0 0,2 0-208 15,2 2-48-15,3-2 0 0,4 0 0 0,0 1-128 16,5 1 128-16,3-3-128 0,1 0 128 0,2 0 256 31,1 2 32-31,2 0 16 0,0-2 0 0,2 2-848 0,1 1-160 0,3 1-48 0,-1 2 0 0,0 3 624 16,2 2 192-16,4 3 0 0,1 4 0 0,3 2-192 15,3 5 0-15,0-2 0 0,5 0-176 0,-1-4 176 16,4-3 0-16,3-3 0 0,0-3 0 0,0-2 176 16,-1 0 64-16,-1 0 16 0,-1-1 0 0,-3-1-128 15,2-1-128-15,0 0 176 0,4-4-176 0,9 0 192 16,10 2-192-16,11-1 192 0,4 3-192 0,-4 1 0 16,-8 3 0-16,-7-2-192 0,-4-1 48 0,8-1 144 15,13 0 0-15,8 0 128 0,7 3-128 0,-13 0 0 16,-9 0 0-16,-5 0 0 0,-3 1-128 0,14-3 128 15,18 0 0-15,-2-4 0 0,-6 0 0 0,-11-1 0 16,-11-1 176-16,10-1-48 0,14 2 0 0,7-3-128 0,2-2 0 0,-17-1 0 0,-13 1-176 0,4 1 176 31,9 3 0-31,10-2 128 0,7-1-128 0,-15 0 0 0,-12 0-128 0,-6 0 0 0,0-1 0 0,16-1-112 16,12 0-16-16,-4-1 0 0,-8 1 0 0,-9-1 256 16,-9 0 0-16,7-2 0 0,11 0 0 0,4 0 0 15,6 3 0-15,-13-1 0 0,-10 1 0 0,-5-1 0 16,2-1 0-16,11 0 0 0,9 0 160 0,3 0-160 15,-2 1 0-15,-12-3 0 0,-12-1-176 0,6 3 176 16,3 3-128-16,9 0 128 0,10-2-128 0,-9-1 128 16,-11 1 0-16,-9 1 128 0,-5-1-128 0,4-1 0 15,6 0 0-15,6 0 0 0,3 2 0 0,-2-1 0 16,-7 1 0-16,-11-1 0 0,-5 2-128 0,-3-4 128 16,-1-2 224-16,7 0-48 0,6-1-16 0,8 0-160 15,5 1-224-15,-4-2 48 0,-3 0 16 0,-10-4 160 16,-3 1 176-16,-6-2-48 0,1-2 0 0,9 1-128 15,6-1 0-15,6-3 0 0,4-2 0 0,-3-5 0 16,-4-4 0-16,-10 0 0 0,-10 1 0 0,-2 1 0 16,-3 1 128-16,0 1-128 0,2 0 128 0,3 2-128 15,5 1 0-15,0 4 0 0,-1 2 0 0,-4 2 288 16,-1 1 32-16,-8 1 0 0,-1 0 0 0,-5-1-160 16,-5 0-32-16,-5-3 0 0,1 1 0 0,-4-2 0 15,-2-1 0-15,-3 0 0 0,-2-2 0 0,-2-3-128 16,-5-2 0-16,-2-3 0 0,-4-1 0 0,1 1 0 15,2 4-272-15,-6-2 64 0,-4 0 16 0,-4-1 0 32,-2 4 0-32,2 2 0 0,4 3 0 0,4 3-240 0,-1-1-32 0,0 1-16 0,0 0 0 0,-7-1 480 0,-4-1 0 0,-8 1 128 0,-3 3-128 0,-5-1 0 15,0 0 0-15,5 0 0 0,9-2 0 0,1 1 0 16,6 2 0-16,-7 1 0 0,-6-1-192 0,-10 1 192 16,-8-1 208-16,-3-2-32 0,6 2-16 0,9-1-160 15,8 1 0-15,-2-1 0 0,-2 1 0 0,-14 0 128 16,-12-2 0-16,2 2 0 0,7 1 0 0,9 1-128 15,8-1-176-15,-4-3 48 0,-9-1 0 0,-10-1 128 16,-6 4 0-16,9 3 0 0,13 3 0 0,8-2 0 16,4-3 0-16,-14 1 0 0,-9 0 0 0,-6 0 0 15,-2 5 0-15,15 1 0 0,12 0 0 0,1-2 320 16,2-1 80-16,-12-1 32 0,-11 1 0 0,-1 2-432 16,-2 2 0-16,12 0 128 0,14 2-128 0,0-4 0 15,1-3 128-15,-14 1-128 0,-9 1 128 0,-4 2 112 16,0 1 16-16,12 1 0 0,12 0 0 0,-1-1-256 15,-2-1 0-15,-12-1 0 0,-13 2 0 0,0 0 0 16,4 2 0-16,12 1 0 0,9-1 0 0,-8 1 0 16,-14-1-160-16,-6 1 32 0,-7 3 0 0,14 1 128 15,14 1 176-15,-6-1-48 0,-7 0 0 0,-11 1-128 16,-16 4 0-16,16 4 0 0,17 0-176 0,-7-2 176 31,-9-1 0-31,-10 3 0 0,-2 4 0 0,13 3-704 16,19 0-96-16,-11-1-32 0,-11-3 0 0,-3-1-1120 15,-1-1-224-15,16-1-64 0,17 0 0 0,-12-10-3168 0,-17-8-640 0,6-2-128 0,11 1-32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E27134-0A30-1D4B-91E5-153BEB90E6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F86B1-42DF-8443-9A07-7FA55F9B85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180E7FA-ECFE-9841-B071-BC61D3920946}" type="datetimeFigureOut">
              <a:rPr lang="en-US"/>
              <a:pPr>
                <a:defRPr/>
              </a:pPr>
              <a:t>2025-02-18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0B4D37F-EBCB-524D-8971-24B175E64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6C7ED0-D9E9-C34A-85C9-5CF763B22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3B85E-C7A6-5948-A879-DD698D336F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063F3-49F1-724F-972A-FAEEE64C9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7F07782-725B-0843-A6FC-B6FB34ECFE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security.techtarget.com/feature/The-security-risk-management-lifecycle-framework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ecurityintelligence.com/simplifying-risk-management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nd.org/when_security_gets_in_the_way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35192898-580A-974E-BBFC-A12F810C07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4172409D-D884-2A43-836B-5D1629EA1B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1723C6A6-CCE4-CA46-9DF7-DB2F6BA6A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DC9D723-A6A7-9049-B39D-4A2A828CA7CD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it like on the frontier?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B83CF-9B36-4BE6-8CDA-0A895E597E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67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we can do is “manage” risk, we can’t get rid of it all. “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accept, ignore, mitigate or transfer risk, but you can't prevent it.” - </a:t>
            </a:r>
            <a:r>
              <a:rPr lang="en-US" dirty="0">
                <a:hlinkClick r:id="rId3"/>
              </a:rPr>
              <a:t>https://searchsecurity.techtarget.com/feature/The-security-risk-management-lifecycle-framework</a:t>
            </a:r>
            <a:endParaRPr lang="en-US" dirty="0"/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dirty="0">
                <a:hlinkClick r:id="rId4"/>
              </a:rPr>
              <a:t>https://securityintelligence.com/simplifying-risk-management/</a:t>
            </a:r>
            <a:r>
              <a:rPr lang="en-US" dirty="0"/>
              <a:t> for an explanation of terms and slide</a:t>
            </a:r>
          </a:p>
          <a:p>
            <a:endParaRPr lang="en-US" dirty="0"/>
          </a:p>
          <a:p>
            <a:r>
              <a:rPr lang="en-US" dirty="0"/>
              <a:t>What are some examples of “threats or threat actors”? What are some examples of “vulnerabilities” (human and technical)? What are some examples of consequences?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07782-725B-0843-A6FC-B6FB34ECFE3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856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1A46EE7F-BCFD-4762-ADD1-BD400FDCC2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57715D91-348D-4423-96E4-BD560F8D4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72084C3A-878E-4A22-851F-42F1AE5DA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F52B735-921A-4077-AE65-EEFB6A9034F5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nothing to do with the U.S. Central Intelligence Agency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07782-725B-0843-A6FC-B6FB34ECFE3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059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7E6ACFBC-FA49-9C4C-9FFD-9D910009C9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88467FBF-81DC-0649-9405-D06E30B300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See the referenced paper for a complete description of this model. It provides a way of categorizing and systematically thinking through different types of information assurance and security problems. We’ll walk through each of these main dimensions to make sure we understand them.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--------------------------------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Notes from prior semesters: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Simple examples: (1) your transaction with Newegg, (2) carrying data on a usb drive, (3) the courier who took sets of backup tapes from U of U to a disposal facility—but went home overnight instead. (tapes contained 100,000+ SSNs etc.). Aluminum cases containing tapes looked like gun cases! Stolen overnight. Outcome: spent millions notifying all those whose info was compromised. They did recover the tapes a couple weeks later. Future mitigation: encrypt the backup data. 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Example of Fedex service to move 10 exabytes of Data SF to NY overnight (alternative 1 Gbs line) 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Example of an information attack: Apple engineer leaves a prototype iPhone 4 in a bar prior to release.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Information: Confidential data about the iPhone 4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State? Transmission/storage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Services?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Countermeasures? 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BE5C31B9-A841-594D-A855-292F98FAE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D66A14C-03C8-4B4C-9C4A-CC387E1744E1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3ED27424-F1CD-4B49-A384-0884E7038E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659D4919-4833-4B4D-857D-8E57BA4BFE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Note: Information may be in more than one state, as when a file is sent across the web: a copy of it is on the original server, while another copy of it is “in transit”</a:t>
            </a: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E22F750B-4590-9D4C-9534-A3C42C522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4FDA812-27E1-1F44-B4BB-52073CA84712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:a16="http://schemas.microsoft.com/office/drawing/2014/main" id="{D940F858-8505-1A43-9E1B-6B9CD8294B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Notes Placeholder 2">
            <a:extLst>
              <a:ext uri="{FF2B5EF4-FFF2-40B4-BE49-F238E27FC236}">
                <a16:creationId xmlns:a16="http://schemas.microsoft.com/office/drawing/2014/main" id="{0EC01D07-AC59-484A-B96C-FEAA726EC7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50F68377-6522-BE43-A505-26C9F790D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C59CD7A-08E2-D04E-B0F2-581F82599B53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>
                <a:hlinkClick r:id="rId3"/>
              </a:rPr>
              <a:t>https://jnd.org/when_security_gets_in_the_way/</a:t>
            </a:r>
            <a:r>
              <a:rPr lang="en-US" dirty="0"/>
              <a:t> for a full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07782-725B-0843-A6FC-B6FB34ECFE3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42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factors on each dimension are involved?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07782-725B-0843-A6FC-B6FB34ECFE3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899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7E6ACFBC-FA49-9C4C-9FFD-9D910009C9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88467FBF-81DC-0649-9405-D06E30B300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See the referenced paper for a complete description of this model. It provides a way of categorizing and systematically thinking through different types of information assurance and security problems. We’ll walk through each of these main dimensions to make sure we understand them.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--------------------------------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Notes from prior semesters: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Simple examples: (1) your transaction with Newegg, (2) carrying data on a </a:t>
            </a:r>
            <a:r>
              <a:rPr lang="en-US" altLang="en-US" dirty="0" err="1"/>
              <a:t>usb</a:t>
            </a:r>
            <a:r>
              <a:rPr lang="en-US" altLang="en-US" dirty="0"/>
              <a:t> drive, (3) the courier who took sets of backup tapes from U of U to a disposal facility—but went home overnight instead. (tapes contained 100,000+ SSNs etc.). Aluminum cases containing tapes looked like gun cases! Stolen overnight. Outcome: spent millions notifying all those whose info was compromised. They did recover the tapes a couple weeks later. Future mitigation: encrypt the backup data. 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Example of </a:t>
            </a:r>
            <a:r>
              <a:rPr lang="en-US" altLang="en-US" dirty="0" err="1"/>
              <a:t>Fedex</a:t>
            </a:r>
            <a:r>
              <a:rPr lang="en-US" altLang="en-US" dirty="0"/>
              <a:t> service to move 10 exabytes of Data SF to NY overnight (alternative 1 </a:t>
            </a:r>
            <a:r>
              <a:rPr lang="en-US" altLang="en-US" dirty="0" err="1"/>
              <a:t>Gbs</a:t>
            </a:r>
            <a:r>
              <a:rPr lang="en-US" altLang="en-US" dirty="0"/>
              <a:t> line) 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Example of an information attack: Apple engineer leaves a prototype iPhone 4 in a bar prior to release.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Information: Confidential data about the iPhone 4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State? Transmission/storage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Services?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Countermeasures? 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BE5C31B9-A841-594D-A855-292F98FAE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D66A14C-03C8-4B4C-9C4A-CC387E1744E1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77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ED7A06C-D9BA-BA41-89F4-AD4C1B5765B3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4B156BB7-7C80-754E-8153-1B8CA3AE5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7EF9CABB-1A12-BE4E-910A-05B11C1D4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5930FF8D-2C7B-FF46-9E8C-8C45D3860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59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4A3A0D3-FBE9-B641-9373-9120FA80BB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254BC5C-0797-E94A-AA23-ECFEBE083B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AB21DB72-8A6D-B543-924E-A6863E838E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BFD55E6-D8AB-9948-972C-E3BB5E3C2E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519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B798BD-AAD6-784B-956E-0282C699E8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526705D-6C4D-C549-8AD1-EE8D27C7B8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50CA08E-3765-C642-A410-0E8F4571C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4298A2-70D4-CC4D-AE5D-E9A14EC44F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59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9392D0C-EB76-E648-B67E-A2871E01EB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104699A-1483-014A-B3A1-CC8C11F966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20CEA20-480B-664E-9E1D-BA2F647796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4B94A54-FB14-4F4E-B866-9D0AAB2A4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47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74B68E8-B628-B44D-9B77-76229E0095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16ECEEB-9838-4444-AC66-68B388098F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E8C85B6-2BBA-9345-A4FB-8874CFB551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D27BEB-223A-6E40-B4A5-DB98BB3A29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80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81F975F-7B83-7D4A-A91D-D7E3D28BF3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91E449D7-12FC-6B44-84BF-23A55531F8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DC419001-E956-0B41-BE2D-AA83092632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BBDDFA-11DC-4A4E-985F-2BB0B022A8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81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316DF01-E9E1-074B-BAC0-2F78E08F09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588A664-171D-7241-A350-96C89D4A1D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854BAF4-2E92-214B-9139-A61F73886D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9BF91E-F8DA-BC4F-A8A0-D5D890F97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487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64A599A-76C5-9741-8401-229ABE5E4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DD9BC82-5E5A-D44D-B7FC-E5FCE98943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37162C6-4492-504C-9DB5-289D8BFC2F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ADF7BDD-1CF8-6C4B-925E-71003330B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63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47522E9-2860-F943-965C-BBDFEA8664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A9DC8CE-DFAF-8E4B-B66D-8300D57C24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33EE01B-EE0A-DA45-A30E-54896FA852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540F47-A3D8-3247-AFDF-289255AF4E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190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4153B31-53A5-D343-B36E-9735A70FD1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2789552-2AE2-E741-B921-EEA570A51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C30E6B1-7FA5-164D-BF9C-EBFAB93CD6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D9D8A07-6E8E-EB42-9830-6D0990A63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20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B612D20-13FF-A54B-969C-C98D0C18D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4F60770-EAF8-E34E-9790-F35BA51948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1911D1E-23A7-1647-92C6-555DE95807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F1454A-3CFB-1A45-BBA9-484FF4CC1D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590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B2D7D76-09C6-164D-8E01-3EFEF67291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D6BB755-C3FF-FD4B-AB02-C0F0144377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1345ED4-5E5B-F347-8326-EE43D98AC6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CC26B4-B782-3C4A-BFB2-015D18A751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43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EB075C8-2D49-1640-9510-9D403BDAA2EB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DCC7CEEB-A935-954A-AED6-A98DBCB83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209B06C1-FB34-3F47-A2D7-75F7E2785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210B4D09-3E5B-B241-A8FE-256220A75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861569EF-97EA-594F-966B-A69FF33072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2864A252-34F0-0C42-AFF7-F36EBDD92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6568" name="Rectangle 8">
            <a:extLst>
              <a:ext uri="{FF2B5EF4-FFF2-40B4-BE49-F238E27FC236}">
                <a16:creationId xmlns:a16="http://schemas.microsoft.com/office/drawing/2014/main" id="{5836B469-AE58-9748-8EB8-1083555C7E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9" name="Rectangle 9">
            <a:extLst>
              <a:ext uri="{FF2B5EF4-FFF2-40B4-BE49-F238E27FC236}">
                <a16:creationId xmlns:a16="http://schemas.microsoft.com/office/drawing/2014/main" id="{9723D337-77DB-4149-99F4-0B098346F1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70" name="Rectangle 10">
            <a:extLst>
              <a:ext uri="{FF2B5EF4-FFF2-40B4-BE49-F238E27FC236}">
                <a16:creationId xmlns:a16="http://schemas.microsoft.com/office/drawing/2014/main" id="{E28F2604-1890-E045-A862-2F6EF2B702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5DF25B8-C751-FD41-98A5-497DEE47A2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yber-edge.com/cdr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nss.gov/Assets/pdf/cnssi_4009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9B55DF3-2D9F-3644-8F20-0266BDE386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95400" y="3124200"/>
            <a:ext cx="7239000" cy="1444625"/>
          </a:xfrm>
        </p:spPr>
        <p:txBody>
          <a:bodyPr/>
          <a:lstStyle/>
          <a:p>
            <a:pPr eaLnBrk="1" hangingPunct="1"/>
            <a:r>
              <a:rPr lang="en-US" altLang="en-US" dirty="0"/>
              <a:t>Information Assurance and Security: Overview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3200" dirty="0"/>
              <a:t>IT210A - S16 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5531A2-81A7-4614-8D63-83348CE1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19400"/>
            <a:ext cx="7772400" cy="1362075"/>
          </a:xfrm>
        </p:spPr>
        <p:txBody>
          <a:bodyPr/>
          <a:lstStyle/>
          <a:p>
            <a:r>
              <a:rPr lang="en-US" cap="none" dirty="0"/>
              <a:t>Cybersecurity Threats</a:t>
            </a:r>
          </a:p>
        </p:txBody>
      </p:sp>
    </p:spTree>
    <p:extLst>
      <p:ext uri="{BB962C8B-B14F-4D97-AF65-F5344CB8AC3E}">
        <p14:creationId xmlns:p14="http://schemas.microsoft.com/office/powerpoint/2010/main" val="352979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49A4D60-9D03-C2F2-C351-EB73CCAD5F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7" b="14445"/>
          <a:stretch/>
        </p:blipFill>
        <p:spPr bwMode="auto">
          <a:xfrm>
            <a:off x="-1" y="609600"/>
            <a:ext cx="9152269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F1D441C-71ED-169B-456D-DAC00BC0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8025" cy="609600"/>
          </a:xfrm>
        </p:spPr>
        <p:txBody>
          <a:bodyPr>
            <a:noAutofit/>
          </a:bodyPr>
          <a:lstStyle/>
          <a:p>
            <a:r>
              <a:rPr lang="en-US" sz="2400" dirty="0"/>
              <a:t>2024 Cyberthreat Defense Report </a:t>
            </a:r>
            <a:r>
              <a:rPr lang="en-US" sz="2400" i="1" dirty="0" err="1"/>
              <a:t>CyberEdge</a:t>
            </a:r>
            <a:r>
              <a:rPr lang="en-US" sz="2400" i="1" dirty="0"/>
              <a:t> Group</a:t>
            </a:r>
            <a:br>
              <a:rPr lang="en-US" sz="2400" i="1" dirty="0"/>
            </a:br>
            <a:r>
              <a:rPr lang="en-US" sz="1200" dirty="0">
                <a:hlinkClick r:id="rId4"/>
              </a:rPr>
              <a:t>https://cyber-edge.com/cdr/</a:t>
            </a:r>
            <a:r>
              <a:rPr lang="en-US" sz="1200" dirty="0"/>
              <a:t> 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08172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3E7ED5B-A0FF-93D6-579B-74E552AF1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43" r="67382" b="57834"/>
          <a:stretch/>
        </p:blipFill>
        <p:spPr bwMode="auto">
          <a:xfrm>
            <a:off x="228600" y="838200"/>
            <a:ext cx="4953908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C47F80-6EA0-C6B0-392C-61716E7C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77" t="10457" r="34004" b="73689"/>
          <a:stretch/>
        </p:blipFill>
        <p:spPr bwMode="auto">
          <a:xfrm>
            <a:off x="239268" y="4102278"/>
            <a:ext cx="4943239" cy="218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327D16-22F7-9359-9EA8-A85A209885B6}"/>
              </a:ext>
            </a:extLst>
          </p:cNvPr>
          <p:cNvSpPr/>
          <p:nvPr/>
        </p:nvSpPr>
        <p:spPr>
          <a:xfrm>
            <a:off x="5486400" y="1543050"/>
            <a:ext cx="3421756" cy="462915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From the 2024 report: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64% of organizations were victimized by a successful ransomware attack.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49% of victimized organizations paid the ransom.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The average ransom paid was $568,705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This is down from 73% of organizations victimized and 60% paying the ransom in 2023.</a:t>
            </a:r>
          </a:p>
        </p:txBody>
      </p:sp>
    </p:spTree>
    <p:extLst>
      <p:ext uri="{BB962C8B-B14F-4D97-AF65-F5344CB8AC3E}">
        <p14:creationId xmlns:p14="http://schemas.microsoft.com/office/powerpoint/2010/main" val="25233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A152AA-AA76-BB93-19C9-C5882A9A142F}"/>
              </a:ext>
            </a:extLst>
          </p:cNvPr>
          <p:cNvSpPr txBox="1"/>
          <p:nvPr/>
        </p:nvSpPr>
        <p:spPr>
          <a:xfrm>
            <a:off x="5867400" y="774142"/>
            <a:ext cx="2895600" cy="1569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Elsewhere, the report says that 73% of organizations experienced a successful ransomware attack and 60% of them paid a ransom.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E0AC345-72C7-34BA-4E3A-99268DEC8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4" r="66667" b="57778"/>
          <a:stretch/>
        </p:blipFill>
        <p:spPr bwMode="auto">
          <a:xfrm>
            <a:off x="3498056" y="4038600"/>
            <a:ext cx="5500688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C46AE11-2269-1693-DCB5-AFEDB5DE9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t="48889" r="33333" b="32222"/>
          <a:stretch/>
        </p:blipFill>
        <p:spPr bwMode="auto">
          <a:xfrm>
            <a:off x="152399" y="292861"/>
            <a:ext cx="5496129" cy="283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24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ata on a white background&#10;&#10;Description automatically generated">
            <a:extLst>
              <a:ext uri="{FF2B5EF4-FFF2-40B4-BE49-F238E27FC236}">
                <a16:creationId xmlns:a16="http://schemas.microsoft.com/office/drawing/2014/main" id="{842158D2-E199-AEB1-4BB5-8F324EADA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4037"/>
            <a:ext cx="8305799" cy="637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4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6553F8-608E-4642-9C94-1D90A80789AD}"/>
              </a:ext>
            </a:extLst>
          </p:cNvPr>
          <p:cNvSpPr txBox="1"/>
          <p:nvPr/>
        </p:nvSpPr>
        <p:spPr>
          <a:xfrm>
            <a:off x="28442" y="3187881"/>
            <a:ext cx="9028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Risk = threat </a:t>
            </a:r>
            <a:r>
              <a:rPr lang="en-US" dirty="0"/>
              <a:t>x</a:t>
            </a:r>
            <a:r>
              <a:rPr lang="en-US" sz="3200" dirty="0"/>
              <a:t> vulnerability </a:t>
            </a:r>
            <a:r>
              <a:rPr lang="en-US" dirty="0"/>
              <a:t>x</a:t>
            </a:r>
            <a:r>
              <a:rPr lang="en-US" sz="3200" dirty="0"/>
              <a:t> consequence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3537D2B1-C24A-B044-90BD-DFE09558CD36}"/>
              </a:ext>
            </a:extLst>
          </p:cNvPr>
          <p:cNvSpPr/>
          <p:nvPr/>
        </p:nvSpPr>
        <p:spPr bwMode="auto">
          <a:xfrm rot="5400000">
            <a:off x="3371850" y="692330"/>
            <a:ext cx="609600" cy="4229100"/>
          </a:xfrm>
          <a:prstGeom prst="leftBrace">
            <a:avLst/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C524E-2094-B241-BF42-E74E37B0471F}"/>
              </a:ext>
            </a:extLst>
          </p:cNvPr>
          <p:cNvSpPr txBox="1"/>
          <p:nvPr/>
        </p:nvSpPr>
        <p:spPr>
          <a:xfrm>
            <a:off x="1546254" y="1872496"/>
            <a:ext cx="5913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Probability of successful attack (i.e., exploit)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6838E-5EE4-C04C-83DC-1135FD6DD714}"/>
              </a:ext>
            </a:extLst>
          </p:cNvPr>
          <p:cNvSpPr txBox="1"/>
          <p:nvPr/>
        </p:nvSpPr>
        <p:spPr>
          <a:xfrm>
            <a:off x="1208660" y="4463296"/>
            <a:ext cx="194873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”threat actor”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Skill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Motive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Opportunity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Resources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EE790-1B4C-9D40-8AB8-189B3F2A264F}"/>
              </a:ext>
            </a:extLst>
          </p:cNvPr>
          <p:cNvSpPr txBox="1"/>
          <p:nvPr/>
        </p:nvSpPr>
        <p:spPr>
          <a:xfrm>
            <a:off x="3589910" y="4463296"/>
            <a:ext cx="294260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”weaknesses”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Ease of discovery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Ease of exploitation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Awareness (known?)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Ease of detection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Human &amp; Technical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F68C1-343A-B542-AD9B-058584659008}"/>
              </a:ext>
            </a:extLst>
          </p:cNvPr>
          <p:cNvSpPr txBox="1"/>
          <p:nvPr/>
        </p:nvSpPr>
        <p:spPr>
          <a:xfrm>
            <a:off x="6618860" y="4463295"/>
            <a:ext cx="244894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”impact”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Technical impact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Business impact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Societal impact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0A7BC8-A55C-3D42-AA20-35263EB4087C}"/>
              </a:ext>
            </a:extLst>
          </p:cNvPr>
          <p:cNvCxnSpPr/>
          <p:nvPr/>
        </p:nvCxnSpPr>
        <p:spPr bwMode="auto">
          <a:xfrm>
            <a:off x="2183029" y="3772656"/>
            <a:ext cx="0" cy="690639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CCCE1B-4835-034D-BDBB-417B96DDB15C}"/>
              </a:ext>
            </a:extLst>
          </p:cNvPr>
          <p:cNvCxnSpPr/>
          <p:nvPr/>
        </p:nvCxnSpPr>
        <p:spPr bwMode="auto">
          <a:xfrm>
            <a:off x="4564981" y="3772655"/>
            <a:ext cx="0" cy="690639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1CAF21-4618-EC41-ACCD-BF302713D10D}"/>
              </a:ext>
            </a:extLst>
          </p:cNvPr>
          <p:cNvCxnSpPr/>
          <p:nvPr/>
        </p:nvCxnSpPr>
        <p:spPr bwMode="auto">
          <a:xfrm>
            <a:off x="7593229" y="3772655"/>
            <a:ext cx="0" cy="690639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A25E9E-F807-2045-A815-D49D4431DCB3}"/>
              </a:ext>
            </a:extLst>
          </p:cNvPr>
          <p:cNvSpPr txBox="1"/>
          <p:nvPr/>
        </p:nvSpPr>
        <p:spPr>
          <a:xfrm>
            <a:off x="990600" y="304800"/>
            <a:ext cx="7540847" cy="5847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3200" ker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 sz="3600">
                <a:solidFill>
                  <a:schemeClr val="tx2"/>
                </a:solidFill>
                <a:latin typeface="Arial" charset="0"/>
              </a:defRPr>
            </a:lvl2pPr>
            <a:lvl3pPr>
              <a:defRPr sz="3600">
                <a:solidFill>
                  <a:schemeClr val="tx2"/>
                </a:solidFill>
                <a:latin typeface="Arial" charset="0"/>
              </a:defRPr>
            </a:lvl3pPr>
            <a:lvl4pPr>
              <a:defRPr sz="3600">
                <a:solidFill>
                  <a:schemeClr val="tx2"/>
                </a:solidFill>
                <a:latin typeface="Arial" charset="0"/>
              </a:defRPr>
            </a:lvl4pPr>
            <a:lvl5pPr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Goal: Manage Risk</a:t>
            </a:r>
          </a:p>
        </p:txBody>
      </p:sp>
    </p:spTree>
    <p:extLst>
      <p:ext uri="{BB962C8B-B14F-4D97-AF65-F5344CB8AC3E}">
        <p14:creationId xmlns:p14="http://schemas.microsoft.com/office/powerpoint/2010/main" val="241973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BEC742D-498A-4B32-B014-E65CE135C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Most Common Web App Vulnerabilities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DFEA4992-EF33-1E44-C243-9BFACDBA026D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2300"/>
          <a:ext cx="60960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590304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OWASP Top 10 Vulnerabilities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24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A01:2021-Broken Access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9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A02:2021-Cryptographic Failures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5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A03:2021-Injection (XSS and SQL Injection)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35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A04:2021-Insecure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A05:2021-Security Misconfiguration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69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A06:2021-Vulnerable and Outdated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0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A07:2021-Identification and Authentication Failures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0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A08:2021-Software and Data Integrity Failures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1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A09:2021-Security Logging and Monitoring Failures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9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A10:2021-Server-Side Request Forgery (SSRF)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568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68FADE-6C5F-C9DC-5F25-40C89AFCF540}"/>
              </a:ext>
            </a:extLst>
          </p:cNvPr>
          <p:cNvSpPr txBox="1"/>
          <p:nvPr/>
        </p:nvSpPr>
        <p:spPr>
          <a:xfrm>
            <a:off x="304800" y="6444734"/>
            <a:ext cx="363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https://owasp.org/Top10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0B4F4-AB8A-96EF-CE83-928F731749F1}"/>
              </a:ext>
            </a:extLst>
          </p:cNvPr>
          <p:cNvSpPr txBox="1"/>
          <p:nvPr/>
        </p:nvSpPr>
        <p:spPr>
          <a:xfrm>
            <a:off x="4038600" y="6537067"/>
            <a:ext cx="4929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(OWASP Reports top 10 every four years. Next due in 2025.)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BDC0-F4E2-624B-B685-E246F35E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is hard to “tack on” after the fact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E752-4FA2-4C44-9CEF-1D1F103B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013" y="1827213"/>
            <a:ext cx="7313612" cy="1601787"/>
          </a:xfrm>
        </p:spPr>
        <p:txBody>
          <a:bodyPr/>
          <a:lstStyle/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SMTP – Email</a:t>
            </a:r>
          </a:p>
          <a:p>
            <a:pPr lvl="1"/>
            <a:r>
              <a:rPr lang="en-US" dirty="0"/>
              <a:t>DNS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F5AF4F-B507-4F60-A2EC-2271E44C1D79}"/>
              </a:ext>
            </a:extLst>
          </p:cNvPr>
          <p:cNvSpPr txBox="1">
            <a:spLocks/>
          </p:cNvSpPr>
          <p:nvPr/>
        </p:nvSpPr>
        <p:spPr bwMode="auto">
          <a:xfrm>
            <a:off x="1370013" y="3505200"/>
            <a:ext cx="73136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But it can be done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6E2282-1F69-4834-82B4-2784480CDAB6}"/>
              </a:ext>
            </a:extLst>
          </p:cNvPr>
          <p:cNvSpPr txBox="1">
            <a:spLocks/>
          </p:cNvSpPr>
          <p:nvPr/>
        </p:nvSpPr>
        <p:spPr bwMode="auto">
          <a:xfrm>
            <a:off x="1370013" y="4344318"/>
            <a:ext cx="7313612" cy="2132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Examples: </a:t>
            </a:r>
          </a:p>
          <a:p>
            <a:pPr lvl="1"/>
            <a:r>
              <a:rPr lang="en-US" kern="0" dirty="0"/>
              <a:t>HTTP ➔ HTTPS</a:t>
            </a:r>
          </a:p>
          <a:p>
            <a:pPr lvl="1"/>
            <a:r>
              <a:rPr lang="en-US" kern="0" dirty="0"/>
              <a:t>Telnet ➔ SSH</a:t>
            </a:r>
          </a:p>
          <a:p>
            <a:pPr lvl="1"/>
            <a:r>
              <a:rPr lang="en-US" kern="0" dirty="0" err="1"/>
              <a:t>DNSSec</a:t>
            </a:r>
            <a:r>
              <a:rPr lang="en-US" kern="0" dirty="0"/>
              <a:t>: DNS Security Extensions</a:t>
            </a:r>
          </a:p>
          <a:p>
            <a:pPr marL="0" indent="0">
              <a:buFont typeface="Wingdings" pitchFamily="2" charset="2"/>
              <a:buNone/>
            </a:pPr>
            <a:endParaRPr lang="en-US" kern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0CA2CF-E79B-4CF6-99F9-6DA92B647B2C}"/>
              </a:ext>
            </a:extLst>
          </p:cNvPr>
          <p:cNvSpPr/>
          <p:nvPr/>
        </p:nvSpPr>
        <p:spPr bwMode="auto">
          <a:xfrm>
            <a:off x="8801100" y="6556375"/>
            <a:ext cx="266700" cy="266700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09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5531A2-81A7-4614-8D63-83348CE1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19400"/>
            <a:ext cx="7772400" cy="1362075"/>
          </a:xfrm>
        </p:spPr>
        <p:txBody>
          <a:bodyPr/>
          <a:lstStyle/>
          <a:p>
            <a:r>
              <a:rPr lang="en-US" cap="none" dirty="0"/>
              <a:t>Information Assurance</a:t>
            </a:r>
          </a:p>
        </p:txBody>
      </p:sp>
    </p:spTree>
    <p:extLst>
      <p:ext uri="{BB962C8B-B14F-4D97-AF65-F5344CB8AC3E}">
        <p14:creationId xmlns:p14="http://schemas.microsoft.com/office/powerpoint/2010/main" val="3927898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7744CF90-0E39-C746-A135-BD1BC6FB6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Information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BEB0-CC8F-2245-9958-4F5FD003F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2400" dirty="0"/>
              <a:t>“Measures that protect and defend information and information systems by ensuring their </a:t>
            </a:r>
            <a:r>
              <a:rPr lang="en-US" sz="2400" dirty="0">
                <a:solidFill>
                  <a:srgbClr val="C00000"/>
                </a:solidFill>
              </a:rPr>
              <a:t>availability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integrity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authentication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confidentiality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non-repudiation</a:t>
            </a:r>
            <a:r>
              <a:rPr lang="en-US" sz="2400" dirty="0"/>
              <a:t>. These measures include providing for restoration of information systems by incorporating protection, detection, and reaction capabilities.”</a:t>
            </a:r>
          </a:p>
          <a:p>
            <a:pPr>
              <a:defRPr/>
            </a:pPr>
            <a:endParaRPr lang="en-US" sz="24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u="sng" dirty="0">
                <a:hlinkClick r:id="rId2"/>
              </a:rPr>
              <a:t>National Information Assurance (IA) Glossary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D4F8-BADB-570A-F78D-B0D00BB6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CIA Triad</a:t>
            </a:r>
          </a:p>
        </p:txBody>
      </p:sp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FA5F2D37-D526-A1DF-1AD5-774851DC68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740726"/>
            <a:ext cx="5029200" cy="455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67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F28DA4-3F9D-50C8-4E36-97E64EAE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6200"/>
            <a:ext cx="3505200" cy="765175"/>
          </a:xfrm>
        </p:spPr>
        <p:txBody>
          <a:bodyPr/>
          <a:lstStyle/>
          <a:p>
            <a:r>
              <a:rPr lang="en-US" dirty="0"/>
              <a:t>CIAAN Pentad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4F6F473-6FED-F286-9345-BB6582698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3975" y="300037"/>
            <a:ext cx="649605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68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ee the source image">
            <a:extLst>
              <a:ext uri="{FF2B5EF4-FFF2-40B4-BE49-F238E27FC236}">
                <a16:creationId xmlns:a16="http://schemas.microsoft.com/office/drawing/2014/main" id="{F29C9A7C-78FF-4790-B499-04A18DE5D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3581400" y="1161017"/>
            <a:ext cx="404812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7" name="Rectangle 2">
            <a:extLst>
              <a:ext uri="{FF2B5EF4-FFF2-40B4-BE49-F238E27FC236}">
                <a16:creationId xmlns:a16="http://schemas.microsoft.com/office/drawing/2014/main" id="{76DC4D8D-E4C8-6544-81CB-C90371F4E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Maconachy, Schou, Ragsdale </a:t>
            </a:r>
            <a:br>
              <a:rPr lang="en-US" altLang="en-US" sz="3200"/>
            </a:br>
            <a:r>
              <a:rPr lang="en-US" altLang="en-US" sz="3200"/>
              <a:t>(MSR) Cube</a:t>
            </a:r>
          </a:p>
        </p:txBody>
      </p:sp>
      <p:sp>
        <p:nvSpPr>
          <p:cNvPr id="19459" name="Text Box 5">
            <a:extLst>
              <a:ext uri="{FF2B5EF4-FFF2-40B4-BE49-F238E27FC236}">
                <a16:creationId xmlns:a16="http://schemas.microsoft.com/office/drawing/2014/main" id="{9A739F90-625D-3448-BB14-D6368880E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867400"/>
            <a:ext cx="72390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/>
              <a:t>Maconachy, Schou, Ragsdale and Welch, </a:t>
            </a:r>
            <a:r>
              <a:rPr lang="en-US" altLang="en-US" sz="1400" i="1"/>
              <a:t>A Model for Information Assurance: An Integrated Approach</a:t>
            </a:r>
            <a:r>
              <a:rPr lang="en-US" altLang="en-US" sz="1400"/>
              <a:t>, Proceedings of the 2001 IEEE Workshop on IAS, USMA, West Point, NY 5-6 June 2001.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1C596-E26B-4222-BD9E-57545B216CA8}"/>
              </a:ext>
            </a:extLst>
          </p:cNvPr>
          <p:cNvSpPr txBox="1"/>
          <p:nvPr/>
        </p:nvSpPr>
        <p:spPr>
          <a:xfrm>
            <a:off x="990600" y="3013501"/>
            <a:ext cx="2099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Information</a:t>
            </a:r>
            <a:br>
              <a:rPr lang="en-US" sz="2400" dirty="0"/>
            </a:br>
            <a:r>
              <a:rPr lang="en-US" sz="2400" dirty="0"/>
              <a:t>Assurance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5CF0F8-6A66-BCAD-4646-3DEBAE92D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861" y="301625"/>
            <a:ext cx="1502775" cy="175736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2944099-2FAC-05C6-48CD-191B565EBD14}"/>
              </a:ext>
            </a:extLst>
          </p:cNvPr>
          <p:cNvSpPr/>
          <p:nvPr/>
        </p:nvSpPr>
        <p:spPr bwMode="auto">
          <a:xfrm rot="20196969">
            <a:off x="7222359" y="363910"/>
            <a:ext cx="1295400" cy="1018430"/>
          </a:xfrm>
          <a:prstGeom prst="ellipse">
            <a:avLst/>
          </a:prstGeom>
          <a:noFill/>
          <a:ln w="571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4F53D8-8090-4603-A899-DBBE8AA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3401" y="2466401"/>
            <a:ext cx="4114800" cy="858398"/>
          </a:xfrm>
        </p:spPr>
        <p:txBody>
          <a:bodyPr/>
          <a:lstStyle/>
          <a:p>
            <a:r>
              <a:rPr lang="en-US" dirty="0"/>
              <a:t>Security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EDB5-7578-40A0-8060-187E2CF6E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8668"/>
            <a:ext cx="7543801" cy="6404532"/>
          </a:xfrm>
        </p:spPr>
        <p:txBody>
          <a:bodyPr/>
          <a:lstStyle/>
          <a:p>
            <a:r>
              <a:rPr lang="en-US" sz="2400" b="1" dirty="0"/>
              <a:t>Availability</a:t>
            </a:r>
          </a:p>
          <a:p>
            <a:pPr lvl="1"/>
            <a:r>
              <a:rPr lang="en-US" sz="2000" dirty="0"/>
              <a:t>Timely, reliable access to data and</a:t>
            </a:r>
            <a:br>
              <a:rPr lang="en-US" sz="2000" dirty="0"/>
            </a:br>
            <a:r>
              <a:rPr lang="en-US" sz="2000" dirty="0"/>
              <a:t>information services for authorized</a:t>
            </a:r>
            <a:br>
              <a:rPr lang="en-US" sz="2000" dirty="0"/>
            </a:br>
            <a:r>
              <a:rPr lang="en-US" sz="2000" dirty="0"/>
              <a:t>users.</a:t>
            </a:r>
          </a:p>
          <a:p>
            <a:r>
              <a:rPr lang="en-US" sz="2400" b="1" dirty="0"/>
              <a:t>Integrity</a:t>
            </a:r>
          </a:p>
          <a:p>
            <a:pPr lvl="1"/>
            <a:r>
              <a:rPr lang="en-US" sz="2000" dirty="0"/>
              <a:t>The assurance that data can not be created, changed, or deleted without proper authorization.</a:t>
            </a:r>
          </a:p>
          <a:p>
            <a:r>
              <a:rPr lang="en-US" sz="2400" dirty="0"/>
              <a:t>Authentication</a:t>
            </a:r>
          </a:p>
          <a:p>
            <a:pPr lvl="1"/>
            <a:r>
              <a:rPr lang="en-US" sz="2000" dirty="0"/>
              <a:t>Ensuring that those who access information are who they say they are.</a:t>
            </a:r>
          </a:p>
          <a:p>
            <a:r>
              <a:rPr lang="en-US" sz="2400" b="1" dirty="0"/>
              <a:t>Confidentiality</a:t>
            </a:r>
          </a:p>
          <a:p>
            <a:pPr lvl="1"/>
            <a:r>
              <a:rPr lang="en-US" sz="2000" dirty="0"/>
              <a:t>The assurance that information is not disclosed to unauthorized persons, processes or devices.</a:t>
            </a:r>
          </a:p>
          <a:p>
            <a:r>
              <a:rPr lang="en-US" sz="2400" dirty="0"/>
              <a:t>Non-Repudiation</a:t>
            </a:r>
          </a:p>
          <a:p>
            <a:pPr lvl="1"/>
            <a:r>
              <a:rPr lang="en-US" sz="2000" dirty="0"/>
              <a:t>The assurance that the sender of the data is provided with </a:t>
            </a:r>
            <a:r>
              <a:rPr lang="en-US" sz="2000" b="1" dirty="0"/>
              <a:t>proof of delivery</a:t>
            </a:r>
            <a:r>
              <a:rPr lang="en-US" sz="2000" dirty="0"/>
              <a:t> and the recipient is provided with proof of the </a:t>
            </a:r>
            <a:r>
              <a:rPr lang="en-US" sz="2000" b="1" dirty="0"/>
              <a:t>sender’s identity</a:t>
            </a:r>
            <a:r>
              <a:rPr lang="en-US" sz="2000" dirty="0"/>
              <a:t>, so neither can later deny having processed the data.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574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7129F95E-A021-F046-AB17-53D6317E9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Information States:</a:t>
            </a:r>
            <a:br>
              <a:rPr lang="en-US" altLang="en-US" dirty="0"/>
            </a:br>
            <a:r>
              <a:rPr lang="en-US" altLang="en-US" dirty="0"/>
              <a:t>Where is the data?	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E689B287-8284-0945-A6B1-A83010ECB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0013" y="1600200"/>
            <a:ext cx="7313612" cy="4956175"/>
          </a:xfrm>
        </p:spPr>
        <p:txBody>
          <a:bodyPr/>
          <a:lstStyle/>
          <a:p>
            <a:pPr eaLnBrk="1" hangingPunct="1"/>
            <a:r>
              <a:rPr lang="en-US" altLang="en-US" dirty="0"/>
              <a:t>Transmission (in transit)</a:t>
            </a:r>
          </a:p>
          <a:p>
            <a:pPr lvl="1" eaLnBrk="1" hangingPunct="1"/>
            <a:r>
              <a:rPr lang="en-US" altLang="en-US" dirty="0"/>
              <a:t>Time in which the data is in transit between processing/process steps.</a:t>
            </a:r>
          </a:p>
          <a:p>
            <a:pPr eaLnBrk="1" hangingPunct="1"/>
            <a:r>
              <a:rPr lang="en-US" altLang="en-US" dirty="0"/>
              <a:t>Storage (at rest)</a:t>
            </a:r>
          </a:p>
          <a:p>
            <a:pPr lvl="1" eaLnBrk="1" hangingPunct="1"/>
            <a:r>
              <a:rPr lang="en-US" altLang="en-US" dirty="0"/>
              <a:t>Time during which data is on a persistent medium such as a hard drive or tape.</a:t>
            </a:r>
          </a:p>
          <a:p>
            <a:pPr eaLnBrk="1" hangingPunct="1"/>
            <a:r>
              <a:rPr lang="en-US" altLang="en-US" dirty="0"/>
              <a:t>Processing (in process)</a:t>
            </a:r>
          </a:p>
          <a:p>
            <a:pPr lvl="1" eaLnBrk="1" hangingPunct="1"/>
            <a:r>
              <a:rPr lang="en-US" altLang="en-US" dirty="0"/>
              <a:t>Time during which the data is actually in the control of a processing step or in RAM.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C9781-5763-4745-ACB6-3F9256627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861" y="301625"/>
            <a:ext cx="1502775" cy="175736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FB69858-A766-4E73-9993-F34E8F1A09BD}"/>
              </a:ext>
            </a:extLst>
          </p:cNvPr>
          <p:cNvSpPr/>
          <p:nvPr/>
        </p:nvSpPr>
        <p:spPr bwMode="auto">
          <a:xfrm rot="2535378">
            <a:off x="6924299" y="987423"/>
            <a:ext cx="1295400" cy="914400"/>
          </a:xfrm>
          <a:prstGeom prst="ellipse">
            <a:avLst/>
          </a:prstGeom>
          <a:noFill/>
          <a:ln w="571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59BC3EE9-10F3-AC44-AC79-745EED035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162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Security Countermeasures:</a:t>
            </a:r>
            <a:br>
              <a:rPr lang="en-US" altLang="en-US" sz="3200" dirty="0"/>
            </a:br>
            <a:r>
              <a:rPr lang="en-US" altLang="en-US" sz="3200" dirty="0"/>
              <a:t>Who can enforce/check security?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0BFFDC66-8B01-FA44-B7B1-ABF978B05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0013" y="1827213"/>
            <a:ext cx="7313612" cy="4729162"/>
          </a:xfrm>
        </p:spPr>
        <p:txBody>
          <a:bodyPr/>
          <a:lstStyle/>
          <a:p>
            <a:pPr eaLnBrk="1" hangingPunct="1"/>
            <a:r>
              <a:rPr lang="en-US" altLang="en-US" dirty="0"/>
              <a:t>People</a:t>
            </a:r>
          </a:p>
          <a:p>
            <a:pPr lvl="1" eaLnBrk="1" hangingPunct="1"/>
            <a:r>
              <a:rPr lang="en-US" altLang="en-US" dirty="0"/>
              <a:t>Security and IT Staff</a:t>
            </a:r>
          </a:p>
          <a:p>
            <a:pPr lvl="1" eaLnBrk="1" hangingPunct="1"/>
            <a:r>
              <a:rPr lang="en-US" altLang="en-US" dirty="0"/>
              <a:t>Proper Training for All Staff</a:t>
            </a:r>
          </a:p>
          <a:p>
            <a:pPr lvl="1" eaLnBrk="1" hangingPunct="1"/>
            <a:r>
              <a:rPr lang="en-US" altLang="en-US" dirty="0"/>
              <a:t>Security Mindset</a:t>
            </a:r>
          </a:p>
          <a:p>
            <a:pPr eaLnBrk="1" hangingPunct="1"/>
            <a:r>
              <a:rPr lang="en-US" altLang="en-US" dirty="0"/>
              <a:t>Policy and Practice</a:t>
            </a:r>
          </a:p>
          <a:p>
            <a:pPr lvl="1" eaLnBrk="1" hangingPunct="1"/>
            <a:r>
              <a:rPr lang="en-US" altLang="en-US" dirty="0"/>
              <a:t>Reduce vulnerabilities through standard practices</a:t>
            </a:r>
          </a:p>
          <a:p>
            <a:pPr eaLnBrk="1" hangingPunct="1"/>
            <a:r>
              <a:rPr lang="en-US" altLang="en-US" dirty="0"/>
              <a:t>Technology</a:t>
            </a:r>
          </a:p>
          <a:p>
            <a:pPr lvl="1" eaLnBrk="1" hangingPunct="1"/>
            <a:r>
              <a:rPr lang="en-US" altLang="en-US" dirty="0"/>
              <a:t>Firewalls, intrusion detection, email filters, redundancy, backups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6C452-7502-48CD-B237-3D529A5AF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861" y="301625"/>
            <a:ext cx="1502775" cy="175736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2607B3B-29DC-4892-A28B-6F0F0C7FF396}"/>
              </a:ext>
            </a:extLst>
          </p:cNvPr>
          <p:cNvSpPr/>
          <p:nvPr/>
        </p:nvSpPr>
        <p:spPr bwMode="auto">
          <a:xfrm rot="19509190">
            <a:off x="7598025" y="987425"/>
            <a:ext cx="1295400" cy="914400"/>
          </a:xfrm>
          <a:prstGeom prst="ellipse">
            <a:avLst/>
          </a:prstGeom>
          <a:noFill/>
          <a:ln w="571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8C9B-1025-2E44-9C6B-10BA0747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Sidenote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F9E18-5170-9046-9957-CB3E2A5AF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is often a tension between </a:t>
            </a:r>
            <a:r>
              <a:rPr lang="en-US" b="1" dirty="0"/>
              <a:t>usability</a:t>
            </a:r>
            <a:r>
              <a:rPr lang="en-US" dirty="0"/>
              <a:t> and </a:t>
            </a:r>
            <a:r>
              <a:rPr lang="en-US" b="1" dirty="0"/>
              <a:t>security</a:t>
            </a:r>
            <a:endParaRPr lang="en-US" dirty="0"/>
          </a:p>
          <a:p>
            <a:r>
              <a:rPr lang="en-US" dirty="0"/>
              <a:t>E.g., dual authentication, captcha, password complexity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020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EBB7CEE-0115-B640-96C3-6905690F1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Diagnose an Attack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9C572119-F01C-144C-A281-0F5C5BCDA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7213"/>
            <a:ext cx="7845425" cy="4114800"/>
          </a:xfrm>
        </p:spPr>
        <p:txBody>
          <a:bodyPr/>
          <a:lstStyle/>
          <a:p>
            <a:r>
              <a:rPr lang="en-US" altLang="en-US" dirty="0"/>
              <a:t>Scenario: Attacker uses SQL injection to gain access to another person’s account from which they get personal information.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ee the source image">
            <a:extLst>
              <a:ext uri="{FF2B5EF4-FFF2-40B4-BE49-F238E27FC236}">
                <a16:creationId xmlns:a16="http://schemas.microsoft.com/office/drawing/2014/main" id="{F29C9A7C-78FF-4790-B499-04A18DE5D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3581400" y="1161017"/>
            <a:ext cx="404812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7" name="Rectangle 2">
            <a:extLst>
              <a:ext uri="{FF2B5EF4-FFF2-40B4-BE49-F238E27FC236}">
                <a16:creationId xmlns:a16="http://schemas.microsoft.com/office/drawing/2014/main" id="{76DC4D8D-E4C8-6544-81CB-C90371F4E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920" y="26624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Exercise: Use the “Cube” to diagnose and remedy the SQL Injection attack.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1C596-E26B-4222-BD9E-57545B216CA8}"/>
              </a:ext>
            </a:extLst>
          </p:cNvPr>
          <p:cNvSpPr txBox="1"/>
          <p:nvPr/>
        </p:nvSpPr>
        <p:spPr>
          <a:xfrm>
            <a:off x="990600" y="3013501"/>
            <a:ext cx="2099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Information</a:t>
            </a:r>
            <a:br>
              <a:rPr lang="en-US" sz="2400" dirty="0"/>
            </a:br>
            <a:r>
              <a:rPr lang="en-US" sz="2400" dirty="0"/>
              <a:t>Assurance</a:t>
            </a:r>
          </a:p>
        </p:txBody>
      </p:sp>
    </p:spTree>
    <p:extLst>
      <p:ext uri="{BB962C8B-B14F-4D97-AF65-F5344CB8AC3E}">
        <p14:creationId xmlns:p14="http://schemas.microsoft.com/office/powerpoint/2010/main" val="1520776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EBB7CEE-0115-B640-96C3-6905690F1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76201"/>
            <a:ext cx="7313612" cy="685800"/>
          </a:xfrm>
        </p:spPr>
        <p:txBody>
          <a:bodyPr/>
          <a:lstStyle/>
          <a:p>
            <a:r>
              <a:rPr lang="en-US" altLang="en-US" dirty="0"/>
              <a:t>Diagnose an Attack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9C572119-F01C-144C-A281-0F5C5BCDA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914401"/>
            <a:ext cx="7845425" cy="1981199"/>
          </a:xfrm>
        </p:spPr>
        <p:txBody>
          <a:bodyPr/>
          <a:lstStyle/>
          <a:p>
            <a:r>
              <a:rPr lang="en-US" altLang="en-US" dirty="0"/>
              <a:t>Scenario</a:t>
            </a:r>
            <a:r>
              <a:rPr lang="en-US" altLang="en-US"/>
              <a:t>: Attacker </a:t>
            </a:r>
            <a:r>
              <a:rPr lang="en-US" altLang="en-US" dirty="0"/>
              <a:t>uses SQL injection to gain access to another person’s account from which they get personal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12DFC-E4D6-4040-8492-0A10A68A466A}"/>
              </a:ext>
            </a:extLst>
          </p:cNvPr>
          <p:cNvSpPr txBox="1"/>
          <p:nvPr/>
        </p:nvSpPr>
        <p:spPr>
          <a:xfrm>
            <a:off x="304800" y="3200400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Services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Confidentiality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Nonrepudiation</a:t>
            </a:r>
          </a:p>
          <a:p>
            <a:endParaRPr lang="en-US" dirty="0"/>
          </a:p>
          <a:p>
            <a:r>
              <a:rPr lang="en-US" i="1" dirty="0"/>
              <a:t>Which services were compromised?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A2F64-22C1-4D5A-83C0-3A6C39D9FD0E}"/>
              </a:ext>
            </a:extLst>
          </p:cNvPr>
          <p:cNvSpPr txBox="1"/>
          <p:nvPr/>
        </p:nvSpPr>
        <p:spPr>
          <a:xfrm>
            <a:off x="3314700" y="3200400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Information States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</a:t>
            </a:r>
          </a:p>
          <a:p>
            <a:endParaRPr lang="en-US" dirty="0"/>
          </a:p>
          <a:p>
            <a:endParaRPr lang="en-US" i="1" dirty="0"/>
          </a:p>
          <a:p>
            <a:r>
              <a:rPr lang="en-US" i="1" dirty="0"/>
              <a:t>In which states were data when compromised?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8D512-7B80-4F9C-8AB2-DD1483B010D7}"/>
              </a:ext>
            </a:extLst>
          </p:cNvPr>
          <p:cNvSpPr txBox="1"/>
          <p:nvPr/>
        </p:nvSpPr>
        <p:spPr>
          <a:xfrm>
            <a:off x="6133583" y="3189767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Countermeasures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Policy &amp;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</a:t>
            </a:r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Which measures could protect against this attack?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8AC8B3-EDC6-0EB0-7848-09C527B4FBCF}"/>
                  </a:ext>
                </a:extLst>
              </p14:cNvPr>
              <p14:cNvContentPartPr/>
              <p14:nvPr/>
            </p14:nvContentPartPr>
            <p14:xfrm>
              <a:off x="190080" y="3387600"/>
              <a:ext cx="8608680" cy="135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8AC8B3-EDC6-0EB0-7848-09C527B4FB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720" y="3378240"/>
                <a:ext cx="8627400" cy="137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3950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EBB7CEE-0115-B640-96C3-6905690F1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76201"/>
            <a:ext cx="7313612" cy="685800"/>
          </a:xfrm>
        </p:spPr>
        <p:txBody>
          <a:bodyPr/>
          <a:lstStyle/>
          <a:p>
            <a:r>
              <a:rPr lang="en-US" altLang="en-US" dirty="0"/>
              <a:t>Diagnose an Attack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9C572119-F01C-144C-A281-0F5C5BCDA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914401"/>
            <a:ext cx="7845425" cy="227536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Scenario: A professor is victimized by a spear-phishing attack in which a trojan installs a key logger on their computer. The attacker uses the key logger to steal their passwords, log into the school’s data system remotely, and change grades.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12DFC-E4D6-4040-8492-0A10A68A466A}"/>
              </a:ext>
            </a:extLst>
          </p:cNvPr>
          <p:cNvSpPr txBox="1"/>
          <p:nvPr/>
        </p:nvSpPr>
        <p:spPr>
          <a:xfrm>
            <a:off x="304800" y="3463925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Services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Confidentiality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Nonrepudiation</a:t>
            </a:r>
          </a:p>
          <a:p>
            <a:endParaRPr lang="en-US" dirty="0"/>
          </a:p>
          <a:p>
            <a:r>
              <a:rPr lang="en-US" i="1" dirty="0"/>
              <a:t>Which services were compromised?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A2F64-22C1-4D5A-83C0-3A6C39D9FD0E}"/>
              </a:ext>
            </a:extLst>
          </p:cNvPr>
          <p:cNvSpPr txBox="1"/>
          <p:nvPr/>
        </p:nvSpPr>
        <p:spPr>
          <a:xfrm>
            <a:off x="3314700" y="3463925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Information States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</a:t>
            </a:r>
          </a:p>
          <a:p>
            <a:endParaRPr lang="en-US" dirty="0"/>
          </a:p>
          <a:p>
            <a:endParaRPr lang="en-US" i="1" dirty="0"/>
          </a:p>
          <a:p>
            <a:r>
              <a:rPr lang="en-US" i="1" dirty="0"/>
              <a:t>In which states were data when compromised?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8D512-7B80-4F9C-8AB2-DD1483B010D7}"/>
              </a:ext>
            </a:extLst>
          </p:cNvPr>
          <p:cNvSpPr txBox="1"/>
          <p:nvPr/>
        </p:nvSpPr>
        <p:spPr>
          <a:xfrm>
            <a:off x="6133583" y="3453292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Countermeasures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Policy &amp;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</a:t>
            </a:r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Which measures could protect against this attack?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1A9E81-DD53-485C-9C00-393F45CA171E}"/>
              </a:ext>
            </a:extLst>
          </p:cNvPr>
          <p:cNvSpPr/>
          <p:nvPr/>
        </p:nvSpPr>
        <p:spPr bwMode="auto">
          <a:xfrm>
            <a:off x="8801100" y="6515100"/>
            <a:ext cx="266700" cy="266700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FD1FBF-A084-F8B3-71BF-B4327F0D8F96}"/>
                  </a:ext>
                </a:extLst>
              </p14:cNvPr>
              <p14:cNvContentPartPr/>
              <p14:nvPr/>
            </p14:nvContentPartPr>
            <p14:xfrm>
              <a:off x="218520" y="3684600"/>
              <a:ext cx="8232480" cy="1393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FD1FBF-A084-F8B3-71BF-B4327F0D8F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160" y="3675240"/>
                <a:ext cx="8251200" cy="141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7839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92E76C05-C50E-D045-AE32-86D6E98FE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38877"/>
            <a:ext cx="7313612" cy="765175"/>
          </a:xfrm>
        </p:spPr>
        <p:txBody>
          <a:bodyPr/>
          <a:lstStyle/>
          <a:p>
            <a:pPr eaLnBrk="1" hangingPunct="1"/>
            <a:r>
              <a:rPr lang="en-US" altLang="en-US" dirty="0"/>
              <a:t>Study Questions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201CA3A-B3CF-0540-B341-CE87FED79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997825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Find a news story about a security breach. Use the “cube” to diagnose what happened and prescribe a remedy.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How do the following terms relate to one another: vulnerability, exploit, risk, threat, consequence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What are the five key security services?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2541</TotalTime>
  <Words>1472</Words>
  <Application>Microsoft Office PowerPoint</Application>
  <PresentationFormat>On-screen Show (4:3)</PresentationFormat>
  <Paragraphs>197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Verdana</vt:lpstr>
      <vt:lpstr>Wingdings</vt:lpstr>
      <vt:lpstr>Eclipse</vt:lpstr>
      <vt:lpstr>Information Assurance and Security: Overview  IT210A - S16 </vt:lpstr>
      <vt:lpstr>Cybersecurity Threats</vt:lpstr>
      <vt:lpstr>2024 Cyberthreat Defense Report CyberEdge Group https://cyber-edge.com/cdr/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Security is hard to “tack on” after the fact</vt:lpstr>
      <vt:lpstr>Information Assurance</vt:lpstr>
      <vt:lpstr>Information Assurance</vt:lpstr>
      <vt:lpstr>CIA Triad</vt:lpstr>
      <vt:lpstr>CIAAN Pentad</vt:lpstr>
      <vt:lpstr>Maconachy, Schou, Ragsdale  (MSR) Cube</vt:lpstr>
      <vt:lpstr>Security Services</vt:lpstr>
      <vt:lpstr>Information States: Where is the data? </vt:lpstr>
      <vt:lpstr>Security Countermeasures: Who can enforce/check security?</vt:lpstr>
      <vt:lpstr>Sidenote:</vt:lpstr>
      <vt:lpstr>Diagnose an Attack</vt:lpstr>
      <vt:lpstr>Exercise: Use the “Cube” to diagnose and remedy the SQL Injection attack.</vt:lpstr>
      <vt:lpstr>Diagnose an Attack</vt:lpstr>
      <vt:lpstr>Diagnose an Attack</vt:lpstr>
      <vt:lpstr>Study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Assurance and Security: Overview</dc:title>
  <dc:creator>jekstrom</dc:creator>
  <cp:lastModifiedBy>Brandt Redd</cp:lastModifiedBy>
  <cp:revision>47</cp:revision>
  <cp:lastPrinted>1601-01-01T00:00:00Z</cp:lastPrinted>
  <dcterms:created xsi:type="dcterms:W3CDTF">2004-09-22T21:01:24Z</dcterms:created>
  <dcterms:modified xsi:type="dcterms:W3CDTF">2025-02-18T15:53:45Z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