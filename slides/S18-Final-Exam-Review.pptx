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4"/>
  </p:notesMasterIdLst>
  <p:sldIdLst>
    <p:sldId id="256" r:id="rId2"/>
    <p:sldId id="276" r:id="rId3"/>
    <p:sldId id="344" r:id="rId4"/>
    <p:sldId id="345" r:id="rId5"/>
    <p:sldId id="280" r:id="rId6"/>
    <p:sldId id="275" r:id="rId7"/>
    <p:sldId id="262" r:id="rId8"/>
    <p:sldId id="339" r:id="rId9"/>
    <p:sldId id="263" r:id="rId10"/>
    <p:sldId id="268" r:id="rId11"/>
    <p:sldId id="340" r:id="rId12"/>
    <p:sldId id="343" r:id="rId13"/>
    <p:sldId id="296" r:id="rId14"/>
    <p:sldId id="307" r:id="rId15"/>
    <p:sldId id="323" r:id="rId16"/>
    <p:sldId id="283" r:id="rId17"/>
    <p:sldId id="265" r:id="rId18"/>
    <p:sldId id="273" r:id="rId19"/>
    <p:sldId id="313" r:id="rId20"/>
    <p:sldId id="341" r:id="rId21"/>
    <p:sldId id="274" r:id="rId22"/>
    <p:sldId id="289" r:id="rId23"/>
    <p:sldId id="269" r:id="rId24"/>
    <p:sldId id="342" r:id="rId25"/>
    <p:sldId id="270" r:id="rId26"/>
    <p:sldId id="260" r:id="rId27"/>
    <p:sldId id="267" r:id="rId28"/>
    <p:sldId id="317" r:id="rId29"/>
    <p:sldId id="278" r:id="rId30"/>
    <p:sldId id="315" r:id="rId31"/>
    <p:sldId id="266" r:id="rId32"/>
    <p:sldId id="272" r:id="rId3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333" autoAdjust="0"/>
    <p:restoredTop sz="86380" autoAdjust="0"/>
  </p:normalViewPr>
  <p:slideViewPr>
    <p:cSldViewPr snapToGrid="0">
      <p:cViewPr varScale="1">
        <p:scale>
          <a:sx n="88" d="100"/>
          <a:sy n="88" d="100"/>
        </p:scale>
        <p:origin x="1090" y="278"/>
      </p:cViewPr>
      <p:guideLst/>
    </p:cSldViewPr>
  </p:slideViewPr>
  <p:outlineViewPr>
    <p:cViewPr>
      <p:scale>
        <a:sx n="33" d="100"/>
        <a:sy n="33" d="100"/>
      </p:scale>
      <p:origin x="0" y="-543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andt Redd" userId="be8ed540b98adac0" providerId="LiveId" clId="{7F82A744-A1C5-4BAF-A6D8-AEB42C008325}"/>
    <pc:docChg chg="custSel addSld delSld modSld">
      <pc:chgData name="Brandt Redd" userId="be8ed540b98adac0" providerId="LiveId" clId="{7F82A744-A1C5-4BAF-A6D8-AEB42C008325}" dt="2021-02-24T15:44:54.103" v="521" actId="20577"/>
      <pc:docMkLst>
        <pc:docMk/>
      </pc:docMkLst>
      <pc:sldChg chg="modSp mod">
        <pc:chgData name="Brandt Redd" userId="be8ed540b98adac0" providerId="LiveId" clId="{7F82A744-A1C5-4BAF-A6D8-AEB42C008325}" dt="2021-02-23T00:04:41.160" v="3" actId="20577"/>
        <pc:sldMkLst>
          <pc:docMk/>
          <pc:sldMk cId="3006585308" sldId="256"/>
        </pc:sldMkLst>
      </pc:sldChg>
      <pc:sldChg chg="del">
        <pc:chgData name="Brandt Redd" userId="be8ed540b98adac0" providerId="LiveId" clId="{7F82A744-A1C5-4BAF-A6D8-AEB42C008325}" dt="2021-02-23T00:07:32.736" v="59" actId="47"/>
        <pc:sldMkLst>
          <pc:docMk/>
          <pc:sldMk cId="4129769075" sldId="257"/>
        </pc:sldMkLst>
      </pc:sldChg>
      <pc:sldChg chg="del">
        <pc:chgData name="Brandt Redd" userId="be8ed540b98adac0" providerId="LiveId" clId="{7F82A744-A1C5-4BAF-A6D8-AEB42C008325}" dt="2021-02-24T05:18:11.070" v="369" actId="2696"/>
        <pc:sldMkLst>
          <pc:docMk/>
          <pc:sldMk cId="1725874005" sldId="260"/>
        </pc:sldMkLst>
      </pc:sldChg>
      <pc:sldChg chg="add">
        <pc:chgData name="Brandt Redd" userId="be8ed540b98adac0" providerId="LiveId" clId="{7F82A744-A1C5-4BAF-A6D8-AEB42C008325}" dt="2021-02-24T05:18:19.139" v="370"/>
        <pc:sldMkLst>
          <pc:docMk/>
          <pc:sldMk cId="4191859253" sldId="260"/>
        </pc:sldMkLst>
      </pc:sldChg>
      <pc:sldChg chg="modSp mod">
        <pc:chgData name="Brandt Redd" userId="be8ed540b98adac0" providerId="LiveId" clId="{7F82A744-A1C5-4BAF-A6D8-AEB42C008325}" dt="2021-02-24T15:44:54.103" v="521" actId="20577"/>
        <pc:sldMkLst>
          <pc:docMk/>
          <pc:sldMk cId="381938960" sldId="268"/>
        </pc:sldMkLst>
      </pc:sldChg>
      <pc:sldChg chg="modSp mod">
        <pc:chgData name="Brandt Redd" userId="be8ed540b98adac0" providerId="LiveId" clId="{7F82A744-A1C5-4BAF-A6D8-AEB42C008325}" dt="2021-02-23T00:06:19.428" v="58" actId="20577"/>
        <pc:sldMkLst>
          <pc:docMk/>
          <pc:sldMk cId="3767832825" sldId="276"/>
        </pc:sldMkLst>
      </pc:sldChg>
      <pc:sldChg chg="modSp del mod">
        <pc:chgData name="Brandt Redd" userId="be8ed540b98adac0" providerId="LiveId" clId="{7F82A744-A1C5-4BAF-A6D8-AEB42C008325}" dt="2021-02-24T05:07:29.747" v="61" actId="47"/>
        <pc:sldMkLst>
          <pc:docMk/>
          <pc:sldMk cId="2521119881" sldId="292"/>
        </pc:sldMkLst>
      </pc:sldChg>
      <pc:sldChg chg="modSp add mod">
        <pc:chgData name="Brandt Redd" userId="be8ed540b98adac0" providerId="LiveId" clId="{7F82A744-A1C5-4BAF-A6D8-AEB42C008325}" dt="2021-02-24T05:09:39.245" v="245" actId="20577"/>
        <pc:sldMkLst>
          <pc:docMk/>
          <pc:sldMk cId="2854469009" sldId="293"/>
        </pc:sldMkLst>
      </pc:sldChg>
      <pc:sldChg chg="modSp new mod">
        <pc:chgData name="Brandt Redd" userId="be8ed540b98adac0" providerId="LiveId" clId="{7F82A744-A1C5-4BAF-A6D8-AEB42C008325}" dt="2021-02-24T05:10:41.200" v="368" actId="20577"/>
        <pc:sldMkLst>
          <pc:docMk/>
          <pc:sldMk cId="2005449581" sldId="294"/>
        </pc:sldMkLst>
      </pc:sldChg>
    </pc:docChg>
  </pc:docChgLst>
  <pc:docChgLst>
    <pc:chgData name="Brandt Redd" userId="be8ed540b98adac0" providerId="LiveId" clId="{E55E7837-59B6-4495-A986-D36F8CB28B7C}"/>
    <pc:docChg chg="undo custSel addSld delSld modSld">
      <pc:chgData name="Brandt Redd" userId="be8ed540b98adac0" providerId="LiveId" clId="{E55E7837-59B6-4495-A986-D36F8CB28B7C}" dt="2024-02-26T15:32:32.292" v="2678" actId="14100"/>
      <pc:docMkLst>
        <pc:docMk/>
      </pc:docMkLst>
      <pc:sldChg chg="modSp mod">
        <pc:chgData name="Brandt Redd" userId="be8ed540b98adac0" providerId="LiveId" clId="{E55E7837-59B6-4495-A986-D36F8CB28B7C}" dt="2024-02-26T14:59:17.235" v="2616" actId="20577"/>
        <pc:sldMkLst>
          <pc:docMk/>
          <pc:sldMk cId="3006585308" sldId="256"/>
        </pc:sldMkLst>
      </pc:sldChg>
      <pc:sldChg chg="modSp mod">
        <pc:chgData name="Brandt Redd" userId="be8ed540b98adac0" providerId="LiveId" clId="{E55E7837-59B6-4495-A986-D36F8CB28B7C}" dt="2024-02-26T06:08:02.927" v="2347" actId="14100"/>
        <pc:sldMkLst>
          <pc:docMk/>
          <pc:sldMk cId="4191859253" sldId="260"/>
        </pc:sldMkLst>
      </pc:sldChg>
      <pc:sldChg chg="del">
        <pc:chgData name="Brandt Redd" userId="be8ed540b98adac0" providerId="LiveId" clId="{E55E7837-59B6-4495-A986-D36F8CB28B7C}" dt="2024-02-26T05:36:33.509" v="1407" actId="47"/>
        <pc:sldMkLst>
          <pc:docMk/>
          <pc:sldMk cId="601665878" sldId="261"/>
        </pc:sldMkLst>
      </pc:sldChg>
      <pc:sldChg chg="modSp mod">
        <pc:chgData name="Brandt Redd" userId="be8ed540b98adac0" providerId="LiveId" clId="{E55E7837-59B6-4495-A986-D36F8CB28B7C}" dt="2024-02-26T05:08:26.549" v="136" actId="20577"/>
        <pc:sldMkLst>
          <pc:docMk/>
          <pc:sldMk cId="1895548155" sldId="263"/>
        </pc:sldMkLst>
      </pc:sldChg>
      <pc:sldChg chg="modSp mod">
        <pc:chgData name="Brandt Redd" userId="be8ed540b98adac0" providerId="LiveId" clId="{E55E7837-59B6-4495-A986-D36F8CB28B7C}" dt="2024-02-26T06:06:36.134" v="2220" actId="20577"/>
        <pc:sldMkLst>
          <pc:docMk/>
          <pc:sldMk cId="3809331170" sldId="266"/>
        </pc:sldMkLst>
      </pc:sldChg>
      <pc:sldChg chg="modSp mod">
        <pc:chgData name="Brandt Redd" userId="be8ed540b98adac0" providerId="LiveId" clId="{E55E7837-59B6-4495-A986-D36F8CB28B7C}" dt="2024-02-26T06:03:51.718" v="2169" actId="20577"/>
        <pc:sldMkLst>
          <pc:docMk/>
          <pc:sldMk cId="1303091595" sldId="267"/>
        </pc:sldMkLst>
      </pc:sldChg>
      <pc:sldChg chg="modSp mod">
        <pc:chgData name="Brandt Redd" userId="be8ed540b98adac0" providerId="LiveId" clId="{E55E7837-59B6-4495-A986-D36F8CB28B7C}" dt="2024-02-26T05:12:26.860" v="504" actId="114"/>
        <pc:sldMkLst>
          <pc:docMk/>
          <pc:sldMk cId="381938960" sldId="268"/>
        </pc:sldMkLst>
      </pc:sldChg>
      <pc:sldChg chg="modSp mod">
        <pc:chgData name="Brandt Redd" userId="be8ed540b98adac0" providerId="LiveId" clId="{E55E7837-59B6-4495-A986-D36F8CB28B7C}" dt="2024-02-26T06:25:07.574" v="2590" actId="14100"/>
        <pc:sldMkLst>
          <pc:docMk/>
          <pc:sldMk cId="2878700300" sldId="269"/>
        </pc:sldMkLst>
      </pc:sldChg>
      <pc:sldChg chg="modSp mod">
        <pc:chgData name="Brandt Redd" userId="be8ed540b98adac0" providerId="LiveId" clId="{E55E7837-59B6-4495-A986-D36F8CB28B7C}" dt="2024-02-26T15:32:32.292" v="2678" actId="14100"/>
        <pc:sldMkLst>
          <pc:docMk/>
          <pc:sldMk cId="793752425" sldId="273"/>
        </pc:sldMkLst>
      </pc:sldChg>
      <pc:sldChg chg="modSp mod">
        <pc:chgData name="Brandt Redd" userId="be8ed540b98adac0" providerId="LiveId" clId="{E55E7837-59B6-4495-A986-D36F8CB28B7C}" dt="2024-02-26T05:30:45.975" v="910" actId="20577"/>
        <pc:sldMkLst>
          <pc:docMk/>
          <pc:sldMk cId="3073278386" sldId="274"/>
        </pc:sldMkLst>
      </pc:sldChg>
      <pc:sldChg chg="modSp mod">
        <pc:chgData name="Brandt Redd" userId="be8ed540b98adac0" providerId="LiveId" clId="{E55E7837-59B6-4495-A986-D36F8CB28B7C}" dt="2024-02-26T15:09:47.845" v="2651" actId="20577"/>
        <pc:sldMkLst>
          <pc:docMk/>
          <pc:sldMk cId="4216777140" sldId="275"/>
        </pc:sldMkLst>
      </pc:sldChg>
      <pc:sldChg chg="modSp mod">
        <pc:chgData name="Brandt Redd" userId="be8ed540b98adac0" providerId="LiveId" clId="{E55E7837-59B6-4495-A986-D36F8CB28B7C}" dt="2024-02-26T14:53:05.866" v="2608" actId="20577"/>
        <pc:sldMkLst>
          <pc:docMk/>
          <pc:sldMk cId="3767832825" sldId="276"/>
        </pc:sldMkLst>
      </pc:sldChg>
      <pc:sldChg chg="addSp delSp modSp mod">
        <pc:chgData name="Brandt Redd" userId="be8ed540b98adac0" providerId="LiveId" clId="{E55E7837-59B6-4495-A986-D36F8CB28B7C}" dt="2024-02-26T14:58:01.128" v="2614" actId="20577"/>
        <pc:sldMkLst>
          <pc:docMk/>
          <pc:sldMk cId="1558771106" sldId="280"/>
        </pc:sldMkLst>
      </pc:sldChg>
      <pc:sldChg chg="add">
        <pc:chgData name="Brandt Redd" userId="be8ed540b98adac0" providerId="LiveId" clId="{E55E7837-59B6-4495-A986-D36F8CB28B7C}" dt="2024-02-26T05:17:16.759" v="505"/>
        <pc:sldMkLst>
          <pc:docMk/>
          <pc:sldMk cId="0" sldId="283"/>
        </pc:sldMkLst>
      </pc:sldChg>
      <pc:sldChg chg="add">
        <pc:chgData name="Brandt Redd" userId="be8ed540b98adac0" providerId="LiveId" clId="{E55E7837-59B6-4495-A986-D36F8CB28B7C}" dt="2024-02-26T06:11:11.646" v="2348"/>
        <pc:sldMkLst>
          <pc:docMk/>
          <pc:sldMk cId="0" sldId="296"/>
        </pc:sldMkLst>
      </pc:sldChg>
      <pc:sldChg chg="add">
        <pc:chgData name="Brandt Redd" userId="be8ed540b98adac0" providerId="LiveId" clId="{E55E7837-59B6-4495-A986-D36F8CB28B7C}" dt="2024-02-26T06:11:20.205" v="2349"/>
        <pc:sldMkLst>
          <pc:docMk/>
          <pc:sldMk cId="0" sldId="307"/>
        </pc:sldMkLst>
      </pc:sldChg>
      <pc:sldChg chg="modSp add mod">
        <pc:chgData name="Brandt Redd" userId="be8ed540b98adac0" providerId="LiveId" clId="{E55E7837-59B6-4495-A986-D36F8CB28B7C}" dt="2024-02-26T05:38:20.048" v="1455" actId="14100"/>
        <pc:sldMkLst>
          <pc:docMk/>
          <pc:sldMk cId="0" sldId="313"/>
        </pc:sldMkLst>
      </pc:sldChg>
      <pc:sldChg chg="add">
        <pc:chgData name="Brandt Redd" userId="be8ed540b98adac0" providerId="LiveId" clId="{E55E7837-59B6-4495-A986-D36F8CB28B7C}" dt="2024-02-26T06:12:08.592" v="2350"/>
        <pc:sldMkLst>
          <pc:docMk/>
          <pc:sldMk cId="1186239342" sldId="323"/>
        </pc:sldMkLst>
      </pc:sldChg>
      <pc:sldChg chg="add">
        <pc:chgData name="Brandt Redd" userId="be8ed540b98adac0" providerId="LiveId" clId="{E55E7837-59B6-4495-A986-D36F8CB28B7C}" dt="2024-02-26T05:17:41.356" v="506"/>
        <pc:sldMkLst>
          <pc:docMk/>
          <pc:sldMk cId="3406223804" sldId="339"/>
        </pc:sldMkLst>
      </pc:sldChg>
      <pc:sldChg chg="modSp new mod">
        <pc:chgData name="Brandt Redd" userId="be8ed540b98adac0" providerId="LiveId" clId="{E55E7837-59B6-4495-A986-D36F8CB28B7C}" dt="2024-02-26T05:28:42.276" v="870" actId="20577"/>
        <pc:sldMkLst>
          <pc:docMk/>
          <pc:sldMk cId="3909740615" sldId="340"/>
        </pc:sldMkLst>
      </pc:sldChg>
      <pc:sldChg chg="modSp new mod">
        <pc:chgData name="Brandt Redd" userId="be8ed540b98adac0" providerId="LiveId" clId="{E55E7837-59B6-4495-A986-D36F8CB28B7C}" dt="2024-02-26T05:52:03.803" v="1972" actId="20577"/>
        <pc:sldMkLst>
          <pc:docMk/>
          <pc:sldMk cId="2845791744" sldId="341"/>
        </pc:sldMkLst>
      </pc:sldChg>
      <pc:sldChg chg="add">
        <pc:chgData name="Brandt Redd" userId="be8ed540b98adac0" providerId="LiveId" clId="{E55E7837-59B6-4495-A986-D36F8CB28B7C}" dt="2024-02-26T06:01:52.943" v="1973"/>
        <pc:sldMkLst>
          <pc:docMk/>
          <pc:sldMk cId="621536684" sldId="342"/>
        </pc:sldMkLst>
      </pc:sldChg>
      <pc:sldChg chg="modSp add mod">
        <pc:chgData name="Brandt Redd" userId="be8ed540b98adac0" providerId="LiveId" clId="{E55E7837-59B6-4495-A986-D36F8CB28B7C}" dt="2024-02-26T15:26:44.453" v="2655" actId="20577"/>
        <pc:sldMkLst>
          <pc:docMk/>
          <pc:sldMk cId="510177828" sldId="343"/>
        </pc:sldMkLst>
      </pc:sldChg>
      <pc:sldChg chg="modSp new del mod">
        <pc:chgData name="Brandt Redd" userId="be8ed540b98adac0" providerId="LiveId" clId="{E55E7837-59B6-4495-A986-D36F8CB28B7C}" dt="2024-02-26T15:00:10.351" v="2645" actId="47"/>
        <pc:sldMkLst>
          <pc:docMk/>
          <pc:sldMk cId="1810987263" sldId="344"/>
        </pc:sldMkLst>
      </pc:sldChg>
    </pc:docChg>
  </pc:docChgLst>
  <pc:docChgLst>
    <pc:chgData name="Brandt Redd" userId="be8ed540b98adac0" providerId="LiveId" clId="{1AE8BB30-FD95-458E-A3DE-B327BFD6D040}"/>
    <pc:docChg chg="modSld">
      <pc:chgData name="Brandt Redd" userId="be8ed540b98adac0" providerId="LiveId" clId="{1AE8BB30-FD95-458E-A3DE-B327BFD6D040}" dt="2025-02-24T14:57:13.445" v="21" actId="20577"/>
      <pc:docMkLst>
        <pc:docMk/>
      </pc:docMkLst>
      <pc:sldChg chg="modSp mod">
        <pc:chgData name="Brandt Redd" userId="be8ed540b98adac0" providerId="LiveId" clId="{1AE8BB30-FD95-458E-A3DE-B327BFD6D040}" dt="2025-02-24T14:57:13.445" v="21" actId="20577"/>
        <pc:sldMkLst>
          <pc:docMk/>
          <pc:sldMk cId="3767832825" sldId="276"/>
        </pc:sldMkLst>
        <pc:spChg chg="mod">
          <ac:chgData name="Brandt Redd" userId="be8ed540b98adac0" providerId="LiveId" clId="{1AE8BB30-FD95-458E-A3DE-B327BFD6D040}" dt="2025-02-24T14:57:13.445" v="21" actId="20577"/>
          <ac:spMkLst>
            <pc:docMk/>
            <pc:sldMk cId="3767832825" sldId="276"/>
            <ac:spMk id="3" creationId="{AC2AE225-CDEA-4EB5-B9BC-1686C9123D1E}"/>
          </ac:spMkLst>
        </pc:spChg>
      </pc:sldChg>
    </pc:docChg>
  </pc:docChgLst>
  <pc:docChgLst>
    <pc:chgData name="Brandt Redd" userId="be8ed540b98adac0" providerId="LiveId" clId="{BAD16A08-0353-43DB-89C8-4F19D04F156D}"/>
    <pc:docChg chg="undo custSel delSld modSld">
      <pc:chgData name="Brandt Redd" userId="be8ed540b98adac0" providerId="LiveId" clId="{BAD16A08-0353-43DB-89C8-4F19D04F156D}" dt="2021-10-15T14:04:43.945" v="344" actId="478"/>
      <pc:docMkLst>
        <pc:docMk/>
      </pc:docMkLst>
      <pc:sldChg chg="addSp delSp modSp mod">
        <pc:chgData name="Brandt Redd" userId="be8ed540b98adac0" providerId="LiveId" clId="{BAD16A08-0353-43DB-89C8-4F19D04F156D}" dt="2021-10-15T13:55:44.004" v="342" actId="20577"/>
        <pc:sldMkLst>
          <pc:docMk/>
          <pc:sldMk cId="3006585308" sldId="256"/>
        </pc:sldMkLst>
      </pc:sldChg>
      <pc:sldChg chg="modSp mod">
        <pc:chgData name="Brandt Redd" userId="be8ed540b98adac0" providerId="LiveId" clId="{BAD16A08-0353-43DB-89C8-4F19D04F156D}" dt="2021-10-11T17:32:29.840" v="251" actId="20577"/>
        <pc:sldMkLst>
          <pc:docMk/>
          <pc:sldMk cId="1895548155" sldId="263"/>
        </pc:sldMkLst>
      </pc:sldChg>
      <pc:sldChg chg="modSp mod">
        <pc:chgData name="Brandt Redd" userId="be8ed540b98adac0" providerId="LiveId" clId="{BAD16A08-0353-43DB-89C8-4F19D04F156D}" dt="2021-10-11T17:34:46.155" v="276" actId="1076"/>
        <pc:sldMkLst>
          <pc:docMk/>
          <pc:sldMk cId="3347916633" sldId="265"/>
        </pc:sldMkLst>
      </pc:sldChg>
      <pc:sldChg chg="modSp mod">
        <pc:chgData name="Brandt Redd" userId="be8ed540b98adac0" providerId="LiveId" clId="{BAD16A08-0353-43DB-89C8-4F19D04F156D}" dt="2021-10-11T17:31:55.359" v="245" actId="20577"/>
        <pc:sldMkLst>
          <pc:docMk/>
          <pc:sldMk cId="3767832825" sldId="276"/>
        </pc:sldMkLst>
      </pc:sldChg>
      <pc:sldChg chg="modSp del mod">
        <pc:chgData name="Brandt Redd" userId="be8ed540b98adac0" providerId="LiveId" clId="{BAD16A08-0353-43DB-89C8-4F19D04F156D}" dt="2021-10-15T13:55:37.891" v="341" actId="47"/>
        <pc:sldMkLst>
          <pc:docMk/>
          <pc:sldMk cId="2854469009" sldId="293"/>
        </pc:sldMkLst>
      </pc:sldChg>
      <pc:sldChg chg="addSp delSp modSp mod">
        <pc:chgData name="Brandt Redd" userId="be8ed540b98adac0" providerId="LiveId" clId="{BAD16A08-0353-43DB-89C8-4F19D04F156D}" dt="2021-10-15T14:04:43.945" v="344" actId="478"/>
        <pc:sldMkLst>
          <pc:docMk/>
          <pc:sldMk cId="2005449581" sldId="294"/>
        </pc:sldMkLst>
      </pc:sldChg>
    </pc:docChg>
  </pc:docChgLst>
  <pc:docChgLst>
    <pc:chgData name="Brandt Redd" userId="be8ed540b98adac0" providerId="LiveId" clId="{F7F383A4-4237-48DB-8148-2A7097D6A993}"/>
    <pc:docChg chg="modSld">
      <pc:chgData name="Brandt Redd" userId="be8ed540b98adac0" providerId="LiveId" clId="{F7F383A4-4237-48DB-8148-2A7097D6A993}" dt="2022-10-14T05:22:14.760" v="21" actId="20577"/>
      <pc:docMkLst>
        <pc:docMk/>
      </pc:docMkLst>
      <pc:sldChg chg="modSp mod">
        <pc:chgData name="Brandt Redd" userId="be8ed540b98adac0" providerId="LiveId" clId="{F7F383A4-4237-48DB-8148-2A7097D6A993}" dt="2022-10-14T05:22:14.760" v="21" actId="20577"/>
        <pc:sldMkLst>
          <pc:docMk/>
          <pc:sldMk cId="3767832825" sldId="276"/>
        </pc:sldMkLst>
      </pc:sldChg>
    </pc:docChg>
  </pc:docChgLst>
  <pc:docChgLst>
    <pc:chgData name="Brandt Redd" userId="be8ed540b98adac0" providerId="LiveId" clId="{78CCBF99-7DC3-4F75-9BC3-AADB381D4BB3}"/>
    <pc:docChg chg="custSel delSld modSld">
      <pc:chgData name="Brandt Redd" userId="be8ed540b98adac0" providerId="LiveId" clId="{78CCBF99-7DC3-4F75-9BC3-AADB381D4BB3}" dt="2021-12-23T16:48:16.719" v="49" actId="20577"/>
      <pc:docMkLst>
        <pc:docMk/>
      </pc:docMkLst>
      <pc:sldChg chg="addSp delSp modSp mod setBg addAnim modAnim">
        <pc:chgData name="Brandt Redd" userId="be8ed540b98adac0" providerId="LiveId" clId="{78CCBF99-7DC3-4F75-9BC3-AADB381D4BB3}" dt="2021-12-23T16:46:41.788" v="6"/>
        <pc:sldMkLst>
          <pc:docMk/>
          <pc:sldMk cId="3006585308" sldId="256"/>
        </pc:sldMkLst>
      </pc:sldChg>
      <pc:sldChg chg="modSp mod">
        <pc:chgData name="Brandt Redd" userId="be8ed540b98adac0" providerId="LiveId" clId="{78CCBF99-7DC3-4F75-9BC3-AADB381D4BB3}" dt="2021-12-23T16:48:16.719" v="49" actId="20577"/>
        <pc:sldMkLst>
          <pc:docMk/>
          <pc:sldMk cId="3767832825" sldId="276"/>
        </pc:sldMkLst>
      </pc:sldChg>
      <pc:sldChg chg="del">
        <pc:chgData name="Brandt Redd" userId="be8ed540b98adac0" providerId="LiveId" clId="{78CCBF99-7DC3-4F75-9BC3-AADB381D4BB3}" dt="2021-12-23T16:46:48.945" v="7" actId="47"/>
        <pc:sldMkLst>
          <pc:docMk/>
          <pc:sldMk cId="2005449581" sldId="294"/>
        </pc:sldMkLst>
      </pc:sldChg>
    </pc:docChg>
  </pc:docChgLst>
  <pc:docChgLst>
    <pc:chgData name="Brandt Redd" userId="be8ed540b98adac0" providerId="LiveId" clId="{014AE318-BB0B-48A3-B3F7-FEAB3C587F5D}"/>
    <pc:docChg chg="custSel addSld delSld modSld">
      <pc:chgData name="Brandt Redd" userId="be8ed540b98adac0" providerId="LiveId" clId="{014AE318-BB0B-48A3-B3F7-FEAB3C587F5D}" dt="2020-10-16T14:49:46.384" v="427" actId="20577"/>
      <pc:docMkLst>
        <pc:docMk/>
      </pc:docMkLst>
      <pc:sldChg chg="modSp">
        <pc:chgData name="Brandt Redd" userId="be8ed540b98adac0" providerId="LiveId" clId="{014AE318-BB0B-48A3-B3F7-FEAB3C587F5D}" dt="2020-10-16T14:14:46.548" v="405" actId="20577"/>
        <pc:sldMkLst>
          <pc:docMk/>
          <pc:sldMk cId="601665878" sldId="261"/>
        </pc:sldMkLst>
      </pc:sldChg>
      <pc:sldChg chg="modSp">
        <pc:chgData name="Brandt Redd" userId="be8ed540b98adac0" providerId="LiveId" clId="{014AE318-BB0B-48A3-B3F7-FEAB3C587F5D}" dt="2020-10-16T14:49:46.384" v="427" actId="20577"/>
        <pc:sldMkLst>
          <pc:docMk/>
          <pc:sldMk cId="2878700300" sldId="269"/>
        </pc:sldMkLst>
      </pc:sldChg>
      <pc:sldChg chg="modSp mod">
        <pc:chgData name="Brandt Redd" userId="be8ed540b98adac0" providerId="LiveId" clId="{014AE318-BB0B-48A3-B3F7-FEAB3C587F5D}" dt="2020-10-16T14:09:26.783" v="280" actId="20577"/>
        <pc:sldMkLst>
          <pc:docMk/>
          <pc:sldMk cId="3767832825" sldId="276"/>
        </pc:sldMkLst>
      </pc:sldChg>
      <pc:sldChg chg="modSp add mod">
        <pc:chgData name="Brandt Redd" userId="be8ed540b98adac0" providerId="LiveId" clId="{014AE318-BB0B-48A3-B3F7-FEAB3C587F5D}" dt="2020-10-16T14:05:57.586" v="278" actId="20577"/>
        <pc:sldMkLst>
          <pc:docMk/>
          <pc:sldMk cId="2521119881" sldId="292"/>
        </pc:sldMkLst>
      </pc:sldChg>
      <pc:sldChg chg="add del">
        <pc:chgData name="Brandt Redd" userId="be8ed540b98adac0" providerId="LiveId" clId="{014AE318-BB0B-48A3-B3F7-FEAB3C587F5D}" dt="2020-10-16T13:57:08.860" v="206"/>
        <pc:sldMkLst>
          <pc:docMk/>
          <pc:sldMk cId="3812211590" sldId="293"/>
        </pc:sldMkLst>
      </pc:sldChg>
    </pc:docChg>
  </pc:docChgLst>
  <pc:docChgLst>
    <pc:chgData name="Brandt Redd" userId="be8ed540b98adac0" providerId="LiveId" clId="{5A5F4365-46C4-4A7A-B8FB-B26691614636}"/>
    <pc:docChg chg="modSld">
      <pc:chgData name="Brandt Redd" userId="be8ed540b98adac0" providerId="LiveId" clId="{5A5F4365-46C4-4A7A-B8FB-B26691614636}" dt="2023-02-27T16:08:03.268" v="20" actId="20577"/>
      <pc:docMkLst>
        <pc:docMk/>
      </pc:docMkLst>
      <pc:sldChg chg="modSp mod">
        <pc:chgData name="Brandt Redd" userId="be8ed540b98adac0" providerId="LiveId" clId="{5A5F4365-46C4-4A7A-B8FB-B26691614636}" dt="2023-02-27T16:08:03.268" v="20" actId="20577"/>
        <pc:sldMkLst>
          <pc:docMk/>
          <pc:sldMk cId="3767832825" sldId="276"/>
        </pc:sldMkLst>
      </pc:sldChg>
    </pc:docChg>
  </pc:docChgLst>
  <pc:docChgLst>
    <pc:chgData name="Brandt Redd" userId="be8ed540b98adac0" providerId="LiveId" clId="{862AF1D6-E5BC-4CBA-B9ED-F05FABC6789B}"/>
    <pc:docChg chg="custSel addSld delSld modSld sldOrd">
      <pc:chgData name="Brandt Redd" userId="be8ed540b98adac0" providerId="LiveId" clId="{862AF1D6-E5BC-4CBA-B9ED-F05FABC6789B}" dt="2023-10-20T15:13:20.097" v="79" actId="20577"/>
      <pc:docMkLst>
        <pc:docMk/>
      </pc:docMkLst>
      <pc:sldChg chg="ord">
        <pc:chgData name="Brandt Redd" userId="be8ed540b98adac0" providerId="LiveId" clId="{862AF1D6-E5BC-4CBA-B9ED-F05FABC6789B}" dt="2023-10-20T04:21:49.597" v="46"/>
        <pc:sldMkLst>
          <pc:docMk/>
          <pc:sldMk cId="4191859253" sldId="260"/>
        </pc:sldMkLst>
      </pc:sldChg>
      <pc:sldChg chg="ord">
        <pc:chgData name="Brandt Redd" userId="be8ed540b98adac0" providerId="LiveId" clId="{862AF1D6-E5BC-4CBA-B9ED-F05FABC6789B}" dt="2023-10-20T04:23:21.497" v="62"/>
        <pc:sldMkLst>
          <pc:docMk/>
          <pc:sldMk cId="601665878" sldId="261"/>
        </pc:sldMkLst>
      </pc:sldChg>
      <pc:sldChg chg="ord">
        <pc:chgData name="Brandt Redd" userId="be8ed540b98adac0" providerId="LiveId" clId="{862AF1D6-E5BC-4CBA-B9ED-F05FABC6789B}" dt="2023-10-20T04:20:04.909" v="30"/>
        <pc:sldMkLst>
          <pc:docMk/>
          <pc:sldMk cId="1185885064" sldId="262"/>
        </pc:sldMkLst>
      </pc:sldChg>
      <pc:sldChg chg="ord">
        <pc:chgData name="Brandt Redd" userId="be8ed540b98adac0" providerId="LiveId" clId="{862AF1D6-E5BC-4CBA-B9ED-F05FABC6789B}" dt="2023-10-20T04:20:13.484" v="32"/>
        <pc:sldMkLst>
          <pc:docMk/>
          <pc:sldMk cId="1895548155" sldId="263"/>
        </pc:sldMkLst>
      </pc:sldChg>
      <pc:sldChg chg="ord">
        <pc:chgData name="Brandt Redd" userId="be8ed540b98adac0" providerId="LiveId" clId="{862AF1D6-E5BC-4CBA-B9ED-F05FABC6789B}" dt="2023-10-20T04:20:51.510" v="36"/>
        <pc:sldMkLst>
          <pc:docMk/>
          <pc:sldMk cId="3347916633" sldId="265"/>
        </pc:sldMkLst>
      </pc:sldChg>
      <pc:sldChg chg="modSp mod ord">
        <pc:chgData name="Brandt Redd" userId="be8ed540b98adac0" providerId="LiveId" clId="{862AF1D6-E5BC-4CBA-B9ED-F05FABC6789B}" dt="2023-10-20T15:13:20.097" v="79" actId="20577"/>
        <pc:sldMkLst>
          <pc:docMk/>
          <pc:sldMk cId="3809331170" sldId="266"/>
        </pc:sldMkLst>
      </pc:sldChg>
      <pc:sldChg chg="ord">
        <pc:chgData name="Brandt Redd" userId="be8ed540b98adac0" providerId="LiveId" clId="{862AF1D6-E5BC-4CBA-B9ED-F05FABC6789B}" dt="2023-10-20T04:22:10.310" v="48"/>
        <pc:sldMkLst>
          <pc:docMk/>
          <pc:sldMk cId="1303091595" sldId="267"/>
        </pc:sldMkLst>
      </pc:sldChg>
      <pc:sldChg chg="modSp mod ord">
        <pc:chgData name="Brandt Redd" userId="be8ed540b98adac0" providerId="LiveId" clId="{862AF1D6-E5BC-4CBA-B9ED-F05FABC6789B}" dt="2023-10-20T14:17:28.732" v="69" actId="20577"/>
        <pc:sldMkLst>
          <pc:docMk/>
          <pc:sldMk cId="381938960" sldId="268"/>
        </pc:sldMkLst>
      </pc:sldChg>
      <pc:sldChg chg="modSp mod ord">
        <pc:chgData name="Brandt Redd" userId="be8ed540b98adac0" providerId="LiveId" clId="{862AF1D6-E5BC-4CBA-B9ED-F05FABC6789B}" dt="2023-10-20T14:37:33.312" v="76" actId="20577"/>
        <pc:sldMkLst>
          <pc:docMk/>
          <pc:sldMk cId="2878700300" sldId="269"/>
        </pc:sldMkLst>
      </pc:sldChg>
      <pc:sldChg chg="ord">
        <pc:chgData name="Brandt Redd" userId="be8ed540b98adac0" providerId="LiveId" clId="{862AF1D6-E5BC-4CBA-B9ED-F05FABC6789B}" dt="2023-10-20T04:21:40.436" v="44"/>
        <pc:sldMkLst>
          <pc:docMk/>
          <pc:sldMk cId="2133178956" sldId="270"/>
        </pc:sldMkLst>
      </pc:sldChg>
      <pc:sldChg chg="del ord">
        <pc:chgData name="Brandt Redd" userId="be8ed540b98adac0" providerId="LiveId" clId="{862AF1D6-E5BC-4CBA-B9ED-F05FABC6789B}" dt="2023-10-20T04:23:49.808" v="63" actId="47"/>
        <pc:sldMkLst>
          <pc:docMk/>
          <pc:sldMk cId="3172349592" sldId="271"/>
        </pc:sldMkLst>
      </pc:sldChg>
      <pc:sldChg chg="ord">
        <pc:chgData name="Brandt Redd" userId="be8ed540b98adac0" providerId="LiveId" clId="{862AF1D6-E5BC-4CBA-B9ED-F05FABC6789B}" dt="2023-10-20T04:22:46.922" v="58"/>
        <pc:sldMkLst>
          <pc:docMk/>
          <pc:sldMk cId="3423036686" sldId="272"/>
        </pc:sldMkLst>
      </pc:sldChg>
      <pc:sldChg chg="modSp mod ord">
        <pc:chgData name="Brandt Redd" userId="be8ed540b98adac0" providerId="LiveId" clId="{862AF1D6-E5BC-4CBA-B9ED-F05FABC6789B}" dt="2023-10-20T04:20:51.510" v="36"/>
        <pc:sldMkLst>
          <pc:docMk/>
          <pc:sldMk cId="793752425" sldId="273"/>
        </pc:sldMkLst>
      </pc:sldChg>
      <pc:sldChg chg="ord">
        <pc:chgData name="Brandt Redd" userId="be8ed540b98adac0" providerId="LiveId" clId="{862AF1D6-E5BC-4CBA-B9ED-F05FABC6789B}" dt="2023-10-20T04:20:58.759" v="38"/>
        <pc:sldMkLst>
          <pc:docMk/>
          <pc:sldMk cId="3073278386" sldId="274"/>
        </pc:sldMkLst>
      </pc:sldChg>
      <pc:sldChg chg="modSp mod">
        <pc:chgData name="Brandt Redd" userId="be8ed540b98adac0" providerId="LiveId" clId="{862AF1D6-E5BC-4CBA-B9ED-F05FABC6789B}" dt="2023-10-08T01:11:22.599" v="18" actId="20577"/>
        <pc:sldMkLst>
          <pc:docMk/>
          <pc:sldMk cId="3767832825" sldId="276"/>
        </pc:sldMkLst>
      </pc:sldChg>
      <pc:sldChg chg="ord">
        <pc:chgData name="Brandt Redd" userId="be8ed540b98adac0" providerId="LiveId" clId="{862AF1D6-E5BC-4CBA-B9ED-F05FABC6789B}" dt="2023-10-20T04:22:22.417" v="52"/>
        <pc:sldMkLst>
          <pc:docMk/>
          <pc:sldMk cId="2838548599" sldId="278"/>
        </pc:sldMkLst>
      </pc:sldChg>
      <pc:sldChg chg="del">
        <pc:chgData name="Brandt Redd" userId="be8ed540b98adac0" providerId="LiveId" clId="{862AF1D6-E5BC-4CBA-B9ED-F05FABC6789B}" dt="2023-10-08T01:12:24.238" v="20" actId="47"/>
        <pc:sldMkLst>
          <pc:docMk/>
          <pc:sldMk cId="1291697892" sldId="279"/>
        </pc:sldMkLst>
      </pc:sldChg>
      <pc:sldChg chg="add ord">
        <pc:chgData name="Brandt Redd" userId="be8ed540b98adac0" providerId="LiveId" clId="{862AF1D6-E5BC-4CBA-B9ED-F05FABC6789B}" dt="2023-10-20T04:21:20.484" v="40"/>
        <pc:sldMkLst>
          <pc:docMk/>
          <pc:sldMk cId="0" sldId="289"/>
        </pc:sldMkLst>
      </pc:sldChg>
      <pc:sldChg chg="delSp modSp add mod">
        <pc:chgData name="Brandt Redd" userId="be8ed540b98adac0" providerId="LiveId" clId="{862AF1D6-E5BC-4CBA-B9ED-F05FABC6789B}" dt="2023-10-20T04:24:08.628" v="67" actId="478"/>
        <pc:sldMkLst>
          <pc:docMk/>
          <pc:sldMk cId="2527839445" sldId="315"/>
        </pc:sldMkLst>
      </pc:sldChg>
      <pc:sldChg chg="add ord">
        <pc:chgData name="Brandt Redd" userId="be8ed540b98adac0" providerId="LiveId" clId="{862AF1D6-E5BC-4CBA-B9ED-F05FABC6789B}" dt="2023-10-20T04:22:16.449" v="50"/>
        <pc:sldMkLst>
          <pc:docMk/>
          <pc:sldMk cId="2248675778" sldId="317"/>
        </pc:sldMkLst>
      </pc:sldChg>
    </pc:docChg>
  </pc:docChgLst>
  <pc:docChgLst>
    <pc:chgData name="Brandt Redd" userId="be8ed540b98adac0" providerId="LiveId" clId="{F6ABB355-755F-4CC1-89D2-D1F8F8DA1025}"/>
    <pc:docChg chg="addSld modSld">
      <pc:chgData name="Brandt Redd" userId="be8ed540b98adac0" providerId="LiveId" clId="{F6ABB355-755F-4CC1-89D2-D1F8F8DA1025}" dt="2022-02-17T23:39:11.841" v="148" actId="20577"/>
      <pc:docMkLst>
        <pc:docMk/>
      </pc:docMkLst>
      <pc:sldChg chg="addSp delSp modSp new mod">
        <pc:chgData name="Brandt Redd" userId="be8ed540b98adac0" providerId="LiveId" clId="{F6ABB355-755F-4CC1-89D2-D1F8F8DA1025}" dt="2022-02-17T23:39:11.841" v="148" actId="20577"/>
        <pc:sldMkLst>
          <pc:docMk/>
          <pc:sldMk cId="1558771106" sldId="280"/>
        </pc:sldMkLst>
      </pc:sldChg>
    </pc:docChg>
  </pc:docChgLst>
  <pc:docChgLst>
    <pc:chgData name="Brandt Redd" userId="be8ed540b98adac0" providerId="LiveId" clId="{B56388E5-83D6-4BAD-932C-B88BD13EE057}"/>
    <pc:docChg chg="undo custSel addSld modSld">
      <pc:chgData name="Brandt Redd" userId="be8ed540b98adac0" providerId="LiveId" clId="{B56388E5-83D6-4BAD-932C-B88BD13EE057}" dt="2024-10-18T13:59:24.677" v="72" actId="1076"/>
      <pc:docMkLst>
        <pc:docMk/>
      </pc:docMkLst>
      <pc:sldChg chg="modSp mod">
        <pc:chgData name="Brandt Redd" userId="be8ed540b98adac0" providerId="LiveId" clId="{B56388E5-83D6-4BAD-932C-B88BD13EE057}" dt="2024-10-18T13:55:43.205" v="24" actId="14100"/>
        <pc:sldMkLst>
          <pc:docMk/>
          <pc:sldMk cId="1558771106" sldId="280"/>
        </pc:sldMkLst>
      </pc:sldChg>
      <pc:sldChg chg="addSp delSp modSp new mod modClrScheme chgLayout">
        <pc:chgData name="Brandt Redd" userId="be8ed540b98adac0" providerId="LiveId" clId="{B56388E5-83D6-4BAD-932C-B88BD13EE057}" dt="2024-10-18T13:59:24.677" v="72" actId="1076"/>
        <pc:sldMkLst>
          <pc:docMk/>
          <pc:sldMk cId="3610515227" sldId="344"/>
        </pc:sldMkLst>
      </pc:sldChg>
      <pc:sldChg chg="addSp modSp new mod">
        <pc:chgData name="Brandt Redd" userId="be8ed540b98adac0" providerId="LiveId" clId="{B56388E5-83D6-4BAD-932C-B88BD13EE057}" dt="2024-10-18T13:59:09.588" v="70" actId="403"/>
        <pc:sldMkLst>
          <pc:docMk/>
          <pc:sldMk cId="3964725149" sldId="345"/>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Time</a:t>
            </a:r>
            <a:r>
              <a:rPr lang="en-US" baseline="0"/>
              <a:t> vs. Score</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Sheet1!$B$1</c:f>
              <c:strCache>
                <c:ptCount val="1"/>
                <c:pt idx="0">
                  <c:v>Score</c:v>
                </c:pt>
              </c:strCache>
            </c:strRef>
          </c:tx>
          <c:spPr>
            <a:ln w="19050" cap="rnd">
              <a:noFill/>
              <a:round/>
            </a:ln>
            <a:effectLst/>
          </c:spPr>
          <c:marker>
            <c:symbol val="circle"/>
            <c:size val="5"/>
            <c:spPr>
              <a:solidFill>
                <a:schemeClr val="accent1"/>
              </a:solidFill>
              <a:ln w="9525">
                <a:solidFill>
                  <a:schemeClr val="accent1"/>
                </a:solidFill>
              </a:ln>
              <a:effectLst/>
            </c:spPr>
          </c:marker>
          <c:xVal>
            <c:numRef>
              <c:f>Sheet1!$A$2:$A$29</c:f>
              <c:numCache>
                <c:formatCode>h:mm:ss</c:formatCode>
                <c:ptCount val="28"/>
                <c:pt idx="0">
                  <c:v>1.2141203703703704E-2</c:v>
                </c:pt>
                <c:pt idx="1">
                  <c:v>1.7337962962962961E-2</c:v>
                </c:pt>
                <c:pt idx="2">
                  <c:v>1.4456018518518519E-2</c:v>
                </c:pt>
                <c:pt idx="3">
                  <c:v>2.4224537037037034E-2</c:v>
                </c:pt>
                <c:pt idx="4">
                  <c:v>2.4421296296296292E-2</c:v>
                </c:pt>
                <c:pt idx="5">
                  <c:v>1.5972222222222224E-2</c:v>
                </c:pt>
                <c:pt idx="6">
                  <c:v>1.5925925925925927E-2</c:v>
                </c:pt>
                <c:pt idx="7">
                  <c:v>3.0740740740740739E-2</c:v>
                </c:pt>
                <c:pt idx="8">
                  <c:v>3.2569444444444443E-2</c:v>
                </c:pt>
                <c:pt idx="9">
                  <c:v>2.7268518518518515E-2</c:v>
                </c:pt>
                <c:pt idx="10">
                  <c:v>2.146990740740741E-2</c:v>
                </c:pt>
                <c:pt idx="11">
                  <c:v>2.5925925925925925E-2</c:v>
                </c:pt>
                <c:pt idx="12">
                  <c:v>2.5196759259259256E-2</c:v>
                </c:pt>
                <c:pt idx="13">
                  <c:v>1.1284722222222222E-2</c:v>
                </c:pt>
                <c:pt idx="14">
                  <c:v>1.9502314814814816E-2</c:v>
                </c:pt>
                <c:pt idx="15">
                  <c:v>4.4884259259259263E-2</c:v>
                </c:pt>
                <c:pt idx="16">
                  <c:v>3.0578703703703702E-2</c:v>
                </c:pt>
                <c:pt idx="17">
                  <c:v>3.6030092592592593E-2</c:v>
                </c:pt>
                <c:pt idx="18">
                  <c:v>3.4930555555555555E-2</c:v>
                </c:pt>
                <c:pt idx="19">
                  <c:v>1.5520833333333333E-2</c:v>
                </c:pt>
                <c:pt idx="20">
                  <c:v>1.34375E-2</c:v>
                </c:pt>
                <c:pt idx="21">
                  <c:v>2.1898148148148149E-2</c:v>
                </c:pt>
                <c:pt idx="22">
                  <c:v>1.4791666666666668E-2</c:v>
                </c:pt>
                <c:pt idx="23">
                  <c:v>1.6284722222222221E-2</c:v>
                </c:pt>
                <c:pt idx="24">
                  <c:v>6.9444444444444441E-3</c:v>
                </c:pt>
                <c:pt idx="25">
                  <c:v>3.3912037037037039E-2</c:v>
                </c:pt>
                <c:pt idx="26">
                  <c:v>2.7141203703703706E-2</c:v>
                </c:pt>
                <c:pt idx="27">
                  <c:v>2.7407407407407408E-2</c:v>
                </c:pt>
              </c:numCache>
            </c:numRef>
          </c:xVal>
          <c:yVal>
            <c:numRef>
              <c:f>Sheet1!$B$2:$B$29</c:f>
              <c:numCache>
                <c:formatCode>0%</c:formatCode>
                <c:ptCount val="28"/>
                <c:pt idx="0">
                  <c:v>0.88</c:v>
                </c:pt>
                <c:pt idx="1">
                  <c:v>0.84</c:v>
                </c:pt>
                <c:pt idx="2" formatCode="0.00%">
                  <c:v>0.85340000000000005</c:v>
                </c:pt>
                <c:pt idx="3">
                  <c:v>0.62</c:v>
                </c:pt>
                <c:pt idx="4">
                  <c:v>0.92</c:v>
                </c:pt>
                <c:pt idx="5" formatCode="0.00%">
                  <c:v>0.87339999999999995</c:v>
                </c:pt>
                <c:pt idx="6" formatCode="0.00%">
                  <c:v>0.83340000000000003</c:v>
                </c:pt>
                <c:pt idx="7" formatCode="0.00%">
                  <c:v>0.90659999999999996</c:v>
                </c:pt>
                <c:pt idx="8" formatCode="0.00%">
                  <c:v>0.8266</c:v>
                </c:pt>
                <c:pt idx="9" formatCode="0.00%">
                  <c:v>0.88660000000000005</c:v>
                </c:pt>
                <c:pt idx="10">
                  <c:v>0.88</c:v>
                </c:pt>
                <c:pt idx="11" formatCode="0.00%">
                  <c:v>0.79339999999999999</c:v>
                </c:pt>
                <c:pt idx="12">
                  <c:v>0.57999999999999996</c:v>
                </c:pt>
                <c:pt idx="13" formatCode="0.00%">
                  <c:v>0.71340000000000003</c:v>
                </c:pt>
                <c:pt idx="14">
                  <c:v>0.62</c:v>
                </c:pt>
                <c:pt idx="15" formatCode="0.00%">
                  <c:v>0.63339999999999996</c:v>
                </c:pt>
                <c:pt idx="16">
                  <c:v>0.9</c:v>
                </c:pt>
                <c:pt idx="17">
                  <c:v>0.56000000000000005</c:v>
                </c:pt>
                <c:pt idx="18">
                  <c:v>0.8</c:v>
                </c:pt>
                <c:pt idx="19" formatCode="0.00%">
                  <c:v>0.85340000000000005</c:v>
                </c:pt>
                <c:pt idx="20">
                  <c:v>0.94</c:v>
                </c:pt>
                <c:pt idx="21" formatCode="0.00%">
                  <c:v>0.86660000000000004</c:v>
                </c:pt>
                <c:pt idx="22" formatCode="0.00%">
                  <c:v>0.90659999999999996</c:v>
                </c:pt>
                <c:pt idx="23" formatCode="0.00%">
                  <c:v>0.9466</c:v>
                </c:pt>
                <c:pt idx="24">
                  <c:v>0.88</c:v>
                </c:pt>
                <c:pt idx="25" formatCode="0.00%">
                  <c:v>0.78659999999999997</c:v>
                </c:pt>
                <c:pt idx="26" formatCode="0.00%">
                  <c:v>0.80659999999999998</c:v>
                </c:pt>
                <c:pt idx="27" formatCode="0.00%">
                  <c:v>0.78659999999999997</c:v>
                </c:pt>
              </c:numCache>
            </c:numRef>
          </c:yVal>
          <c:smooth val="0"/>
          <c:extLst>
            <c:ext xmlns:c16="http://schemas.microsoft.com/office/drawing/2014/chart" uri="{C3380CC4-5D6E-409C-BE32-E72D297353CC}">
              <c16:uniqueId val="{00000000-CF3B-4C54-8C5D-EE4DEBD375EC}"/>
            </c:ext>
          </c:extLst>
        </c:ser>
        <c:dLbls>
          <c:showLegendKey val="0"/>
          <c:showVal val="0"/>
          <c:showCatName val="0"/>
          <c:showSerName val="0"/>
          <c:showPercent val="0"/>
          <c:showBubbleSize val="0"/>
        </c:dLbls>
        <c:axId val="1080799359"/>
        <c:axId val="1082954543"/>
      </c:scatterChart>
      <c:valAx>
        <c:axId val="1080799359"/>
        <c:scaling>
          <c:orientation val="minMax"/>
        </c:scaling>
        <c:delete val="0"/>
        <c:axPos val="b"/>
        <c:majorGridlines>
          <c:spPr>
            <a:ln w="9525" cap="flat" cmpd="sng" algn="ctr">
              <a:solidFill>
                <a:schemeClr val="tx1">
                  <a:lumMod val="15000"/>
                  <a:lumOff val="85000"/>
                </a:schemeClr>
              </a:solidFill>
              <a:round/>
            </a:ln>
            <a:effectLst/>
          </c:spPr>
        </c:majorGridlines>
        <c:numFmt formatCode="h:mm:ss"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82954543"/>
        <c:crosses val="autoZero"/>
        <c:crossBetween val="midCat"/>
      </c:valAx>
      <c:valAx>
        <c:axId val="1082954543"/>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80799359"/>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1FBAEE-343F-474A-8E01-0D0D68C9CAE9}" type="datetimeFigureOut">
              <a:rPr lang="en-US" smtClean="0"/>
              <a:t>2025-02-24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C79092-CAA2-4F04-8CF6-16BFDD20F0D6}" type="slidenum">
              <a:rPr lang="en-US" smtClean="0"/>
              <a:t>‹#›</a:t>
            </a:fld>
            <a:endParaRPr lang="en-US"/>
          </a:p>
        </p:txBody>
      </p:sp>
    </p:spTree>
    <p:extLst>
      <p:ext uri="{BB962C8B-B14F-4D97-AF65-F5344CB8AC3E}">
        <p14:creationId xmlns:p14="http://schemas.microsoft.com/office/powerpoint/2010/main" val="23465667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www.hunlock.com/blogs/Mastering_JSON_(_JavaScript_Object_Notation_)"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doepud.co.uk/blog/anatomy-of-a-url.php" TargetMode="External"/><Relationship Id="rId2" Type="http://schemas.openxmlformats.org/officeDocument/2006/relationships/slide" Target="../slides/slide16.xml"/><Relationship Id="rId1" Type="http://schemas.openxmlformats.org/officeDocument/2006/relationships/notesMaster" Target="../notesMasters/notesMaster1.xml"/><Relationship Id="rId4" Type="http://schemas.openxmlformats.org/officeDocument/2006/relationships/hyperlink" Target="http://www.20thingsilearned.com/en-US/url/1"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verisign.com/" TargetMode="External"/><Relationship Id="rId2" Type="http://schemas.openxmlformats.org/officeDocument/2006/relationships/slide" Target="../slides/slide22.xml"/><Relationship Id="rId1" Type="http://schemas.openxmlformats.org/officeDocument/2006/relationships/notesMaster" Target="../notesMasters/notesMaster1.xml"/><Relationship Id="rId4" Type="http://schemas.openxmlformats.org/officeDocument/2006/relationships/hyperlink" Target="http://www.garykessler.net/library/crypto.html"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from https://</a:t>
            </a:r>
            <a:r>
              <a:rPr lang="en-US" dirty="0" err="1"/>
              <a:t>www.webdesignerdepot.com</a:t>
            </a:r>
            <a:r>
              <a:rPr lang="en-US" dirty="0"/>
              <a:t>/2012/09/when-pages-are-not-paper-the-designers-guide-to-layout-code/ which is a great article on the topic.</a:t>
            </a:r>
          </a:p>
          <a:p>
            <a:endParaRPr lang="en-US" dirty="0"/>
          </a:p>
          <a:p>
            <a:r>
              <a:rPr lang="en-US" dirty="0"/>
              <a:t>Note that you can override the default display style (i.e., whether it is a block or inline) using the “display” property. For example:</a:t>
            </a:r>
          </a:p>
          <a:p>
            <a:endParaRPr lang="en-US" sz="900" b="0" i="0" kern="1200" dirty="0">
              <a:solidFill>
                <a:schemeClr val="tx1"/>
              </a:solidFill>
              <a:effectLst/>
              <a:latin typeface="+mn-lt"/>
              <a:ea typeface="+mn-ea"/>
              <a:cs typeface="+mn-cs"/>
            </a:endParaRPr>
          </a:p>
          <a:p>
            <a:r>
              <a:rPr lang="en-US" sz="900" b="0" i="0" kern="1200" dirty="0">
                <a:solidFill>
                  <a:schemeClr val="tx1"/>
                </a:solidFill>
                <a:effectLst/>
                <a:latin typeface="+mn-lt"/>
                <a:ea typeface="+mn-ea"/>
                <a:cs typeface="+mn-cs"/>
              </a:rPr>
              <a:t>div {</a:t>
            </a:r>
            <a:br>
              <a:rPr lang="en-US" sz="900" b="0" i="0" kern="1200" dirty="0">
                <a:solidFill>
                  <a:schemeClr val="tx1"/>
                </a:solidFill>
                <a:effectLst/>
                <a:latin typeface="+mn-lt"/>
                <a:ea typeface="+mn-ea"/>
                <a:cs typeface="+mn-cs"/>
              </a:rPr>
            </a:br>
            <a:r>
              <a:rPr lang="en-US" sz="900" b="0" i="0" kern="1200" dirty="0">
                <a:solidFill>
                  <a:schemeClr val="tx1"/>
                </a:solidFill>
                <a:effectLst/>
                <a:latin typeface="+mn-lt"/>
                <a:ea typeface="+mn-ea"/>
                <a:cs typeface="+mn-cs"/>
              </a:rPr>
              <a:t>  display: inline;</a:t>
            </a:r>
            <a:br>
              <a:rPr lang="en-US" sz="900" b="0" i="0" kern="1200" dirty="0">
                <a:solidFill>
                  <a:schemeClr val="tx1"/>
                </a:solidFill>
                <a:effectLst/>
                <a:latin typeface="+mn-lt"/>
                <a:ea typeface="+mn-ea"/>
                <a:cs typeface="+mn-cs"/>
              </a:rPr>
            </a:br>
            <a:r>
              <a:rPr lang="en-US" sz="900" b="0" i="0" kern="1200" dirty="0">
                <a:solidFill>
                  <a:schemeClr val="tx1"/>
                </a:solidFill>
                <a:effectLst/>
                <a:latin typeface="+mn-lt"/>
                <a:ea typeface="+mn-ea"/>
                <a:cs typeface="+mn-cs"/>
              </a:rPr>
              <a:t>}</a:t>
            </a:r>
            <a:endParaRPr lang="en-US" dirty="0"/>
          </a:p>
          <a:p>
            <a:endParaRPr lang="en-US" dirty="0"/>
          </a:p>
        </p:txBody>
      </p:sp>
      <p:sp>
        <p:nvSpPr>
          <p:cNvPr id="4" name="Slide Number Placeholder 3"/>
          <p:cNvSpPr>
            <a:spLocks noGrp="1"/>
          </p:cNvSpPr>
          <p:nvPr>
            <p:ph type="sldNum" sz="quarter" idx="5"/>
          </p:nvPr>
        </p:nvSpPr>
        <p:spPr/>
        <p:txBody>
          <a:bodyPr/>
          <a:lstStyle/>
          <a:p>
            <a:fld id="{C3CAC302-EC72-274E-9E2F-0B719EB6D2F6}" type="slidenum">
              <a:rPr lang="en-US" smtClean="0"/>
              <a:t>8</a:t>
            </a:fld>
            <a:endParaRPr lang="en-US"/>
          </a:p>
        </p:txBody>
      </p:sp>
    </p:spTree>
    <p:extLst>
      <p:ext uri="{BB962C8B-B14F-4D97-AF65-F5344CB8AC3E}">
        <p14:creationId xmlns:p14="http://schemas.microsoft.com/office/powerpoint/2010/main" val="2877712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52722753-1B95-455B-9787-EFCA78FD9EC5}"/>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E2B49068-1E7B-A340-A9C7-6842BCE4A69C}"/>
              </a:ext>
            </a:extLst>
          </p:cNvPr>
          <p:cNvSpPr>
            <a:spLocks noGrp="1" noChangeArrowheads="1"/>
          </p:cNvSpPr>
          <p:nvPr>
            <p:ph type="body" idx="1"/>
          </p:nvPr>
        </p:nvSpPr>
        <p:spPr>
          <a:extLst>
            <a:ext uri="{AF507438-7753-43e0-B8FC-AC1667EBCBE1}"/>
          </a:extLst>
        </p:spPr>
        <p:txBody>
          <a:bodyPr/>
          <a:lstStyle/>
          <a:p>
            <a:pPr eaLnBrk="1" hangingPunct="1">
              <a:defRPr/>
            </a:pPr>
            <a:r>
              <a:rPr lang="en-US">
                <a:latin typeface="Calibri" charset="0"/>
                <a:cs typeface="+mn-cs"/>
              </a:rPr>
              <a:t>See </a:t>
            </a:r>
            <a:r>
              <a:rPr lang="en-US">
                <a:latin typeface="Calibri" charset="0"/>
                <a:cs typeface="+mn-cs"/>
                <a:hlinkClick r:id="rId3"/>
              </a:rPr>
              <a:t>http://www.hunlock.com/blogs/Mastering_JSON_(_JavaScript_Object_Notation_)</a:t>
            </a:r>
            <a:r>
              <a:rPr lang="en-US">
                <a:latin typeface="Calibri" charset="0"/>
                <a:cs typeface="+mn-cs"/>
              </a:rPr>
              <a:t> for an excellent overview.</a:t>
            </a:r>
          </a:p>
        </p:txBody>
      </p:sp>
    </p:spTree>
    <p:extLst>
      <p:ext uri="{BB962C8B-B14F-4D97-AF65-F5344CB8AC3E}">
        <p14:creationId xmlns:p14="http://schemas.microsoft.com/office/powerpoint/2010/main" val="4517640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a:extLst>
              <a:ext uri="{FF2B5EF4-FFF2-40B4-BE49-F238E27FC236}">
                <a16:creationId xmlns:a16="http://schemas.microsoft.com/office/drawing/2014/main" id="{E77A9F72-9984-48B5-AC1B-D673E2F2467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1" name="Notes Placeholder 2">
            <a:extLst>
              <a:ext uri="{FF2B5EF4-FFF2-40B4-BE49-F238E27FC236}">
                <a16:creationId xmlns:a16="http://schemas.microsoft.com/office/drawing/2014/main" id="{ED519F17-F480-4337-8022-B40C13C16A8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dirty="0"/>
              <a:t>14 diagram types in several sub-trees</a:t>
            </a:r>
          </a:p>
          <a:p>
            <a:pPr eaLnBrk="1" hangingPunct="1">
              <a:spcBef>
                <a:spcPct val="0"/>
              </a:spcBef>
            </a:pPr>
            <a:r>
              <a:rPr lang="en-US" altLang="en-US" dirty="0"/>
              <a:t>No, you don</a:t>
            </a:r>
            <a:r>
              <a:rPr lang="ja-JP" altLang="en-US" dirty="0"/>
              <a:t>’</a:t>
            </a:r>
            <a:r>
              <a:rPr lang="en-US" altLang="ja-JP" dirty="0"/>
              <a:t>t need to memorize them. Look them up and use them as needed. </a:t>
            </a:r>
          </a:p>
          <a:p>
            <a:pPr eaLnBrk="1" hangingPunct="1">
              <a:spcBef>
                <a:spcPct val="0"/>
              </a:spcBef>
            </a:pPr>
            <a:r>
              <a:rPr lang="en-US" altLang="en-US" dirty="0"/>
              <a:t>We’ll focus on the ones circled: Class Diagrams, Activity Diagrams, and Sequence Diagrams, in this class.</a:t>
            </a:r>
          </a:p>
        </p:txBody>
      </p:sp>
      <p:sp>
        <p:nvSpPr>
          <p:cNvPr id="43012" name="Slide Number Placeholder 3">
            <a:extLst>
              <a:ext uri="{FF2B5EF4-FFF2-40B4-BE49-F238E27FC236}">
                <a16:creationId xmlns:a16="http://schemas.microsoft.com/office/drawing/2014/main" id="{498865DF-A5BD-40CF-9CCF-BF83396BE07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ea typeface="MS PGothic" panose="020B0600070205080204" pitchFamily="34" charset="-128"/>
              </a:defRPr>
            </a:lvl1pPr>
            <a:lvl2pPr marL="742950" indent="-285750" eaLnBrk="0" hangingPunct="0">
              <a:defRPr sz="2400">
                <a:solidFill>
                  <a:schemeClr val="tx1"/>
                </a:solidFill>
                <a:latin typeface="Tahoma" panose="020B0604030504040204" pitchFamily="34" charset="0"/>
                <a:ea typeface="MS PGothic" panose="020B0600070205080204" pitchFamily="34" charset="-128"/>
              </a:defRPr>
            </a:lvl2pPr>
            <a:lvl3pPr marL="1143000" indent="-228600" eaLnBrk="0" hangingPunct="0">
              <a:defRPr sz="2400">
                <a:solidFill>
                  <a:schemeClr val="tx1"/>
                </a:solidFill>
                <a:latin typeface="Tahoma" panose="020B0604030504040204" pitchFamily="34" charset="0"/>
                <a:ea typeface="MS PGothic" panose="020B0600070205080204" pitchFamily="34" charset="-128"/>
              </a:defRPr>
            </a:lvl3pPr>
            <a:lvl4pPr marL="1600200" indent="-228600" eaLnBrk="0" hangingPunct="0">
              <a:defRPr sz="2400">
                <a:solidFill>
                  <a:schemeClr val="tx1"/>
                </a:solidFill>
                <a:latin typeface="Tahoma" panose="020B0604030504040204" pitchFamily="34" charset="0"/>
                <a:ea typeface="MS PGothic" panose="020B0600070205080204" pitchFamily="34" charset="-128"/>
              </a:defRPr>
            </a:lvl4pPr>
            <a:lvl5pPr marL="2057400" indent="-228600" eaLnBrk="0" hangingPunct="0">
              <a:defRPr sz="2400">
                <a:solidFill>
                  <a:schemeClr val="tx1"/>
                </a:solidFill>
                <a:latin typeface="Tahom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MS PGothic" panose="020B0600070205080204" pitchFamily="34" charset="-128"/>
              </a:defRPr>
            </a:lvl9pPr>
          </a:lstStyle>
          <a:p>
            <a:pPr eaLnBrk="1" hangingPunct="1"/>
            <a:fld id="{C1BCD8A3-039E-4B0E-808E-0B0CF78841AE}" type="slidenum">
              <a:rPr lang="en-US" altLang="en-US" sz="1200"/>
              <a:pPr eaLnBrk="1" hangingPunct="1"/>
              <a:t>13</a:t>
            </a:fld>
            <a:endParaRPr lang="en-US" alt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a:extLst>
              <a:ext uri="{FF2B5EF4-FFF2-40B4-BE49-F238E27FC236}">
                <a16:creationId xmlns:a16="http://schemas.microsoft.com/office/drawing/2014/main" id="{3A87ED27-9825-4A84-BED3-B4F54F0F1FD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Notes Placeholder 2">
            <a:extLst>
              <a:ext uri="{FF2B5EF4-FFF2-40B4-BE49-F238E27FC236}">
                <a16:creationId xmlns:a16="http://schemas.microsoft.com/office/drawing/2014/main" id="{CB72A07E-012C-4208-B3FE-A6163A5C5E8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t>Partitions = Swim Lanes</a:t>
            </a:r>
          </a:p>
          <a:p>
            <a:pPr eaLnBrk="1" hangingPunct="1"/>
            <a:r>
              <a:rPr lang="en-US" altLang="en-US"/>
              <a:t>These will be required for many of our labs, since they are helpful in characterizing what different things do (e.g., server, database, client)</a:t>
            </a:r>
          </a:p>
        </p:txBody>
      </p:sp>
      <p:sp>
        <p:nvSpPr>
          <p:cNvPr id="46084" name="Slide Number Placeholder 3">
            <a:extLst>
              <a:ext uri="{FF2B5EF4-FFF2-40B4-BE49-F238E27FC236}">
                <a16:creationId xmlns:a16="http://schemas.microsoft.com/office/drawing/2014/main" id="{A8E45D67-675D-4B23-9EA9-65F354F140A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ea typeface="MS PGothic" panose="020B0600070205080204" pitchFamily="34" charset="-128"/>
              </a:defRPr>
            </a:lvl1pPr>
            <a:lvl2pPr marL="742950" indent="-285750" eaLnBrk="0" hangingPunct="0">
              <a:defRPr sz="2400">
                <a:solidFill>
                  <a:schemeClr val="tx1"/>
                </a:solidFill>
                <a:latin typeface="Tahoma" panose="020B0604030504040204" pitchFamily="34" charset="0"/>
                <a:ea typeface="MS PGothic" panose="020B0600070205080204" pitchFamily="34" charset="-128"/>
              </a:defRPr>
            </a:lvl2pPr>
            <a:lvl3pPr marL="1143000" indent="-228600" eaLnBrk="0" hangingPunct="0">
              <a:defRPr sz="2400">
                <a:solidFill>
                  <a:schemeClr val="tx1"/>
                </a:solidFill>
                <a:latin typeface="Tahoma" panose="020B0604030504040204" pitchFamily="34" charset="0"/>
                <a:ea typeface="MS PGothic" panose="020B0600070205080204" pitchFamily="34" charset="-128"/>
              </a:defRPr>
            </a:lvl3pPr>
            <a:lvl4pPr marL="1600200" indent="-228600" eaLnBrk="0" hangingPunct="0">
              <a:defRPr sz="2400">
                <a:solidFill>
                  <a:schemeClr val="tx1"/>
                </a:solidFill>
                <a:latin typeface="Tahoma" panose="020B0604030504040204" pitchFamily="34" charset="0"/>
                <a:ea typeface="MS PGothic" panose="020B0600070205080204" pitchFamily="34" charset="-128"/>
              </a:defRPr>
            </a:lvl4pPr>
            <a:lvl5pPr marL="2057400" indent="-228600" eaLnBrk="0" hangingPunct="0">
              <a:defRPr sz="2400">
                <a:solidFill>
                  <a:schemeClr val="tx1"/>
                </a:solidFill>
                <a:latin typeface="Tahom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MS PGothic" panose="020B0600070205080204" pitchFamily="34" charset="-128"/>
              </a:defRPr>
            </a:lvl9pPr>
          </a:lstStyle>
          <a:p>
            <a:pPr eaLnBrk="1" hangingPunct="1"/>
            <a:fld id="{276BF9E4-C0D8-4CC8-A1E1-9D6ECFFC2F75}" type="slidenum">
              <a:rPr lang="en-US" altLang="en-US" sz="1200"/>
              <a:pPr eaLnBrk="1" hangingPunct="1"/>
              <a:t>14</a:t>
            </a:fld>
            <a:endParaRPr lang="en-US" alt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t>See </a:t>
            </a:r>
            <a:r>
              <a:rPr lang="en-US">
                <a:hlinkClick r:id="rId3"/>
              </a:rPr>
              <a:t>http://doepud.co.uk/blog/anatomy-of-a-url.php</a:t>
            </a:r>
            <a:r>
              <a:rPr lang="en-US"/>
              <a:t> for a full description of the parts. Image from there.</a:t>
            </a:r>
          </a:p>
          <a:p>
            <a:r>
              <a:rPr lang="en-US"/>
              <a:t>Understanding these parts of a URL has important security implications: see </a:t>
            </a:r>
            <a:r>
              <a:rPr lang="en-US">
                <a:hlinkClick r:id="rId4"/>
              </a:rPr>
              <a:t>http://www.20thingsilearned.com/en-US/url/1</a:t>
            </a:r>
            <a:endParaRPr lang="en-US"/>
          </a:p>
        </p:txBody>
      </p:sp>
      <p:sp>
        <p:nvSpPr>
          <p:cNvPr id="4301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itchFamily="34" charset="0"/>
                <a:ea typeface="MS PGothic" pitchFamily="34" charset="-128"/>
              </a:defRPr>
            </a:lvl1pPr>
            <a:lvl2pPr marL="742950" indent="-285750" eaLnBrk="0" hangingPunct="0">
              <a:defRPr sz="2400">
                <a:solidFill>
                  <a:schemeClr val="tx1"/>
                </a:solidFill>
                <a:latin typeface="Tahoma" pitchFamily="34" charset="0"/>
                <a:ea typeface="MS PGothic" pitchFamily="34" charset="-128"/>
              </a:defRPr>
            </a:lvl2pPr>
            <a:lvl3pPr marL="1143000" indent="-228600" eaLnBrk="0" hangingPunct="0">
              <a:defRPr sz="2400">
                <a:solidFill>
                  <a:schemeClr val="tx1"/>
                </a:solidFill>
                <a:latin typeface="Tahoma" pitchFamily="34" charset="0"/>
                <a:ea typeface="MS PGothic" pitchFamily="34" charset="-128"/>
              </a:defRPr>
            </a:lvl3pPr>
            <a:lvl4pPr marL="1600200" indent="-228600" eaLnBrk="0" hangingPunct="0">
              <a:defRPr sz="2400">
                <a:solidFill>
                  <a:schemeClr val="tx1"/>
                </a:solidFill>
                <a:latin typeface="Tahoma" pitchFamily="34" charset="0"/>
                <a:ea typeface="MS PGothic" pitchFamily="34" charset="-128"/>
              </a:defRPr>
            </a:lvl4pPr>
            <a:lvl5pPr marL="2057400" indent="-228600" eaLnBrk="0" hangingPunct="0">
              <a:defRPr sz="2400">
                <a:solidFill>
                  <a:schemeClr val="tx1"/>
                </a:solidFill>
                <a:latin typeface="Tahoma"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Tahoma"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Tahoma"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Tahoma"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Tahoma" pitchFamily="34" charset="0"/>
                <a:ea typeface="MS PGothic" pitchFamily="34" charset="-128"/>
              </a:defRPr>
            </a:lvl9pPr>
          </a:lstStyle>
          <a:p>
            <a:pPr eaLnBrk="1" hangingPunct="1"/>
            <a:fld id="{54105626-DC41-4A83-A42B-0A9B164B9C4D}" type="slidenum">
              <a:rPr lang="en-US" sz="1200" smtClean="0">
                <a:cs typeface="Arial" charset="0"/>
              </a:rPr>
              <a:pPr eaLnBrk="1" hangingPunct="1"/>
              <a:t>16</a:t>
            </a:fld>
            <a:endParaRPr lang="en-US" sz="1200">
              <a:cs typeface="Arial"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dirty="0"/>
              <a:t>DNS Servers are like the phone book of the Internet, where names correspond with domain names and phone numbers correspond with IP addresses. This database of matched pairs is called a “</a:t>
            </a:r>
            <a:r>
              <a:rPr lang="en-US" dirty="0" err="1"/>
              <a:t>whois</a:t>
            </a:r>
            <a:r>
              <a:rPr lang="en-US" dirty="0"/>
              <a:t>” database.</a:t>
            </a:r>
          </a:p>
          <a:p>
            <a:r>
              <a:rPr lang="en-US" dirty="0"/>
              <a:t>Note: you can bypass this process by typing in the IP address of a web domain directly, but it’s typically harder to remember IP addresses and they may change over time (i.e., a different IP address can be associated with a domain name).</a:t>
            </a:r>
          </a:p>
          <a:p>
            <a:endParaRPr lang="en-US" dirty="0"/>
          </a:p>
          <a:p>
            <a:r>
              <a:rPr lang="en-US" dirty="0"/>
              <a:t>See https://</a:t>
            </a:r>
            <a:r>
              <a:rPr lang="en-US" dirty="0" err="1"/>
              <a:t>dyn.com</a:t>
            </a:r>
            <a:r>
              <a:rPr lang="en-US" dirty="0"/>
              <a:t>/blog/</a:t>
            </a:r>
            <a:r>
              <a:rPr lang="en-US" dirty="0" err="1"/>
              <a:t>dns</a:t>
            </a:r>
            <a:r>
              <a:rPr lang="en-US" dirty="0"/>
              <a:t>-why-its-important-how-it-works/ for a detailed description of types of DNS servers.</a:t>
            </a:r>
          </a:p>
        </p:txBody>
      </p:sp>
      <p:sp>
        <p:nvSpPr>
          <p:cNvPr id="440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itchFamily="34" charset="0"/>
                <a:ea typeface="MS PGothic" pitchFamily="34" charset="-128"/>
              </a:defRPr>
            </a:lvl1pPr>
            <a:lvl2pPr marL="742950" indent="-285750" eaLnBrk="0" hangingPunct="0">
              <a:defRPr sz="2400">
                <a:solidFill>
                  <a:schemeClr val="tx1"/>
                </a:solidFill>
                <a:latin typeface="Tahoma" pitchFamily="34" charset="0"/>
                <a:ea typeface="MS PGothic" pitchFamily="34" charset="-128"/>
              </a:defRPr>
            </a:lvl2pPr>
            <a:lvl3pPr marL="1143000" indent="-228600" eaLnBrk="0" hangingPunct="0">
              <a:defRPr sz="2400">
                <a:solidFill>
                  <a:schemeClr val="tx1"/>
                </a:solidFill>
                <a:latin typeface="Tahoma" pitchFamily="34" charset="0"/>
                <a:ea typeface="MS PGothic" pitchFamily="34" charset="-128"/>
              </a:defRPr>
            </a:lvl3pPr>
            <a:lvl4pPr marL="1600200" indent="-228600" eaLnBrk="0" hangingPunct="0">
              <a:defRPr sz="2400">
                <a:solidFill>
                  <a:schemeClr val="tx1"/>
                </a:solidFill>
                <a:latin typeface="Tahoma" pitchFamily="34" charset="0"/>
                <a:ea typeface="MS PGothic" pitchFamily="34" charset="-128"/>
              </a:defRPr>
            </a:lvl4pPr>
            <a:lvl5pPr marL="2057400" indent="-228600" eaLnBrk="0" hangingPunct="0">
              <a:defRPr sz="2400">
                <a:solidFill>
                  <a:schemeClr val="tx1"/>
                </a:solidFill>
                <a:latin typeface="Tahoma"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Tahoma"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Tahoma"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Tahoma"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Tahoma" pitchFamily="34" charset="0"/>
                <a:ea typeface="MS PGothic" pitchFamily="34" charset="-128"/>
              </a:defRPr>
            </a:lvl9pPr>
          </a:lstStyle>
          <a:p>
            <a:pPr eaLnBrk="1" hangingPunct="1"/>
            <a:fld id="{EA91928E-FA26-442E-8D35-4A64A792BB52}" type="slidenum">
              <a:rPr lang="en-US" sz="1200" smtClean="0">
                <a:cs typeface="Arial" charset="0"/>
              </a:rPr>
              <a:pPr eaLnBrk="1" hangingPunct="1"/>
              <a:t>19</a:t>
            </a:fld>
            <a:endParaRPr lang="en-US" sz="1200">
              <a:cs typeface="Arial"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a:extLst>
              <a:ext uri="{FF2B5EF4-FFF2-40B4-BE49-F238E27FC236}">
                <a16:creationId xmlns:a16="http://schemas.microsoft.com/office/drawing/2014/main" id="{24CB4EEC-D15A-4B91-A5EF-D1C9B814B7B0}"/>
              </a:ext>
            </a:extLst>
          </p:cNvPr>
          <p:cNvSpPr>
            <a:spLocks noGrp="1" noRot="1" noChangeAspect="1" noTextEdit="1"/>
          </p:cNvSpPr>
          <p:nvPr>
            <p:ph type="sldImg"/>
          </p:nvPr>
        </p:nvSpPr>
        <p:spPr>
          <a:ln/>
        </p:spPr>
      </p:sp>
      <p:sp>
        <p:nvSpPr>
          <p:cNvPr id="33795" name="Notes Placeholder 2">
            <a:extLst>
              <a:ext uri="{FF2B5EF4-FFF2-40B4-BE49-F238E27FC236}">
                <a16:creationId xmlns:a16="http://schemas.microsoft.com/office/drawing/2014/main" id="{7A739996-5AC7-4371-894B-6E904792D997}"/>
              </a:ext>
            </a:extLst>
          </p:cNvPr>
          <p:cNvSpPr>
            <a:spLocks noGrp="1"/>
          </p:cNvSpPr>
          <p:nvPr>
            <p:ph type="body" idx="1"/>
          </p:nvPr>
        </p:nvSpPr>
        <p:spPr>
          <a:noFill/>
        </p:spPr>
        <p:txBody>
          <a:bodyPr/>
          <a:lstStyle/>
          <a:p>
            <a:r>
              <a:rPr lang="en-US" altLang="en-US" dirty="0">
                <a:latin typeface="Arial" panose="020B0604020202020204" pitchFamily="34" charset="0"/>
              </a:rPr>
              <a:t>Demo: go to </a:t>
            </a:r>
            <a:r>
              <a:rPr lang="en-US" altLang="en-US" dirty="0">
                <a:latin typeface="Arial" panose="020B0604020202020204" pitchFamily="34" charset="0"/>
                <a:hlinkClick r:id="rId3"/>
              </a:rPr>
              <a:t>https://www.verisign.com</a:t>
            </a:r>
            <a:endParaRPr lang="en-US" altLang="en-US" dirty="0">
              <a:latin typeface="Arial" panose="020B0604020202020204" pitchFamily="34" charset="0"/>
            </a:endParaRPr>
          </a:p>
          <a:p>
            <a:pPr lvl="1"/>
            <a:r>
              <a:rPr lang="en-US" altLang="en-US" dirty="0">
                <a:latin typeface="Arial" panose="020B0604020202020204" pitchFamily="34" charset="0"/>
              </a:rPr>
              <a:t>See green URL </a:t>
            </a:r>
            <a:r>
              <a:rPr lang="en-US" altLang="en-US" dirty="0">
                <a:latin typeface="Arial" panose="020B0604020202020204" pitchFamily="34" charset="0"/>
                <a:sym typeface="Wingdings" panose="05000000000000000000" pitchFamily="2" charset="2"/>
              </a:rPr>
              <a:t> SSL established </a:t>
            </a:r>
          </a:p>
          <a:p>
            <a:pPr lvl="1"/>
            <a:r>
              <a:rPr lang="en-US" altLang="en-US" dirty="0">
                <a:latin typeface="Arial" panose="020B0604020202020204" pitchFamily="34" charset="0"/>
                <a:sym typeface="Wingdings" panose="05000000000000000000" pitchFamily="2" charset="2"/>
              </a:rPr>
              <a:t>Click on “Verify” under logo </a:t>
            </a:r>
          </a:p>
          <a:p>
            <a:pPr lvl="2"/>
            <a:r>
              <a:rPr lang="en-US" altLang="en-US" dirty="0">
                <a:latin typeface="Arial" panose="020B0604020202020204" pitchFamily="34" charset="0"/>
                <a:sym typeface="Wingdings" panose="05000000000000000000" pitchFamily="2" charset="2"/>
              </a:rPr>
              <a:t> see some certificate info</a:t>
            </a:r>
          </a:p>
          <a:p>
            <a:pPr lvl="1"/>
            <a:r>
              <a:rPr lang="en-US" altLang="en-US" dirty="0">
                <a:latin typeface="Arial" panose="020B0604020202020204" pitchFamily="34" charset="0"/>
                <a:sym typeface="Wingdings" panose="05000000000000000000" pitchFamily="2" charset="2"/>
              </a:rPr>
              <a:t>Click on the green bar too </a:t>
            </a:r>
            <a:endParaRPr lang="en-US" altLang="en-US" dirty="0">
              <a:latin typeface="Arial" panose="020B0604020202020204" pitchFamily="34" charset="0"/>
            </a:endParaRPr>
          </a:p>
          <a:p>
            <a:endParaRPr lang="en-US" altLang="en-US" dirty="0">
              <a:latin typeface="Arial" panose="020B0604020202020204" pitchFamily="34" charset="0"/>
            </a:endParaRPr>
          </a:p>
          <a:p>
            <a:r>
              <a:rPr lang="en-US" altLang="en-US" dirty="0">
                <a:latin typeface="Arial" panose="020B0604020202020204" pitchFamily="34" charset="0"/>
              </a:rPr>
              <a:t>Encryption models don’t account for how to distribute the keys to various parties. There are many unanswered questions: “How, for example, does one site obtain another party's public key? How does a recipient determine if a public key really belongs to the sender? How does the recipient know that the sender is using their public key for a legitimate purpose for which they are authorized? When does a public key expire? How can a key be revoked in case of compromise or loss?” – see </a:t>
            </a:r>
            <a:r>
              <a:rPr lang="en-US" altLang="en-US" dirty="0">
                <a:latin typeface="Arial" panose="020B0604020202020204" pitchFamily="34" charset="0"/>
                <a:hlinkClick r:id="rId4"/>
              </a:rPr>
              <a:t>http://www.garykessler.net/library/crypto.html</a:t>
            </a:r>
            <a:endParaRPr lang="en-US" altLang="en-US" dirty="0">
              <a:latin typeface="Arial" panose="020B0604020202020204" pitchFamily="34" charset="0"/>
            </a:endParaRPr>
          </a:p>
          <a:p>
            <a:endParaRPr lang="en-US" altLang="en-US" dirty="0">
              <a:latin typeface="Arial" panose="020B0604020202020204" pitchFamily="34" charset="0"/>
            </a:endParaRPr>
          </a:p>
          <a:p>
            <a:r>
              <a:rPr lang="en-US" altLang="en-US" dirty="0">
                <a:latin typeface="Arial" panose="020B0604020202020204" pitchFamily="34" charset="0"/>
              </a:rPr>
              <a:t>“The basic concept of a certificate is one that is familiar to all of us. A driver's license, credit card, or SCUBA certification, for example, identify us to others, indicate something that we are authorized to do, have an expiration date, and identify the authority that granted the certificate.”</a:t>
            </a:r>
          </a:p>
          <a:p>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a:extLst>
              <a:ext uri="{FF2B5EF4-FFF2-40B4-BE49-F238E27FC236}">
                <a16:creationId xmlns:a16="http://schemas.microsoft.com/office/drawing/2014/main" id="{C9CA726C-93EE-4194-A410-0204A674F626}"/>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83AAEC8-028F-4A70-8E16-2954EABB6DDB}" type="slidenum">
              <a:rPr lang="en-US" altLang="en-US"/>
              <a:pPr eaLnBrk="1" hangingPunct="1"/>
              <a:t>22</a:t>
            </a:fld>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 nothing to do with the U.S. Central Intelligence Agency</a:t>
            </a:r>
          </a:p>
        </p:txBody>
      </p:sp>
      <p:sp>
        <p:nvSpPr>
          <p:cNvPr id="4" name="Slide Number Placeholder 3"/>
          <p:cNvSpPr>
            <a:spLocks noGrp="1"/>
          </p:cNvSpPr>
          <p:nvPr>
            <p:ph type="sldNum" sz="quarter" idx="5"/>
          </p:nvPr>
        </p:nvSpPr>
        <p:spPr/>
        <p:txBody>
          <a:bodyPr/>
          <a:lstStyle/>
          <a:p>
            <a:pPr>
              <a:defRPr/>
            </a:pPr>
            <a:fld id="{37F07782-725B-0843-A6FC-B6FB34ECFE31}" type="slidenum">
              <a:rPr lang="en-US" altLang="en-US" smtClean="0"/>
              <a:pPr>
                <a:defRPr/>
              </a:pPr>
              <a:t>28</a:t>
            </a:fld>
            <a:endParaRPr lang="en-US" altLang="en-US"/>
          </a:p>
        </p:txBody>
      </p:sp>
    </p:spTree>
    <p:extLst>
      <p:ext uri="{BB962C8B-B14F-4D97-AF65-F5344CB8AC3E}">
        <p14:creationId xmlns:p14="http://schemas.microsoft.com/office/powerpoint/2010/main" val="37190597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DEA8B60-CD0D-4484-89F6-F0EE53E30B73}" type="datetimeFigureOut">
              <a:rPr lang="en-US" smtClean="0"/>
              <a:t>2025-02-24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9F3E-42AE-4550-AF64-836BE1DCDE8D}" type="slidenum">
              <a:rPr lang="en-US" smtClean="0"/>
              <a:t>‹#›</a:t>
            </a:fld>
            <a:endParaRPr lang="en-US"/>
          </a:p>
        </p:txBody>
      </p:sp>
    </p:spTree>
    <p:extLst>
      <p:ext uri="{BB962C8B-B14F-4D97-AF65-F5344CB8AC3E}">
        <p14:creationId xmlns:p14="http://schemas.microsoft.com/office/powerpoint/2010/main" val="42792642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DEA8B60-CD0D-4484-89F6-F0EE53E30B73}" type="datetimeFigureOut">
              <a:rPr lang="en-US" smtClean="0"/>
              <a:t>2025-02-24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9F3E-42AE-4550-AF64-836BE1DCDE8D}" type="slidenum">
              <a:rPr lang="en-US" smtClean="0"/>
              <a:t>‹#›</a:t>
            </a:fld>
            <a:endParaRPr lang="en-US"/>
          </a:p>
        </p:txBody>
      </p:sp>
    </p:spTree>
    <p:extLst>
      <p:ext uri="{BB962C8B-B14F-4D97-AF65-F5344CB8AC3E}">
        <p14:creationId xmlns:p14="http://schemas.microsoft.com/office/powerpoint/2010/main" val="27544548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EA8B60-CD0D-4484-89F6-F0EE53E30B73}" type="datetimeFigureOut">
              <a:rPr lang="en-US" smtClean="0"/>
              <a:t>2025-02-24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9F3E-42AE-4550-AF64-836BE1DCDE8D}" type="slidenum">
              <a:rPr lang="en-US" smtClean="0"/>
              <a:t>‹#›</a:t>
            </a:fld>
            <a:endParaRPr lang="en-US"/>
          </a:p>
        </p:txBody>
      </p:sp>
    </p:spTree>
    <p:extLst>
      <p:ext uri="{BB962C8B-B14F-4D97-AF65-F5344CB8AC3E}">
        <p14:creationId xmlns:p14="http://schemas.microsoft.com/office/powerpoint/2010/main" val="40719865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DEA8B60-CD0D-4484-89F6-F0EE53E30B73}" type="datetimeFigureOut">
              <a:rPr lang="en-US" smtClean="0"/>
              <a:t>2025-02-24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9D9F3E-42AE-4550-AF64-836BE1DCDE8D}" type="slidenum">
              <a:rPr lang="en-US" smtClean="0"/>
              <a:t>‹#›</a:t>
            </a:fld>
            <a:endParaRPr lang="en-US"/>
          </a:p>
        </p:txBody>
      </p:sp>
    </p:spTree>
    <p:extLst>
      <p:ext uri="{BB962C8B-B14F-4D97-AF65-F5344CB8AC3E}">
        <p14:creationId xmlns:p14="http://schemas.microsoft.com/office/powerpoint/2010/main" val="30246251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DEA8B60-CD0D-4484-89F6-F0EE53E30B73}" type="datetimeFigureOut">
              <a:rPr lang="en-US" smtClean="0"/>
              <a:t>2025-02-24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19D9F3E-42AE-4550-AF64-836BE1DCDE8D}" type="slidenum">
              <a:rPr lang="en-US" smtClean="0"/>
              <a:t>‹#›</a:t>
            </a:fld>
            <a:endParaRPr lang="en-US"/>
          </a:p>
        </p:txBody>
      </p:sp>
    </p:spTree>
    <p:extLst>
      <p:ext uri="{BB962C8B-B14F-4D97-AF65-F5344CB8AC3E}">
        <p14:creationId xmlns:p14="http://schemas.microsoft.com/office/powerpoint/2010/main" val="674885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DEA8B60-CD0D-4484-89F6-F0EE53E30B73}" type="datetimeFigureOut">
              <a:rPr lang="en-US" smtClean="0"/>
              <a:t>2025-02-24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19D9F3E-42AE-4550-AF64-836BE1DCDE8D}" type="slidenum">
              <a:rPr lang="en-US" smtClean="0"/>
              <a:t>‹#›</a:t>
            </a:fld>
            <a:endParaRPr lang="en-US"/>
          </a:p>
        </p:txBody>
      </p:sp>
    </p:spTree>
    <p:extLst>
      <p:ext uri="{BB962C8B-B14F-4D97-AF65-F5344CB8AC3E}">
        <p14:creationId xmlns:p14="http://schemas.microsoft.com/office/powerpoint/2010/main" val="3171574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EA8B60-CD0D-4484-89F6-F0EE53E30B73}" type="datetimeFigureOut">
              <a:rPr lang="en-US" smtClean="0"/>
              <a:t>2025-02-24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19D9F3E-42AE-4550-AF64-836BE1DCDE8D}" type="slidenum">
              <a:rPr lang="en-US" smtClean="0"/>
              <a:t>‹#›</a:t>
            </a:fld>
            <a:endParaRPr lang="en-US"/>
          </a:p>
        </p:txBody>
      </p:sp>
    </p:spTree>
    <p:extLst>
      <p:ext uri="{BB962C8B-B14F-4D97-AF65-F5344CB8AC3E}">
        <p14:creationId xmlns:p14="http://schemas.microsoft.com/office/powerpoint/2010/main" val="2363806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DEA8B60-CD0D-4484-89F6-F0EE53E30B73}" type="datetimeFigureOut">
              <a:rPr lang="en-US" smtClean="0"/>
              <a:t>2025-02-24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9D9F3E-42AE-4550-AF64-836BE1DCDE8D}" type="slidenum">
              <a:rPr lang="en-US" smtClean="0"/>
              <a:t>‹#›</a:t>
            </a:fld>
            <a:endParaRPr lang="en-US"/>
          </a:p>
        </p:txBody>
      </p:sp>
    </p:spTree>
    <p:extLst>
      <p:ext uri="{BB962C8B-B14F-4D97-AF65-F5344CB8AC3E}">
        <p14:creationId xmlns:p14="http://schemas.microsoft.com/office/powerpoint/2010/main" val="36408120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DEA8B60-CD0D-4484-89F6-F0EE53E30B73}" type="datetimeFigureOut">
              <a:rPr lang="en-US" smtClean="0"/>
              <a:t>2025-02-24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9D9F3E-42AE-4550-AF64-836BE1DCDE8D}" type="slidenum">
              <a:rPr lang="en-US" smtClean="0"/>
              <a:t>‹#›</a:t>
            </a:fld>
            <a:endParaRPr lang="en-US"/>
          </a:p>
        </p:txBody>
      </p:sp>
    </p:spTree>
    <p:extLst>
      <p:ext uri="{BB962C8B-B14F-4D97-AF65-F5344CB8AC3E}">
        <p14:creationId xmlns:p14="http://schemas.microsoft.com/office/powerpoint/2010/main" val="17324646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DEA8B60-CD0D-4484-89F6-F0EE53E30B73}" type="datetimeFigureOut">
              <a:rPr lang="en-US" smtClean="0"/>
              <a:t>2025-02-24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9F3E-42AE-4550-AF64-836BE1DCDE8D}" type="slidenum">
              <a:rPr lang="en-US" smtClean="0"/>
              <a:t>‹#›</a:t>
            </a:fld>
            <a:endParaRPr lang="en-US"/>
          </a:p>
        </p:txBody>
      </p:sp>
    </p:spTree>
    <p:extLst>
      <p:ext uri="{BB962C8B-B14F-4D97-AF65-F5344CB8AC3E}">
        <p14:creationId xmlns:p14="http://schemas.microsoft.com/office/powerpoint/2010/main" val="33653278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DEA8B60-CD0D-4484-89F6-F0EE53E30B73}" type="datetimeFigureOut">
              <a:rPr lang="en-US" smtClean="0"/>
              <a:t>2025-02-24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9F3E-42AE-4550-AF64-836BE1DCDE8D}" type="slidenum">
              <a:rPr lang="en-US" smtClean="0"/>
              <a:t>‹#›</a:t>
            </a:fld>
            <a:endParaRPr lang="en-US"/>
          </a:p>
        </p:txBody>
      </p:sp>
    </p:spTree>
    <p:extLst>
      <p:ext uri="{BB962C8B-B14F-4D97-AF65-F5344CB8AC3E}">
        <p14:creationId xmlns:p14="http://schemas.microsoft.com/office/powerpoint/2010/main" val="42505829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EA8B60-CD0D-4484-89F6-F0EE53E30B73}" type="datetimeFigureOut">
              <a:rPr lang="en-US" smtClean="0"/>
              <a:t>2025-02-24</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9D9F3E-42AE-4550-AF64-836BE1DCDE8D}" type="slidenum">
              <a:rPr lang="en-US" smtClean="0"/>
              <a:t>‹#›</a:t>
            </a:fld>
            <a:endParaRPr lang="en-US"/>
          </a:p>
        </p:txBody>
      </p:sp>
    </p:spTree>
    <p:extLst>
      <p:ext uri="{BB962C8B-B14F-4D97-AF65-F5344CB8AC3E}">
        <p14:creationId xmlns:p14="http://schemas.microsoft.com/office/powerpoint/2010/main" val="20627148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www.byu.edu/"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6DA9DF9-31F7-4056-B42E-878CC92417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3300E7-E569-45EB-9F08-C6BA6A846E2D}"/>
              </a:ext>
            </a:extLst>
          </p:cNvPr>
          <p:cNvSpPr>
            <a:spLocks noGrp="1"/>
          </p:cNvSpPr>
          <p:nvPr>
            <p:ph type="ctrTitle"/>
          </p:nvPr>
        </p:nvSpPr>
        <p:spPr>
          <a:xfrm>
            <a:off x="482601" y="643467"/>
            <a:ext cx="3465438" cy="4567137"/>
          </a:xfrm>
        </p:spPr>
        <p:txBody>
          <a:bodyPr>
            <a:normAutofit/>
          </a:bodyPr>
          <a:lstStyle/>
          <a:p>
            <a:pPr algn="l"/>
            <a:r>
              <a:rPr lang="en-US" sz="3800" dirty="0"/>
              <a:t>Final Exam Review</a:t>
            </a:r>
          </a:p>
        </p:txBody>
      </p:sp>
      <p:sp>
        <p:nvSpPr>
          <p:cNvPr id="3" name="Subtitle 2">
            <a:extLst>
              <a:ext uri="{FF2B5EF4-FFF2-40B4-BE49-F238E27FC236}">
                <a16:creationId xmlns:a16="http://schemas.microsoft.com/office/drawing/2014/main" id="{01E0D6CA-874B-4943-9AF3-A94C3BFB4648}"/>
              </a:ext>
            </a:extLst>
          </p:cNvPr>
          <p:cNvSpPr>
            <a:spLocks noGrp="1"/>
          </p:cNvSpPr>
          <p:nvPr>
            <p:ph type="subTitle" idx="1"/>
          </p:nvPr>
        </p:nvSpPr>
        <p:spPr>
          <a:xfrm>
            <a:off x="482600" y="5277684"/>
            <a:ext cx="3465438" cy="775494"/>
          </a:xfrm>
        </p:spPr>
        <p:txBody>
          <a:bodyPr>
            <a:normAutofit/>
          </a:bodyPr>
          <a:lstStyle/>
          <a:p>
            <a:pPr algn="l"/>
            <a:r>
              <a:rPr lang="en-US" dirty="0"/>
              <a:t>IT210A – S18</a:t>
            </a:r>
          </a:p>
        </p:txBody>
      </p:sp>
      <p:pic>
        <p:nvPicPr>
          <p:cNvPr id="7" name="Picture 4" descr="Hand holding a pen shading number on a sheet">
            <a:extLst>
              <a:ext uri="{FF2B5EF4-FFF2-40B4-BE49-F238E27FC236}">
                <a16:creationId xmlns:a16="http://schemas.microsoft.com/office/drawing/2014/main" id="{B51C0C3D-C94E-43F1-A24D-C5A066E62EB2}"/>
              </a:ext>
            </a:extLst>
          </p:cNvPr>
          <p:cNvPicPr>
            <a:picLocks noChangeAspect="1"/>
          </p:cNvPicPr>
          <p:nvPr/>
        </p:nvPicPr>
        <p:blipFill rotWithShape="1">
          <a:blip r:embed="rId2"/>
          <a:srcRect l="51551" r="4921" b="-1"/>
          <a:stretch/>
        </p:blipFill>
        <p:spPr>
          <a:xfrm>
            <a:off x="4671911" y="10"/>
            <a:ext cx="4472089"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3006585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CFAB3-C960-4814-A167-611E9CEDE27E}"/>
              </a:ext>
            </a:extLst>
          </p:cNvPr>
          <p:cNvSpPr>
            <a:spLocks noGrp="1"/>
          </p:cNvSpPr>
          <p:nvPr>
            <p:ph type="title"/>
          </p:nvPr>
        </p:nvSpPr>
        <p:spPr>
          <a:xfrm>
            <a:off x="628650" y="365127"/>
            <a:ext cx="7886700" cy="676596"/>
          </a:xfrm>
        </p:spPr>
        <p:txBody>
          <a:bodyPr>
            <a:normAutofit fontScale="90000"/>
          </a:bodyPr>
          <a:lstStyle/>
          <a:p>
            <a:r>
              <a:rPr lang="en-US" dirty="0"/>
              <a:t>Finals</a:t>
            </a:r>
          </a:p>
        </p:txBody>
      </p:sp>
      <p:sp>
        <p:nvSpPr>
          <p:cNvPr id="3" name="Content Placeholder 2">
            <a:extLst>
              <a:ext uri="{FF2B5EF4-FFF2-40B4-BE49-F238E27FC236}">
                <a16:creationId xmlns:a16="http://schemas.microsoft.com/office/drawing/2014/main" id="{AC2AE225-CDEA-4EB5-B9BC-1686C9123D1E}"/>
              </a:ext>
            </a:extLst>
          </p:cNvPr>
          <p:cNvSpPr>
            <a:spLocks noGrp="1"/>
          </p:cNvSpPr>
          <p:nvPr>
            <p:ph idx="1"/>
          </p:nvPr>
        </p:nvSpPr>
        <p:spPr>
          <a:xfrm>
            <a:off x="628650" y="1342663"/>
            <a:ext cx="7886700" cy="4834300"/>
          </a:xfrm>
        </p:spPr>
        <p:txBody>
          <a:bodyPr>
            <a:normAutofit/>
          </a:bodyPr>
          <a:lstStyle/>
          <a:p>
            <a:r>
              <a:rPr lang="en-US" sz="2400" b="1" dirty="0"/>
              <a:t>Take-Home Final (Today through Wednesday)</a:t>
            </a:r>
            <a:endParaRPr lang="en-US" sz="2400" dirty="0"/>
          </a:p>
          <a:p>
            <a:pPr lvl="1"/>
            <a:r>
              <a:rPr lang="en-US" sz="2000" dirty="0"/>
              <a:t>Open book, open notes, open internet, no collaboration or personal help.</a:t>
            </a:r>
          </a:p>
          <a:p>
            <a:pPr lvl="1"/>
            <a:r>
              <a:rPr lang="en-US" sz="2000" dirty="0"/>
              <a:t>10 Questions: Written Response</a:t>
            </a:r>
          </a:p>
          <a:p>
            <a:pPr lvl="1"/>
            <a:r>
              <a:rPr lang="en-US" sz="2000" dirty="0"/>
              <a:t>Should take 1 ½ to 3 hours.</a:t>
            </a:r>
          </a:p>
          <a:p>
            <a:r>
              <a:rPr lang="en-US" sz="2400" b="1" dirty="0"/>
              <a:t>In-Class Final </a:t>
            </a:r>
            <a:r>
              <a:rPr lang="en-US" sz="2400" b="1"/>
              <a:t>(Wednesday)</a:t>
            </a:r>
            <a:endParaRPr lang="en-US" sz="2400" dirty="0"/>
          </a:p>
          <a:p>
            <a:pPr lvl="1"/>
            <a:r>
              <a:rPr lang="en-US" sz="2000" dirty="0"/>
              <a:t>Will take class and lab time on Monday (8:00am to 9:50am)</a:t>
            </a:r>
          </a:p>
          <a:p>
            <a:pPr lvl="1"/>
            <a:r>
              <a:rPr lang="en-US" sz="2000" dirty="0"/>
              <a:t>Should take 1 hour but you will have nearly 2.</a:t>
            </a:r>
          </a:p>
          <a:p>
            <a:pPr lvl="1"/>
            <a:r>
              <a:rPr lang="en-US" sz="2000" dirty="0"/>
              <a:t>Closed book, closed internet, closed neighbor, etc.</a:t>
            </a:r>
          </a:p>
          <a:p>
            <a:pPr lvl="1"/>
            <a:r>
              <a:rPr lang="en-US" sz="2000" dirty="0"/>
              <a:t>You may prepare </a:t>
            </a:r>
            <a:r>
              <a:rPr lang="en-US" sz="2000" b="1" dirty="0"/>
              <a:t>One Page of Notes</a:t>
            </a:r>
            <a:r>
              <a:rPr lang="en-US" sz="2000" dirty="0"/>
              <a:t> (double sided) before the exam.</a:t>
            </a:r>
          </a:p>
        </p:txBody>
      </p:sp>
    </p:spTree>
    <p:extLst>
      <p:ext uri="{BB962C8B-B14F-4D97-AF65-F5344CB8AC3E}">
        <p14:creationId xmlns:p14="http://schemas.microsoft.com/office/powerpoint/2010/main" val="37678328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368BE75-251C-9554-9486-3FB0C6CD5C8E}"/>
              </a:ext>
            </a:extLst>
          </p:cNvPr>
          <p:cNvSpPr txBox="1"/>
          <p:nvPr/>
        </p:nvSpPr>
        <p:spPr>
          <a:xfrm>
            <a:off x="795129" y="1317645"/>
            <a:ext cx="7837715" cy="4801314"/>
          </a:xfrm>
          <a:prstGeom prst="rect">
            <a:avLst/>
          </a:prstGeom>
          <a:noFill/>
          <a:ln>
            <a:solidFill>
              <a:schemeClr val="tx1"/>
            </a:solidFill>
          </a:ln>
        </p:spPr>
        <p:txBody>
          <a:bodyPr wrap="square" rtlCol="0">
            <a:spAutoFit/>
          </a:bodyPr>
          <a:lstStyle/>
          <a:p>
            <a:r>
              <a:rPr lang="en-US" dirty="0"/>
              <a:t>This is an "open book" exam. You may use the internet, including search, in read mode. That is, you can search for keywords but do not post questions from the exam to any website whether it's a forum or AI. You may not communicate with any person (in-person or via the Internet) about the contents of this exam.</a:t>
            </a:r>
          </a:p>
          <a:p>
            <a:endParaRPr lang="en-US" dirty="0"/>
          </a:p>
          <a:p>
            <a:r>
              <a:rPr lang="en-US" dirty="0"/>
              <a:t>You may use any resources presented in class including </a:t>
            </a:r>
            <a:r>
              <a:rPr lang="en-US" dirty="0" err="1"/>
              <a:t>LearningSuite</a:t>
            </a:r>
            <a:r>
              <a:rPr lang="en-US" dirty="0"/>
              <a:t>, slide decks, labs, and so forth.</a:t>
            </a:r>
          </a:p>
          <a:p>
            <a:endParaRPr lang="en-US" dirty="0"/>
          </a:p>
          <a:p>
            <a:r>
              <a:rPr lang="en-US" dirty="0"/>
              <a:t>The exam consists of 10 questions, each with a written (essay) response that you will enter into </a:t>
            </a:r>
            <a:r>
              <a:rPr lang="en-US" dirty="0" err="1"/>
              <a:t>LearningSuite</a:t>
            </a:r>
            <a:r>
              <a:rPr lang="en-US" dirty="0"/>
              <a:t>. You may choose to compose your answers in a word processor and then paste them into the provided answer space.</a:t>
            </a:r>
          </a:p>
          <a:p>
            <a:endParaRPr lang="en-US" dirty="0"/>
          </a:p>
          <a:p>
            <a:r>
              <a:rPr lang="en-US" dirty="0"/>
              <a:t>You may save the exam, leave, and continue later. It need not be completed in one sitting.</a:t>
            </a:r>
          </a:p>
          <a:p>
            <a:endParaRPr lang="en-US" dirty="0"/>
          </a:p>
          <a:p>
            <a:r>
              <a:rPr lang="en-US" dirty="0"/>
              <a:t>There is no time limit except that you must submit the exam before the due date/time. We expect this to take 1½ to 3 hours to complete.</a:t>
            </a:r>
          </a:p>
        </p:txBody>
      </p:sp>
      <p:sp>
        <p:nvSpPr>
          <p:cNvPr id="5" name="TextBox 4">
            <a:extLst>
              <a:ext uri="{FF2B5EF4-FFF2-40B4-BE49-F238E27FC236}">
                <a16:creationId xmlns:a16="http://schemas.microsoft.com/office/drawing/2014/main" id="{F027C6B1-61A9-0C0E-2A69-4D79A596D817}"/>
              </a:ext>
            </a:extLst>
          </p:cNvPr>
          <p:cNvSpPr txBox="1"/>
          <p:nvPr/>
        </p:nvSpPr>
        <p:spPr>
          <a:xfrm>
            <a:off x="988234" y="545232"/>
            <a:ext cx="3173561" cy="523220"/>
          </a:xfrm>
          <a:prstGeom prst="rect">
            <a:avLst/>
          </a:prstGeom>
          <a:noFill/>
        </p:spPr>
        <p:txBody>
          <a:bodyPr wrap="none" rtlCol="0">
            <a:spAutoFit/>
          </a:bodyPr>
          <a:lstStyle/>
          <a:p>
            <a:r>
              <a:rPr lang="en-US" sz="2800" b="1" dirty="0"/>
              <a:t>From </a:t>
            </a:r>
            <a:r>
              <a:rPr lang="en-US" sz="2800" b="1" dirty="0" err="1"/>
              <a:t>LearningSuite</a:t>
            </a:r>
            <a:r>
              <a:rPr lang="en-US" sz="2800" b="1" dirty="0"/>
              <a:t>:</a:t>
            </a:r>
          </a:p>
        </p:txBody>
      </p:sp>
    </p:spTree>
    <p:extLst>
      <p:ext uri="{BB962C8B-B14F-4D97-AF65-F5344CB8AC3E}">
        <p14:creationId xmlns:p14="http://schemas.microsoft.com/office/powerpoint/2010/main" val="36105152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8CFF8FE-D68B-8F2D-5967-6DD7DF8DB698}"/>
              </a:ext>
            </a:extLst>
          </p:cNvPr>
          <p:cNvSpPr txBox="1"/>
          <p:nvPr/>
        </p:nvSpPr>
        <p:spPr>
          <a:xfrm>
            <a:off x="1096144" y="1391478"/>
            <a:ext cx="6951711" cy="1477328"/>
          </a:xfrm>
          <a:prstGeom prst="rect">
            <a:avLst/>
          </a:prstGeom>
          <a:noFill/>
          <a:ln>
            <a:solidFill>
              <a:schemeClr val="tx1"/>
            </a:solidFill>
          </a:ln>
        </p:spPr>
        <p:txBody>
          <a:bodyPr wrap="square" rtlCol="0">
            <a:spAutoFit/>
          </a:bodyPr>
          <a:lstStyle/>
          <a:p>
            <a:r>
              <a:rPr lang="en-US" dirty="0"/>
              <a:t>Comprehensive exam. You are permitted one page of personal notes, prepared in advance. This exam should be taken in-class without looking at any other resources or talking to anyone. There are 60 questions. All are selected response (multiple choice, true/false, matching, etc.) You are given 2 hours for the test but only one hour should be required.</a:t>
            </a:r>
          </a:p>
        </p:txBody>
      </p:sp>
      <p:sp>
        <p:nvSpPr>
          <p:cNvPr id="3" name="TextBox 2">
            <a:extLst>
              <a:ext uri="{FF2B5EF4-FFF2-40B4-BE49-F238E27FC236}">
                <a16:creationId xmlns:a16="http://schemas.microsoft.com/office/drawing/2014/main" id="{F1D05993-4F32-965A-D088-2C062B92A905}"/>
              </a:ext>
            </a:extLst>
          </p:cNvPr>
          <p:cNvSpPr txBox="1"/>
          <p:nvPr/>
        </p:nvSpPr>
        <p:spPr>
          <a:xfrm>
            <a:off x="988234" y="545232"/>
            <a:ext cx="3173561" cy="523220"/>
          </a:xfrm>
          <a:prstGeom prst="rect">
            <a:avLst/>
          </a:prstGeom>
          <a:noFill/>
        </p:spPr>
        <p:txBody>
          <a:bodyPr wrap="none" rtlCol="0">
            <a:spAutoFit/>
          </a:bodyPr>
          <a:lstStyle/>
          <a:p>
            <a:r>
              <a:rPr lang="en-US" sz="2800" b="1" dirty="0"/>
              <a:t>From </a:t>
            </a:r>
            <a:r>
              <a:rPr lang="en-US" sz="2800" b="1" dirty="0" err="1"/>
              <a:t>LearningSuite</a:t>
            </a:r>
            <a:r>
              <a:rPr lang="en-US" sz="2800" b="1" dirty="0"/>
              <a:t>:</a:t>
            </a:r>
          </a:p>
        </p:txBody>
      </p:sp>
    </p:spTree>
    <p:extLst>
      <p:ext uri="{BB962C8B-B14F-4D97-AF65-F5344CB8AC3E}">
        <p14:creationId xmlns:p14="http://schemas.microsoft.com/office/powerpoint/2010/main" val="39647251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20829-6D4D-41FB-BD87-021382EEE637}"/>
              </a:ext>
            </a:extLst>
          </p:cNvPr>
          <p:cNvSpPr>
            <a:spLocks noGrp="1"/>
          </p:cNvSpPr>
          <p:nvPr>
            <p:ph type="title"/>
          </p:nvPr>
        </p:nvSpPr>
        <p:spPr>
          <a:xfrm>
            <a:off x="628650" y="365127"/>
            <a:ext cx="7886700" cy="846986"/>
          </a:xfrm>
        </p:spPr>
        <p:txBody>
          <a:bodyPr/>
          <a:lstStyle/>
          <a:p>
            <a:r>
              <a:rPr lang="en-US" dirty="0"/>
              <a:t>In-Class Final: Fall 2023</a:t>
            </a:r>
          </a:p>
        </p:txBody>
      </p:sp>
      <p:sp>
        <p:nvSpPr>
          <p:cNvPr id="5" name="TextBox 4">
            <a:extLst>
              <a:ext uri="{FF2B5EF4-FFF2-40B4-BE49-F238E27FC236}">
                <a16:creationId xmlns:a16="http://schemas.microsoft.com/office/drawing/2014/main" id="{E8BBBB21-E392-4A29-8DCF-5E78D4C553C5}"/>
              </a:ext>
            </a:extLst>
          </p:cNvPr>
          <p:cNvSpPr txBox="1"/>
          <p:nvPr/>
        </p:nvSpPr>
        <p:spPr>
          <a:xfrm>
            <a:off x="1775637" y="6081823"/>
            <a:ext cx="6175667" cy="369332"/>
          </a:xfrm>
          <a:prstGeom prst="rect">
            <a:avLst/>
          </a:prstGeom>
          <a:noFill/>
        </p:spPr>
        <p:txBody>
          <a:bodyPr wrap="square" rtlCol="0">
            <a:spAutoFit/>
          </a:bodyPr>
          <a:lstStyle/>
          <a:p>
            <a:r>
              <a:rPr lang="en-US" i="1" dirty="0"/>
              <a:t>No significant correlation between time spent and final score.</a:t>
            </a:r>
          </a:p>
        </p:txBody>
      </p:sp>
      <p:graphicFrame>
        <p:nvGraphicFramePr>
          <p:cNvPr id="7" name="Content Placeholder 6">
            <a:extLst>
              <a:ext uri="{FF2B5EF4-FFF2-40B4-BE49-F238E27FC236}">
                <a16:creationId xmlns:a16="http://schemas.microsoft.com/office/drawing/2014/main" id="{1E586FCA-268D-D3D4-B681-FB2AE015E38C}"/>
              </a:ext>
            </a:extLst>
          </p:cNvPr>
          <p:cNvGraphicFramePr>
            <a:graphicFrameLocks noGrp="1"/>
          </p:cNvGraphicFramePr>
          <p:nvPr>
            <p:ph idx="1"/>
            <p:extLst>
              <p:ext uri="{D42A27DB-BD31-4B8C-83A1-F6EECF244321}">
                <p14:modId xmlns:p14="http://schemas.microsoft.com/office/powerpoint/2010/main" val="2547654937"/>
              </p:ext>
            </p:extLst>
          </p:nvPr>
        </p:nvGraphicFramePr>
        <p:xfrm>
          <a:off x="628649" y="1357408"/>
          <a:ext cx="7886700" cy="43513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5587711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1DAE8-6CAE-4EB8-ABE4-723FC159669E}"/>
              </a:ext>
            </a:extLst>
          </p:cNvPr>
          <p:cNvSpPr>
            <a:spLocks noGrp="1"/>
          </p:cNvSpPr>
          <p:nvPr>
            <p:ph type="title"/>
          </p:nvPr>
        </p:nvSpPr>
        <p:spPr/>
        <p:txBody>
          <a:bodyPr/>
          <a:lstStyle/>
          <a:p>
            <a:r>
              <a:rPr lang="en-US" dirty="0"/>
              <a:t>Command-Line (BASH)</a:t>
            </a:r>
          </a:p>
        </p:txBody>
      </p:sp>
      <p:sp>
        <p:nvSpPr>
          <p:cNvPr id="3" name="Content Placeholder 2">
            <a:extLst>
              <a:ext uri="{FF2B5EF4-FFF2-40B4-BE49-F238E27FC236}">
                <a16:creationId xmlns:a16="http://schemas.microsoft.com/office/drawing/2014/main" id="{2800827E-A103-44B6-AB01-45A9D5074C19}"/>
              </a:ext>
            </a:extLst>
          </p:cNvPr>
          <p:cNvSpPr>
            <a:spLocks noGrp="1"/>
          </p:cNvSpPr>
          <p:nvPr>
            <p:ph idx="1"/>
          </p:nvPr>
        </p:nvSpPr>
        <p:spPr/>
        <p:txBody>
          <a:bodyPr/>
          <a:lstStyle/>
          <a:p>
            <a:r>
              <a:rPr lang="en-US" dirty="0"/>
              <a:t>cd, ls, </a:t>
            </a:r>
            <a:r>
              <a:rPr lang="en-US" dirty="0" err="1"/>
              <a:t>dir</a:t>
            </a:r>
            <a:r>
              <a:rPr lang="en-US" dirty="0"/>
              <a:t>, cp, mv</a:t>
            </a:r>
          </a:p>
          <a:p>
            <a:r>
              <a:rPr lang="en-US" dirty="0" err="1"/>
              <a:t>mkdir</a:t>
            </a:r>
            <a:endParaRPr lang="en-US" dirty="0"/>
          </a:p>
          <a:p>
            <a:r>
              <a:rPr lang="en-US" dirty="0"/>
              <a:t>ifconfig/ipconfig</a:t>
            </a:r>
          </a:p>
          <a:p>
            <a:r>
              <a:rPr lang="en-US" dirty="0"/>
              <a:t>man/info</a:t>
            </a:r>
          </a:p>
          <a:p>
            <a:r>
              <a:rPr lang="en-US" dirty="0" err="1"/>
              <a:t>sudo</a:t>
            </a:r>
            <a:endParaRPr lang="en-US" dirty="0"/>
          </a:p>
          <a:p>
            <a:r>
              <a:rPr lang="en-US" dirty="0"/>
              <a:t>apt-get</a:t>
            </a:r>
          </a:p>
          <a:p>
            <a:r>
              <a:rPr lang="en-US" dirty="0" err="1"/>
              <a:t>chmod</a:t>
            </a:r>
            <a:endParaRPr lang="en-US" dirty="0"/>
          </a:p>
          <a:p>
            <a:r>
              <a:rPr lang="en-US" dirty="0" err="1"/>
              <a:t>chown</a:t>
            </a:r>
            <a:endParaRPr lang="en-US" dirty="0"/>
          </a:p>
        </p:txBody>
      </p:sp>
    </p:spTree>
    <p:extLst>
      <p:ext uri="{BB962C8B-B14F-4D97-AF65-F5344CB8AC3E}">
        <p14:creationId xmlns:p14="http://schemas.microsoft.com/office/powerpoint/2010/main" val="42167771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48FFF-63FB-463A-902D-0E9699A8FB61}"/>
              </a:ext>
            </a:extLst>
          </p:cNvPr>
          <p:cNvSpPr>
            <a:spLocks noGrp="1"/>
          </p:cNvSpPr>
          <p:nvPr>
            <p:ph type="title"/>
          </p:nvPr>
        </p:nvSpPr>
        <p:spPr/>
        <p:txBody>
          <a:bodyPr/>
          <a:lstStyle/>
          <a:p>
            <a:r>
              <a:rPr lang="en-US" dirty="0"/>
              <a:t>HTML</a:t>
            </a:r>
          </a:p>
        </p:txBody>
      </p:sp>
      <p:sp>
        <p:nvSpPr>
          <p:cNvPr id="3" name="Content Placeholder 2">
            <a:extLst>
              <a:ext uri="{FF2B5EF4-FFF2-40B4-BE49-F238E27FC236}">
                <a16:creationId xmlns:a16="http://schemas.microsoft.com/office/drawing/2014/main" id="{ECD0F992-3E0D-4DD2-BBBE-2798A7B8742D}"/>
              </a:ext>
            </a:extLst>
          </p:cNvPr>
          <p:cNvSpPr>
            <a:spLocks noGrp="1"/>
          </p:cNvSpPr>
          <p:nvPr>
            <p:ph idx="1"/>
          </p:nvPr>
        </p:nvSpPr>
        <p:spPr/>
        <p:txBody>
          <a:bodyPr/>
          <a:lstStyle/>
          <a:p>
            <a:r>
              <a:rPr lang="en-US" dirty="0"/>
              <a:t>&lt;head&gt;, &lt;body&gt;</a:t>
            </a:r>
          </a:p>
          <a:p>
            <a:r>
              <a:rPr lang="en-US" dirty="0"/>
              <a:t>&lt;p&gt;, &lt;div&gt;, and other block elements</a:t>
            </a:r>
          </a:p>
          <a:p>
            <a:r>
              <a:rPr lang="en-US" dirty="0"/>
              <a:t>&lt;span&gt;, &lt;</a:t>
            </a:r>
            <a:r>
              <a:rPr lang="en-US" dirty="0" err="1"/>
              <a:t>em</a:t>
            </a:r>
            <a:r>
              <a:rPr lang="en-US" dirty="0"/>
              <a:t>&gt;, &lt;strong&gt; and other inline elements</a:t>
            </a:r>
          </a:p>
          <a:p>
            <a:r>
              <a:rPr lang="en-US" dirty="0"/>
              <a:t>&lt;</a:t>
            </a:r>
            <a:r>
              <a:rPr lang="en-US" dirty="0" err="1"/>
              <a:t>img</a:t>
            </a:r>
            <a:r>
              <a:rPr lang="en-US" dirty="0"/>
              <a:t>&gt;, &lt;audio&gt;, &lt;video&gt; and other media elements</a:t>
            </a:r>
          </a:p>
        </p:txBody>
      </p:sp>
    </p:spTree>
    <p:extLst>
      <p:ext uri="{BB962C8B-B14F-4D97-AF65-F5344CB8AC3E}">
        <p14:creationId xmlns:p14="http://schemas.microsoft.com/office/powerpoint/2010/main" val="1185885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35A4273-5BA9-BB45-9DD9-35F08E3C82E7}"/>
              </a:ext>
            </a:extLst>
          </p:cNvPr>
          <p:cNvSpPr>
            <a:spLocks noGrp="1"/>
          </p:cNvSpPr>
          <p:nvPr>
            <p:ph type="title"/>
          </p:nvPr>
        </p:nvSpPr>
        <p:spPr>
          <a:xfrm>
            <a:off x="342901" y="571501"/>
            <a:ext cx="3871913" cy="2683821"/>
          </a:xfrm>
        </p:spPr>
        <p:txBody>
          <a:bodyPr>
            <a:normAutofit/>
          </a:bodyPr>
          <a:lstStyle/>
          <a:p>
            <a:r>
              <a:rPr lang="en-US" sz="4000" b="1" dirty="0"/>
              <a:t>Block Elements</a:t>
            </a:r>
            <a:br>
              <a:rPr lang="en-US" sz="4000" b="1" dirty="0"/>
            </a:br>
            <a:r>
              <a:rPr lang="en-US" sz="3100" b="1" dirty="0">
                <a:solidFill>
                  <a:srgbClr val="C00000"/>
                </a:solidFill>
              </a:rPr>
              <a:t>DIV, P, TABLE</a:t>
            </a:r>
            <a:br>
              <a:rPr lang="en-US" sz="3100" b="1" dirty="0">
                <a:solidFill>
                  <a:srgbClr val="C00000"/>
                </a:solidFill>
              </a:rPr>
            </a:br>
            <a:br>
              <a:rPr lang="en-US" sz="3100" b="1" dirty="0">
                <a:solidFill>
                  <a:srgbClr val="C00000"/>
                </a:solidFill>
              </a:rPr>
            </a:br>
            <a:r>
              <a:rPr lang="en-US" sz="3100" b="1" dirty="0"/>
              <a:t>Stack Vertically</a:t>
            </a:r>
            <a:br>
              <a:rPr lang="en-US" sz="3100" b="1" dirty="0"/>
            </a:br>
            <a:r>
              <a:rPr lang="en-US" sz="3100" b="1" dirty="0"/>
              <a:t> </a:t>
            </a:r>
            <a:endParaRPr lang="en-US" sz="4000" b="1" dirty="0"/>
          </a:p>
        </p:txBody>
      </p:sp>
      <p:pic>
        <p:nvPicPr>
          <p:cNvPr id="7" name="Picture 6">
            <a:extLst>
              <a:ext uri="{FF2B5EF4-FFF2-40B4-BE49-F238E27FC236}">
                <a16:creationId xmlns:a16="http://schemas.microsoft.com/office/drawing/2014/main" id="{031A2EE8-5057-3A49-ACEA-AC58BEB61818}"/>
              </a:ext>
            </a:extLst>
          </p:cNvPr>
          <p:cNvPicPr>
            <a:picLocks noChangeAspect="1"/>
          </p:cNvPicPr>
          <p:nvPr/>
        </p:nvPicPr>
        <p:blipFill rotWithShape="1">
          <a:blip r:embed="rId3"/>
          <a:srcRect b="15528"/>
          <a:stretch/>
        </p:blipFill>
        <p:spPr>
          <a:xfrm>
            <a:off x="116949" y="3255322"/>
            <a:ext cx="8884176" cy="3031179"/>
          </a:xfrm>
          <a:prstGeom prst="rect">
            <a:avLst/>
          </a:prstGeom>
        </p:spPr>
      </p:pic>
      <p:sp>
        <p:nvSpPr>
          <p:cNvPr id="8" name="Title 3">
            <a:extLst>
              <a:ext uri="{FF2B5EF4-FFF2-40B4-BE49-F238E27FC236}">
                <a16:creationId xmlns:a16="http://schemas.microsoft.com/office/drawing/2014/main" id="{32791789-3FD2-474A-A97F-97BC62A421B2}"/>
              </a:ext>
            </a:extLst>
          </p:cNvPr>
          <p:cNvSpPr txBox="1">
            <a:spLocks/>
          </p:cNvSpPr>
          <p:nvPr/>
        </p:nvSpPr>
        <p:spPr>
          <a:xfrm>
            <a:off x="4995864" y="571501"/>
            <a:ext cx="3871913" cy="2683821"/>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4000" b="1" dirty="0"/>
              <a:t>Inline Elements</a:t>
            </a:r>
            <a:br>
              <a:rPr lang="en-US" sz="4000" b="1" dirty="0"/>
            </a:br>
            <a:r>
              <a:rPr lang="en-US" sz="3100" b="1" dirty="0">
                <a:solidFill>
                  <a:srgbClr val="C00000"/>
                </a:solidFill>
              </a:rPr>
              <a:t>SPAN, EM, IMG</a:t>
            </a:r>
          </a:p>
          <a:p>
            <a:endParaRPr lang="en-US" sz="3100" b="1" dirty="0">
              <a:solidFill>
                <a:srgbClr val="C00000"/>
              </a:solidFill>
            </a:endParaRPr>
          </a:p>
          <a:p>
            <a:r>
              <a:rPr lang="en-US" sz="3100" b="1" dirty="0"/>
              <a:t>Flows/wraps from one line to next</a:t>
            </a:r>
          </a:p>
        </p:txBody>
      </p:sp>
    </p:spTree>
    <p:extLst>
      <p:ext uri="{BB962C8B-B14F-4D97-AF65-F5344CB8AC3E}">
        <p14:creationId xmlns:p14="http://schemas.microsoft.com/office/powerpoint/2010/main" val="34062238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982D6-F506-4D3B-A9EA-B9638A1276D2}"/>
              </a:ext>
            </a:extLst>
          </p:cNvPr>
          <p:cNvSpPr>
            <a:spLocks noGrp="1"/>
          </p:cNvSpPr>
          <p:nvPr>
            <p:ph type="title"/>
          </p:nvPr>
        </p:nvSpPr>
        <p:spPr/>
        <p:txBody>
          <a:bodyPr/>
          <a:lstStyle/>
          <a:p>
            <a:r>
              <a:rPr lang="en-US" dirty="0"/>
              <a:t>CSS</a:t>
            </a:r>
          </a:p>
        </p:txBody>
      </p:sp>
      <p:sp>
        <p:nvSpPr>
          <p:cNvPr id="3" name="Content Placeholder 2">
            <a:extLst>
              <a:ext uri="{FF2B5EF4-FFF2-40B4-BE49-F238E27FC236}">
                <a16:creationId xmlns:a16="http://schemas.microsoft.com/office/drawing/2014/main" id="{E5B88762-200B-43EE-BFB8-24865A4CFEC4}"/>
              </a:ext>
            </a:extLst>
          </p:cNvPr>
          <p:cNvSpPr>
            <a:spLocks noGrp="1"/>
          </p:cNvSpPr>
          <p:nvPr>
            <p:ph idx="1"/>
          </p:nvPr>
        </p:nvSpPr>
        <p:spPr/>
        <p:txBody>
          <a:bodyPr>
            <a:normAutofit lnSpcReduction="10000"/>
          </a:bodyPr>
          <a:lstStyle/>
          <a:p>
            <a:pPr lvl="0"/>
            <a:r>
              <a:rPr lang="en-US" dirty="0"/>
              <a:t>Location</a:t>
            </a:r>
          </a:p>
          <a:p>
            <a:pPr lvl="1"/>
            <a:r>
              <a:rPr lang="en-US" dirty="0"/>
              <a:t>Inline (in a “style” attribute)</a:t>
            </a:r>
          </a:p>
          <a:p>
            <a:pPr lvl="1"/>
            <a:r>
              <a:rPr lang="en-US" dirty="0"/>
              <a:t>Embedded (in a &lt;style&gt; element)</a:t>
            </a:r>
          </a:p>
          <a:p>
            <a:pPr lvl="1"/>
            <a:r>
              <a:rPr lang="en-US" dirty="0"/>
              <a:t>External (linked)</a:t>
            </a:r>
          </a:p>
          <a:p>
            <a:pPr lvl="0"/>
            <a:r>
              <a:rPr lang="en-US" dirty="0"/>
              <a:t>Selectors: element, #id, .class</a:t>
            </a:r>
          </a:p>
          <a:p>
            <a:pPr lvl="0"/>
            <a:r>
              <a:rPr lang="en-US" dirty="0"/>
              <a:t>Position:</a:t>
            </a:r>
            <a:r>
              <a:rPr lang="en-US" baseline="0" dirty="0"/>
              <a:t> static, absolute, fixed, relative</a:t>
            </a:r>
          </a:p>
          <a:p>
            <a:pPr lvl="0"/>
            <a:r>
              <a:rPr lang="en-US" dirty="0"/>
              <a:t>Commonly-used properties</a:t>
            </a:r>
          </a:p>
          <a:p>
            <a:pPr lvl="1"/>
            <a:r>
              <a:rPr lang="en-US" baseline="0" dirty="0"/>
              <a:t>font</a:t>
            </a:r>
            <a:r>
              <a:rPr lang="en-US" dirty="0"/>
              <a:t> (font-family)</a:t>
            </a:r>
          </a:p>
          <a:p>
            <a:pPr lvl="1"/>
            <a:r>
              <a:rPr lang="en-US" baseline="0" dirty="0"/>
              <a:t>color</a:t>
            </a:r>
          </a:p>
          <a:p>
            <a:pPr lvl="1"/>
            <a:r>
              <a:rPr lang="en-US" baseline="0" dirty="0"/>
              <a:t>background-color</a:t>
            </a:r>
          </a:p>
          <a:p>
            <a:pPr lvl="1"/>
            <a:endParaRPr lang="en-US" baseline="0" dirty="0"/>
          </a:p>
        </p:txBody>
      </p:sp>
    </p:spTree>
    <p:extLst>
      <p:ext uri="{BB962C8B-B14F-4D97-AF65-F5344CB8AC3E}">
        <p14:creationId xmlns:p14="http://schemas.microsoft.com/office/powerpoint/2010/main" val="18955481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C0C98-B2D3-4F8E-AE31-8EF1F2AB4918}"/>
              </a:ext>
            </a:extLst>
          </p:cNvPr>
          <p:cNvSpPr>
            <a:spLocks noGrp="1"/>
          </p:cNvSpPr>
          <p:nvPr>
            <p:ph type="title"/>
          </p:nvPr>
        </p:nvSpPr>
        <p:spPr/>
        <p:txBody>
          <a:bodyPr/>
          <a:lstStyle/>
          <a:p>
            <a:r>
              <a:rPr lang="en-US" dirty="0"/>
              <a:t>JavaScript</a:t>
            </a:r>
          </a:p>
        </p:txBody>
      </p:sp>
      <p:sp>
        <p:nvSpPr>
          <p:cNvPr id="3" name="Content Placeholder 2">
            <a:extLst>
              <a:ext uri="{FF2B5EF4-FFF2-40B4-BE49-F238E27FC236}">
                <a16:creationId xmlns:a16="http://schemas.microsoft.com/office/drawing/2014/main" id="{BFCA4711-E9AA-4B12-9298-4A9F78603CC7}"/>
              </a:ext>
            </a:extLst>
          </p:cNvPr>
          <p:cNvSpPr>
            <a:spLocks noGrp="1"/>
          </p:cNvSpPr>
          <p:nvPr>
            <p:ph idx="1"/>
          </p:nvPr>
        </p:nvSpPr>
        <p:spPr>
          <a:xfrm>
            <a:off x="628650" y="1825624"/>
            <a:ext cx="7886700" cy="4887147"/>
          </a:xfrm>
        </p:spPr>
        <p:txBody>
          <a:bodyPr>
            <a:normAutofit/>
          </a:bodyPr>
          <a:lstStyle/>
          <a:p>
            <a:r>
              <a:rPr lang="en-US" dirty="0"/>
              <a:t>Location</a:t>
            </a:r>
          </a:p>
          <a:p>
            <a:pPr lvl="1"/>
            <a:r>
              <a:rPr lang="en-US" dirty="0"/>
              <a:t>Inline (e.g. &lt;button onclick="</a:t>
            </a:r>
            <a:r>
              <a:rPr lang="en-US" dirty="0" err="1"/>
              <a:t>doOnClick</a:t>
            </a:r>
            <a:r>
              <a:rPr lang="en-US" dirty="0"/>
              <a:t>(event)" &gt;</a:t>
            </a:r>
          </a:p>
          <a:p>
            <a:pPr lvl="1"/>
            <a:r>
              <a:rPr lang="en-US" dirty="0"/>
              <a:t>Embedded (in a &lt;script&gt; element)</a:t>
            </a:r>
          </a:p>
          <a:p>
            <a:pPr lvl="1"/>
            <a:r>
              <a:rPr lang="en-US" dirty="0"/>
              <a:t>External &lt;script </a:t>
            </a:r>
            <a:r>
              <a:rPr lang="en-US" dirty="0" err="1"/>
              <a:t>src</a:t>
            </a:r>
            <a:r>
              <a:rPr lang="en-US" dirty="0"/>
              <a:t>="script.js"&gt;</a:t>
            </a:r>
          </a:p>
          <a:p>
            <a:r>
              <a:rPr lang="en-US" dirty="0"/>
              <a:t>DOM (Document Object Model)</a:t>
            </a:r>
          </a:p>
          <a:p>
            <a:pPr lvl="0"/>
            <a:r>
              <a:rPr lang="en-US" dirty="0"/>
              <a:t>HTML Local Storage</a:t>
            </a:r>
          </a:p>
          <a:p>
            <a:pPr lvl="0"/>
            <a:r>
              <a:rPr lang="en-US" dirty="0"/>
              <a:t>Event Handling</a:t>
            </a:r>
          </a:p>
          <a:p>
            <a:pPr lvl="1"/>
            <a:r>
              <a:rPr lang="en-US" dirty="0"/>
              <a:t>Inline handler (like above)</a:t>
            </a:r>
          </a:p>
          <a:p>
            <a:pPr lvl="1"/>
            <a:r>
              <a:rPr lang="en-US" dirty="0" err="1"/>
              <a:t>element.onclick</a:t>
            </a:r>
            <a:r>
              <a:rPr lang="en-US" dirty="0"/>
              <a:t> = </a:t>
            </a:r>
            <a:r>
              <a:rPr lang="en-US" dirty="0" err="1"/>
              <a:t>doOnClick</a:t>
            </a:r>
            <a:r>
              <a:rPr lang="en-US" dirty="0"/>
              <a:t>;</a:t>
            </a:r>
          </a:p>
          <a:p>
            <a:pPr lvl="1"/>
            <a:r>
              <a:rPr lang="en-US" dirty="0" err="1"/>
              <a:t>element.addEventListener</a:t>
            </a:r>
            <a:r>
              <a:rPr lang="en-US" dirty="0"/>
              <a:t>("click", </a:t>
            </a:r>
            <a:r>
              <a:rPr lang="en-US" dirty="0" err="1"/>
              <a:t>doOnClick</a:t>
            </a:r>
            <a:r>
              <a:rPr lang="en-US" dirty="0"/>
              <a:t>)</a:t>
            </a:r>
          </a:p>
          <a:p>
            <a:pPr marL="0" indent="0">
              <a:buNone/>
            </a:pPr>
            <a:r>
              <a:rPr lang="en-US" i="1" dirty="0"/>
              <a:t>Which method is preferred? Why?</a:t>
            </a:r>
          </a:p>
        </p:txBody>
      </p:sp>
    </p:spTree>
    <p:extLst>
      <p:ext uri="{BB962C8B-B14F-4D97-AF65-F5344CB8AC3E}">
        <p14:creationId xmlns:p14="http://schemas.microsoft.com/office/powerpoint/2010/main" val="3819389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7283F-C471-6AB3-8769-AB7A295FA579}"/>
              </a:ext>
            </a:extLst>
          </p:cNvPr>
          <p:cNvSpPr>
            <a:spLocks noGrp="1"/>
          </p:cNvSpPr>
          <p:nvPr>
            <p:ph type="title"/>
          </p:nvPr>
        </p:nvSpPr>
        <p:spPr/>
        <p:txBody>
          <a:bodyPr/>
          <a:lstStyle/>
          <a:p>
            <a:r>
              <a:rPr lang="en-US" dirty="0"/>
              <a:t>JavaScript can access</a:t>
            </a:r>
          </a:p>
        </p:txBody>
      </p:sp>
      <p:sp>
        <p:nvSpPr>
          <p:cNvPr id="3" name="Content Placeholder 2">
            <a:extLst>
              <a:ext uri="{FF2B5EF4-FFF2-40B4-BE49-F238E27FC236}">
                <a16:creationId xmlns:a16="http://schemas.microsoft.com/office/drawing/2014/main" id="{94A22706-1A6C-4A32-984A-590381CFE6F3}"/>
              </a:ext>
            </a:extLst>
          </p:cNvPr>
          <p:cNvSpPr>
            <a:spLocks noGrp="1"/>
          </p:cNvSpPr>
          <p:nvPr>
            <p:ph idx="1"/>
          </p:nvPr>
        </p:nvSpPr>
        <p:spPr/>
        <p:txBody>
          <a:bodyPr/>
          <a:lstStyle/>
          <a:p>
            <a:r>
              <a:rPr lang="en-US" dirty="0"/>
              <a:t>The Document Object Model (DOM)</a:t>
            </a:r>
          </a:p>
          <a:p>
            <a:r>
              <a:rPr lang="en-US" dirty="0" err="1"/>
              <a:t>localStorage</a:t>
            </a:r>
            <a:r>
              <a:rPr lang="en-US" dirty="0"/>
              <a:t> and </a:t>
            </a:r>
            <a:r>
              <a:rPr lang="en-US" dirty="0" err="1"/>
              <a:t>sessionStorage</a:t>
            </a:r>
            <a:endParaRPr lang="en-US" dirty="0"/>
          </a:p>
          <a:p>
            <a:r>
              <a:rPr lang="en-US" dirty="0"/>
              <a:t>cookies (unless </a:t>
            </a:r>
            <a:r>
              <a:rPr lang="en-US" dirty="0" err="1"/>
              <a:t>HttpOnly</a:t>
            </a:r>
            <a:r>
              <a:rPr lang="en-US" dirty="0"/>
              <a:t>)</a:t>
            </a:r>
          </a:p>
          <a:p>
            <a:r>
              <a:rPr lang="en-US" dirty="0"/>
              <a:t>Media (like the Camera, Mic, and Screen Capture)</a:t>
            </a:r>
          </a:p>
          <a:p>
            <a:r>
              <a:rPr lang="en-US" dirty="0"/>
              <a:t>Other advanced features</a:t>
            </a:r>
          </a:p>
        </p:txBody>
      </p:sp>
    </p:spTree>
    <p:extLst>
      <p:ext uri="{BB962C8B-B14F-4D97-AF65-F5344CB8AC3E}">
        <p14:creationId xmlns:p14="http://schemas.microsoft.com/office/powerpoint/2010/main" val="39097406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7776FCFD-2F3C-4533-8D99-67E225DD7498}"/>
              </a:ext>
            </a:extLst>
          </p:cNvPr>
          <p:cNvSpPr>
            <a:spLocks noGrp="1" noChangeArrowheads="1"/>
          </p:cNvSpPr>
          <p:nvPr>
            <p:ph type="title"/>
          </p:nvPr>
        </p:nvSpPr>
        <p:spPr/>
        <p:txBody>
          <a:bodyPr/>
          <a:lstStyle/>
          <a:p>
            <a:r>
              <a:rPr lang="en-US" altLang="en-US" sz="4000">
                <a:ea typeface="ＭＳ Ｐゴシック" panose="020B0600070205080204" pitchFamily="34" charset="-128"/>
              </a:rPr>
              <a:t>JavaScript Object Notation (JSON)</a:t>
            </a:r>
            <a:endParaRPr lang="en-US" altLang="en-US">
              <a:ea typeface="ＭＳ Ｐゴシック" panose="020B0600070205080204" pitchFamily="34" charset="-128"/>
            </a:endParaRPr>
          </a:p>
        </p:txBody>
      </p:sp>
      <p:sp>
        <p:nvSpPr>
          <p:cNvPr id="47106" name="Rectangle 3">
            <a:extLst>
              <a:ext uri="{FF2B5EF4-FFF2-40B4-BE49-F238E27FC236}">
                <a16:creationId xmlns:a16="http://schemas.microsoft.com/office/drawing/2014/main" id="{62E78174-4F91-4F6B-8CE2-7360C0B10416}"/>
              </a:ext>
            </a:extLst>
          </p:cNvPr>
          <p:cNvSpPr>
            <a:spLocks noGrp="1" noChangeArrowheads="1"/>
          </p:cNvSpPr>
          <p:nvPr>
            <p:ph type="body" idx="1"/>
          </p:nvPr>
        </p:nvSpPr>
        <p:spPr/>
        <p:txBody>
          <a:bodyPr/>
          <a:lstStyle/>
          <a:p>
            <a:r>
              <a:rPr lang="ja-JP" altLang="en-US" dirty="0">
                <a:ea typeface="ＭＳ Ｐゴシック" panose="020B0600070205080204" pitchFamily="34" charset="-128"/>
              </a:rPr>
              <a:t>“</a:t>
            </a:r>
            <a:r>
              <a:rPr lang="en-US" altLang="ja-JP" dirty="0">
                <a:ea typeface="ＭＳ Ｐゴシック" panose="020B0600070205080204" pitchFamily="34" charset="-128"/>
              </a:rPr>
              <a:t>syntax for storing and exchanging text information</a:t>
            </a:r>
            <a:r>
              <a:rPr lang="ja-JP" altLang="en-US" dirty="0">
                <a:ea typeface="ＭＳ Ｐゴシック" panose="020B0600070205080204" pitchFamily="34" charset="-128"/>
              </a:rPr>
              <a:t>”</a:t>
            </a:r>
            <a:endParaRPr lang="en-US" altLang="ja-JP" dirty="0">
              <a:ea typeface="ＭＳ Ｐゴシック" panose="020B0600070205080204" pitchFamily="34" charset="-128"/>
            </a:endParaRPr>
          </a:p>
          <a:p>
            <a:r>
              <a:rPr lang="en-US" altLang="en-US" dirty="0">
                <a:ea typeface="ＭＳ Ｐゴシック" panose="020B0600070205080204" pitchFamily="34" charset="-128"/>
              </a:rPr>
              <a:t>Similar, in purpose, to XML, but faster and easier to parse</a:t>
            </a:r>
          </a:p>
          <a:p>
            <a:r>
              <a:rPr lang="en-US" altLang="en-US" dirty="0">
                <a:ea typeface="ＭＳ Ｐゴシック" panose="020B0600070205080204" pitchFamily="34" charset="-128"/>
              </a:rPr>
              <a:t>Language and platform independent</a:t>
            </a:r>
          </a:p>
        </p:txBody>
      </p:sp>
      <p:sp>
        <p:nvSpPr>
          <p:cNvPr id="4" name="TextBox 3">
            <a:extLst>
              <a:ext uri="{FF2B5EF4-FFF2-40B4-BE49-F238E27FC236}">
                <a16:creationId xmlns:a16="http://schemas.microsoft.com/office/drawing/2014/main" id="{CB13BE5D-CE1B-4591-B14B-60B5EA9A5E72}"/>
              </a:ext>
            </a:extLst>
          </p:cNvPr>
          <p:cNvSpPr txBox="1"/>
          <p:nvPr/>
        </p:nvSpPr>
        <p:spPr>
          <a:xfrm>
            <a:off x="838200" y="4572000"/>
            <a:ext cx="7620000" cy="1815882"/>
          </a:xfrm>
          <a:prstGeom prst="rect">
            <a:avLst/>
          </a:prstGeom>
          <a:noFill/>
          <a:ln>
            <a:solidFill>
              <a:schemeClr val="tx1"/>
            </a:solidFill>
          </a:ln>
        </p:spPr>
        <p:txBody>
          <a:bodyPr wrap="square" rtlCol="0">
            <a:spAutoFit/>
          </a:bodyPr>
          <a:lstStyle/>
          <a:p>
            <a:r>
              <a:rPr lang="en-US" sz="1400" b="1" u="sng" dirty="0">
                <a:latin typeface="+mj-lt"/>
              </a:rPr>
              <a:t>JSON Example</a:t>
            </a:r>
          </a:p>
          <a:p>
            <a:r>
              <a:rPr lang="en-US" sz="1400" dirty="0">
                <a:latin typeface="Consolas" panose="020B0609020204030204" pitchFamily="49" charset="0"/>
              </a:rPr>
              <a:t>{</a:t>
            </a:r>
          </a:p>
          <a:p>
            <a:r>
              <a:rPr lang="en-US" sz="1400" dirty="0">
                <a:latin typeface="Consolas" panose="020B0609020204030204" pitchFamily="49" charset="0"/>
              </a:rPr>
              <a:t>  "employees": [</a:t>
            </a:r>
          </a:p>
          <a:p>
            <a:r>
              <a:rPr lang="en-US" sz="1400" dirty="0">
                <a:latin typeface="Consolas" panose="020B0609020204030204" pitchFamily="49" charset="0"/>
              </a:rPr>
              <a:t>    {"</a:t>
            </a:r>
            <a:r>
              <a:rPr lang="en-US" sz="1400" dirty="0" err="1">
                <a:latin typeface="Consolas" panose="020B0609020204030204" pitchFamily="49" charset="0"/>
              </a:rPr>
              <a:t>firstName</a:t>
            </a:r>
            <a:r>
              <a:rPr lang="en-US" sz="1400" dirty="0">
                <a:latin typeface="Consolas" panose="020B0609020204030204" pitchFamily="49" charset="0"/>
              </a:rPr>
              <a:t>": "John", "</a:t>
            </a:r>
            <a:r>
              <a:rPr lang="en-US" sz="1400" dirty="0" err="1">
                <a:latin typeface="Consolas" panose="020B0609020204030204" pitchFamily="49" charset="0"/>
              </a:rPr>
              <a:t>lastName</a:t>
            </a:r>
            <a:r>
              <a:rPr lang="en-US" sz="1400" dirty="0">
                <a:latin typeface="Consolas" panose="020B0609020204030204" pitchFamily="49" charset="0"/>
              </a:rPr>
              <a:t>": "Doe"},</a:t>
            </a:r>
          </a:p>
          <a:p>
            <a:r>
              <a:rPr lang="en-US" sz="1400" dirty="0">
                <a:latin typeface="Consolas" panose="020B0609020204030204" pitchFamily="49" charset="0"/>
              </a:rPr>
              <a:t>    {"</a:t>
            </a:r>
            <a:r>
              <a:rPr lang="en-US" sz="1400" dirty="0" err="1">
                <a:latin typeface="Consolas" panose="020B0609020204030204" pitchFamily="49" charset="0"/>
              </a:rPr>
              <a:t>firstName</a:t>
            </a:r>
            <a:r>
              <a:rPr lang="en-US" sz="1400" dirty="0">
                <a:latin typeface="Consolas" panose="020B0609020204030204" pitchFamily="49" charset="0"/>
              </a:rPr>
              <a:t>": "Anna", "</a:t>
            </a:r>
            <a:r>
              <a:rPr lang="en-US" sz="1400" dirty="0" err="1">
                <a:latin typeface="Consolas" panose="020B0609020204030204" pitchFamily="49" charset="0"/>
              </a:rPr>
              <a:t>lastName</a:t>
            </a:r>
            <a:r>
              <a:rPr lang="en-US" sz="1400" dirty="0">
                <a:latin typeface="Consolas" panose="020B0609020204030204" pitchFamily="49" charset="0"/>
              </a:rPr>
              <a:t>": "Smith"},</a:t>
            </a:r>
          </a:p>
          <a:p>
            <a:r>
              <a:rPr lang="en-US" sz="1400" dirty="0">
                <a:latin typeface="Consolas" panose="020B0609020204030204" pitchFamily="49" charset="0"/>
              </a:rPr>
              <a:t>    {"</a:t>
            </a:r>
            <a:r>
              <a:rPr lang="en-US" sz="1400" dirty="0" err="1">
                <a:latin typeface="Consolas" panose="020B0609020204030204" pitchFamily="49" charset="0"/>
              </a:rPr>
              <a:t>firstName</a:t>
            </a:r>
            <a:r>
              <a:rPr lang="en-US" sz="1400" dirty="0">
                <a:latin typeface="Consolas" panose="020B0609020204030204" pitchFamily="49" charset="0"/>
              </a:rPr>
              <a:t>": "Peter", "</a:t>
            </a:r>
            <a:r>
              <a:rPr lang="en-US" sz="1400" dirty="0" err="1">
                <a:latin typeface="Consolas" panose="020B0609020204030204" pitchFamily="49" charset="0"/>
              </a:rPr>
              <a:t>lastName</a:t>
            </a:r>
            <a:r>
              <a:rPr lang="en-US" sz="1400" dirty="0">
                <a:latin typeface="Consolas" panose="020B0609020204030204" pitchFamily="49" charset="0"/>
              </a:rPr>
              <a:t>": "Jones"}</a:t>
            </a:r>
          </a:p>
          <a:p>
            <a:r>
              <a:rPr lang="en-US" sz="1400" dirty="0">
                <a:latin typeface="Consolas" panose="020B0609020204030204" pitchFamily="49" charset="0"/>
              </a:rPr>
              <a:t>  ]</a:t>
            </a:r>
          </a:p>
          <a:p>
            <a:r>
              <a:rPr lang="en-US" sz="1400" dirty="0">
                <a:latin typeface="Consolas" panose="020B0609020204030204" pitchFamily="49" charset="0"/>
              </a:rPr>
              <a:t>}</a:t>
            </a:r>
          </a:p>
        </p:txBody>
      </p:sp>
    </p:spTree>
    <p:extLst>
      <p:ext uri="{BB962C8B-B14F-4D97-AF65-F5344CB8AC3E}">
        <p14:creationId xmlns:p14="http://schemas.microsoft.com/office/powerpoint/2010/main" val="5101778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3">
            <a:extLst>
              <a:ext uri="{FF2B5EF4-FFF2-40B4-BE49-F238E27FC236}">
                <a16:creationId xmlns:a16="http://schemas.microsoft.com/office/drawing/2014/main" id="{8B5BA04F-A6CB-48D8-A335-1D15B109EBC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1143000"/>
            <a:ext cx="6515100" cy="462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Oval 1">
            <a:extLst>
              <a:ext uri="{FF2B5EF4-FFF2-40B4-BE49-F238E27FC236}">
                <a16:creationId xmlns:a16="http://schemas.microsoft.com/office/drawing/2014/main" id="{77B8B841-D215-47C1-8F7F-3FE91F59E2F4}"/>
              </a:ext>
            </a:extLst>
          </p:cNvPr>
          <p:cNvSpPr/>
          <p:nvPr/>
        </p:nvSpPr>
        <p:spPr bwMode="auto">
          <a:xfrm>
            <a:off x="5393531" y="3143250"/>
            <a:ext cx="1085850" cy="857250"/>
          </a:xfrm>
          <a:prstGeom prst="ellipse">
            <a:avLst/>
          </a:prstGeom>
          <a:noFill/>
          <a:ln w="76200">
            <a:headEnd type="none" w="med" len="med"/>
            <a:tailEnd type="none" w="med" len="med"/>
          </a:ln>
        </p:spPr>
        <p:style>
          <a:lnRef idx="2">
            <a:schemeClr val="accent4"/>
          </a:lnRef>
          <a:fillRef idx="1">
            <a:schemeClr val="lt1"/>
          </a:fillRef>
          <a:effectRef idx="0">
            <a:schemeClr val="accent4"/>
          </a:effectRef>
          <a:fontRef idx="minor">
            <a:schemeClr val="dk1"/>
          </a:fontRef>
        </p:style>
        <p:txBody>
          <a:bodyPr wrap="none"/>
          <a:lstStyle/>
          <a:p>
            <a:pPr>
              <a:defRPr/>
            </a:pPr>
            <a:endParaRPr lang="en-US" sz="1350">
              <a:solidFill>
                <a:schemeClr val="tx1"/>
              </a:solidFill>
            </a:endParaRPr>
          </a:p>
        </p:txBody>
      </p:sp>
      <p:sp>
        <p:nvSpPr>
          <p:cNvPr id="4" name="Oval 3">
            <a:extLst>
              <a:ext uri="{FF2B5EF4-FFF2-40B4-BE49-F238E27FC236}">
                <a16:creationId xmlns:a16="http://schemas.microsoft.com/office/drawing/2014/main" id="{C32AE79C-7DDD-4FF7-948B-01AAB3E1DB9A}"/>
              </a:ext>
            </a:extLst>
          </p:cNvPr>
          <p:cNvSpPr/>
          <p:nvPr/>
        </p:nvSpPr>
        <p:spPr bwMode="auto">
          <a:xfrm>
            <a:off x="4171950" y="5086350"/>
            <a:ext cx="1085850" cy="857250"/>
          </a:xfrm>
          <a:prstGeom prst="ellipse">
            <a:avLst/>
          </a:prstGeom>
          <a:noFill/>
          <a:ln w="76200">
            <a:headEnd type="none" w="med" len="med"/>
            <a:tailEnd type="none" w="med" len="med"/>
          </a:ln>
        </p:spPr>
        <p:style>
          <a:lnRef idx="2">
            <a:schemeClr val="accent4"/>
          </a:lnRef>
          <a:fillRef idx="1">
            <a:schemeClr val="lt1"/>
          </a:fillRef>
          <a:effectRef idx="0">
            <a:schemeClr val="accent4"/>
          </a:effectRef>
          <a:fontRef idx="minor">
            <a:schemeClr val="dk1"/>
          </a:fontRef>
        </p:style>
        <p:txBody>
          <a:bodyPr wrap="none"/>
          <a:lstStyle/>
          <a:p>
            <a:pPr>
              <a:defRPr/>
            </a:pPr>
            <a:endParaRPr lang="en-US" sz="1350">
              <a:solidFill>
                <a:schemeClr val="tx1"/>
              </a:solidFill>
            </a:endParaRPr>
          </a:p>
        </p:txBody>
      </p:sp>
      <p:sp>
        <p:nvSpPr>
          <p:cNvPr id="3" name="Oval 2">
            <a:extLst>
              <a:ext uri="{FF2B5EF4-FFF2-40B4-BE49-F238E27FC236}">
                <a16:creationId xmlns:a16="http://schemas.microsoft.com/office/drawing/2014/main" id="{35B73009-0DC6-4F99-907B-5EC981B57C55}"/>
              </a:ext>
            </a:extLst>
          </p:cNvPr>
          <p:cNvSpPr/>
          <p:nvPr/>
        </p:nvSpPr>
        <p:spPr bwMode="auto">
          <a:xfrm>
            <a:off x="1739996" y="3143250"/>
            <a:ext cx="1085850" cy="857250"/>
          </a:xfrm>
          <a:prstGeom prst="ellipse">
            <a:avLst/>
          </a:prstGeom>
          <a:noFill/>
          <a:ln w="76200">
            <a:headEnd type="none" w="med" len="med"/>
            <a:tailEnd type="none" w="med" len="med"/>
          </a:ln>
        </p:spPr>
        <p:style>
          <a:lnRef idx="2">
            <a:schemeClr val="accent4"/>
          </a:lnRef>
          <a:fillRef idx="1">
            <a:schemeClr val="lt1"/>
          </a:fillRef>
          <a:effectRef idx="0">
            <a:schemeClr val="accent4"/>
          </a:effectRef>
          <a:fontRef idx="minor">
            <a:schemeClr val="dk1"/>
          </a:fontRef>
        </p:style>
        <p:txBody>
          <a:bodyPr wrap="none"/>
          <a:lstStyle/>
          <a:p>
            <a:pPr>
              <a:defRPr/>
            </a:pPr>
            <a:endParaRPr lang="en-US" sz="1350">
              <a:solidFill>
                <a:schemeClr val="tx1"/>
              </a:solidFill>
            </a:endParaRPr>
          </a:p>
        </p:txBody>
      </p:sp>
      <p:sp>
        <p:nvSpPr>
          <p:cNvPr id="5" name="Title 4">
            <a:extLst>
              <a:ext uri="{FF2B5EF4-FFF2-40B4-BE49-F238E27FC236}">
                <a16:creationId xmlns:a16="http://schemas.microsoft.com/office/drawing/2014/main" id="{662E6D61-50B6-41A1-A43F-C06B182B9858}"/>
              </a:ext>
            </a:extLst>
          </p:cNvPr>
          <p:cNvSpPr>
            <a:spLocks noGrp="1"/>
          </p:cNvSpPr>
          <p:nvPr>
            <p:ph type="title"/>
          </p:nvPr>
        </p:nvSpPr>
        <p:spPr>
          <a:xfrm>
            <a:off x="1245870" y="971550"/>
            <a:ext cx="2571750" cy="857250"/>
          </a:xfrm>
        </p:spPr>
        <p:txBody>
          <a:bodyPr/>
          <a:lstStyle/>
          <a:p>
            <a:r>
              <a:rPr lang="en-US" sz="2700" dirty="0"/>
              <a:t>UML Diagram</a:t>
            </a:r>
            <a:br>
              <a:rPr lang="en-US" sz="2700" dirty="0"/>
            </a:br>
            <a:r>
              <a:rPr lang="en-US" sz="2700" dirty="0"/>
              <a:t>Types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7634F177-4636-47BA-AC51-36D9710C7FC5}"/>
              </a:ext>
            </a:extLst>
          </p:cNvPr>
          <p:cNvSpPr>
            <a:spLocks noGrp="1"/>
          </p:cNvSpPr>
          <p:nvPr>
            <p:ph type="title"/>
          </p:nvPr>
        </p:nvSpPr>
        <p:spPr/>
        <p:txBody>
          <a:bodyPr/>
          <a:lstStyle/>
          <a:p>
            <a:r>
              <a:rPr lang="en-US" altLang="en-US"/>
              <a:t>Juke Box with Partitions</a:t>
            </a:r>
          </a:p>
        </p:txBody>
      </p:sp>
      <p:pic>
        <p:nvPicPr>
          <p:cNvPr id="12291" name="Content Placeholder 4">
            <a:extLst>
              <a:ext uri="{FF2B5EF4-FFF2-40B4-BE49-F238E27FC236}">
                <a16:creationId xmlns:a16="http://schemas.microsoft.com/office/drawing/2014/main" id="{3D3C8DFC-FE54-4048-BBF8-ADDF92835628}"/>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l="-248" r="-2856"/>
          <a:stretch/>
        </p:blipFill>
        <p:spPr>
          <a:xfrm>
            <a:off x="2057400" y="1943100"/>
            <a:ext cx="4514850" cy="3600450"/>
          </a:xfrm>
        </p:spPr>
      </p:pic>
      <p:sp>
        <p:nvSpPr>
          <p:cNvPr id="12292" name="TextBox 1">
            <a:extLst>
              <a:ext uri="{FF2B5EF4-FFF2-40B4-BE49-F238E27FC236}">
                <a16:creationId xmlns:a16="http://schemas.microsoft.com/office/drawing/2014/main" id="{82689403-3434-43DE-9B17-52048FD49473}"/>
              </a:ext>
            </a:extLst>
          </p:cNvPr>
          <p:cNvSpPr txBox="1">
            <a:spLocks noChangeArrowheads="1"/>
          </p:cNvSpPr>
          <p:nvPr/>
        </p:nvSpPr>
        <p:spPr bwMode="auto">
          <a:xfrm>
            <a:off x="2914650" y="5425679"/>
            <a:ext cx="24632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ea typeface="MS PGothic" panose="020B0600070205080204" pitchFamily="34" charset="-128"/>
              </a:defRPr>
            </a:lvl1pPr>
            <a:lvl2pPr marL="742950" indent="-285750" eaLnBrk="0" hangingPunct="0">
              <a:defRPr sz="2400">
                <a:solidFill>
                  <a:schemeClr val="tx1"/>
                </a:solidFill>
                <a:latin typeface="Tahoma" panose="020B0604030504040204" pitchFamily="34" charset="0"/>
                <a:ea typeface="MS PGothic" panose="020B0600070205080204" pitchFamily="34" charset="-128"/>
              </a:defRPr>
            </a:lvl2pPr>
            <a:lvl3pPr marL="1143000" indent="-228600" eaLnBrk="0" hangingPunct="0">
              <a:defRPr sz="2400">
                <a:solidFill>
                  <a:schemeClr val="tx1"/>
                </a:solidFill>
                <a:latin typeface="Tahoma" panose="020B0604030504040204" pitchFamily="34" charset="0"/>
                <a:ea typeface="MS PGothic" panose="020B0600070205080204" pitchFamily="34" charset="-128"/>
              </a:defRPr>
            </a:lvl3pPr>
            <a:lvl4pPr marL="1600200" indent="-228600" eaLnBrk="0" hangingPunct="0">
              <a:defRPr sz="2400">
                <a:solidFill>
                  <a:schemeClr val="tx1"/>
                </a:solidFill>
                <a:latin typeface="Tahoma" panose="020B0604030504040204" pitchFamily="34" charset="0"/>
                <a:ea typeface="MS PGothic" panose="020B0600070205080204" pitchFamily="34" charset="-128"/>
              </a:defRPr>
            </a:lvl4pPr>
            <a:lvl5pPr marL="2057400" indent="-228600" eaLnBrk="0" hangingPunct="0">
              <a:defRPr sz="2400">
                <a:solidFill>
                  <a:schemeClr val="tx1"/>
                </a:solidFill>
                <a:latin typeface="Tahom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MS PGothic" panose="020B0600070205080204" pitchFamily="34" charset="-128"/>
              </a:defRPr>
            </a:lvl9pPr>
          </a:lstStyle>
          <a:p>
            <a:pPr eaLnBrk="1" hangingPunct="1"/>
            <a:r>
              <a:rPr lang="en-US" altLang="en-US" sz="1800" i="1" dirty="0"/>
              <a:t>Also called swim-lanes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2E6FD0C-9877-432D-B81F-E5E9938D239B}"/>
              </a:ext>
            </a:extLst>
          </p:cNvPr>
          <p:cNvSpPr>
            <a:spLocks noGrp="1"/>
          </p:cNvSpPr>
          <p:nvPr>
            <p:ph type="title"/>
          </p:nvPr>
        </p:nvSpPr>
        <p:spPr/>
        <p:txBody>
          <a:bodyPr/>
          <a:lstStyle/>
          <a:p>
            <a:r>
              <a:rPr lang="en-US" dirty="0"/>
              <a:t>UML Diagrams – Class</a:t>
            </a:r>
            <a:br>
              <a:rPr lang="en-US" dirty="0"/>
            </a:br>
            <a:r>
              <a:rPr lang="en-US" sz="2400" dirty="0"/>
              <a:t>(Analogous to Entity-Relationship Model)</a:t>
            </a:r>
            <a:endParaRPr lang="en-US" dirty="0"/>
          </a:p>
        </p:txBody>
      </p:sp>
      <p:pic>
        <p:nvPicPr>
          <p:cNvPr id="1026" name="Picture 2">
            <a:extLst>
              <a:ext uri="{FF2B5EF4-FFF2-40B4-BE49-F238E27FC236}">
                <a16:creationId xmlns:a16="http://schemas.microsoft.com/office/drawing/2014/main" id="{21AD6D3C-175A-418B-94C5-52EC5C73F2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7028" y="2225278"/>
            <a:ext cx="6396602" cy="343257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978D89B-6F9A-080C-E95D-DB9340DA137C}"/>
              </a:ext>
            </a:extLst>
          </p:cNvPr>
          <p:cNvSpPr txBox="1"/>
          <p:nvPr/>
        </p:nvSpPr>
        <p:spPr>
          <a:xfrm>
            <a:off x="4532897" y="2743200"/>
            <a:ext cx="342900" cy="228600"/>
          </a:xfrm>
          <a:prstGeom prst="rect">
            <a:avLst/>
          </a:prstGeom>
          <a:solidFill>
            <a:schemeClr val="bg1"/>
          </a:solidFill>
        </p:spPr>
        <p:txBody>
          <a:bodyPr wrap="square" lIns="0" tIns="0" rIns="0" bIns="0" rtlCol="0">
            <a:noAutofit/>
          </a:bodyPr>
          <a:lstStyle/>
          <a:p>
            <a:r>
              <a:rPr lang="en-US" sz="1350" dirty="0"/>
              <a:t>*</a:t>
            </a:r>
          </a:p>
        </p:txBody>
      </p:sp>
    </p:spTree>
    <p:extLst>
      <p:ext uri="{BB962C8B-B14F-4D97-AF65-F5344CB8AC3E}">
        <p14:creationId xmlns:p14="http://schemas.microsoft.com/office/powerpoint/2010/main" val="11862393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a:t>Detailed URL Example</a:t>
            </a:r>
          </a:p>
        </p:txBody>
      </p:sp>
      <p:pic>
        <p:nvPicPr>
          <p:cNvPr id="1843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2263775"/>
            <a:ext cx="8991600" cy="3908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BAA47-D468-4A2E-9F79-99C6B3429B7E}"/>
              </a:ext>
            </a:extLst>
          </p:cNvPr>
          <p:cNvSpPr>
            <a:spLocks noGrp="1"/>
          </p:cNvSpPr>
          <p:nvPr>
            <p:ph type="title"/>
          </p:nvPr>
        </p:nvSpPr>
        <p:spPr/>
        <p:txBody>
          <a:bodyPr/>
          <a:lstStyle/>
          <a:p>
            <a:r>
              <a:rPr lang="en-US" dirty="0"/>
              <a:t>Networking</a:t>
            </a:r>
          </a:p>
        </p:txBody>
      </p:sp>
      <p:sp>
        <p:nvSpPr>
          <p:cNvPr id="3" name="Content Placeholder 2">
            <a:extLst>
              <a:ext uri="{FF2B5EF4-FFF2-40B4-BE49-F238E27FC236}">
                <a16:creationId xmlns:a16="http://schemas.microsoft.com/office/drawing/2014/main" id="{3363D46E-98A0-41AD-8ECF-C8BB99A23510}"/>
              </a:ext>
            </a:extLst>
          </p:cNvPr>
          <p:cNvSpPr>
            <a:spLocks noGrp="1"/>
          </p:cNvSpPr>
          <p:nvPr>
            <p:ph idx="1"/>
          </p:nvPr>
        </p:nvSpPr>
        <p:spPr>
          <a:xfrm>
            <a:off x="94880" y="1825625"/>
            <a:ext cx="3943350" cy="4351338"/>
          </a:xfrm>
        </p:spPr>
        <p:txBody>
          <a:bodyPr/>
          <a:lstStyle/>
          <a:p>
            <a:r>
              <a:rPr lang="en-US" dirty="0"/>
              <a:t>OSI</a:t>
            </a:r>
            <a:r>
              <a:rPr lang="en-US" baseline="0" dirty="0"/>
              <a:t> 7-Layer Model</a:t>
            </a:r>
          </a:p>
          <a:p>
            <a:r>
              <a:rPr lang="en-US" baseline="0" dirty="0"/>
              <a:t>TCP/IP Model</a:t>
            </a:r>
          </a:p>
          <a:p>
            <a:pPr lvl="1"/>
            <a:r>
              <a:rPr lang="en-US" baseline="0" dirty="0"/>
              <a:t>IP, TCP, UDP</a:t>
            </a:r>
          </a:p>
          <a:p>
            <a:pPr lvl="1"/>
            <a:r>
              <a:rPr lang="en-US" baseline="0" dirty="0"/>
              <a:t>Mapping to OSI 7-Layer</a:t>
            </a:r>
          </a:p>
        </p:txBody>
      </p:sp>
      <p:sp>
        <p:nvSpPr>
          <p:cNvPr id="17" name="Title 1">
            <a:extLst>
              <a:ext uri="{FF2B5EF4-FFF2-40B4-BE49-F238E27FC236}">
                <a16:creationId xmlns:a16="http://schemas.microsoft.com/office/drawing/2014/main" id="{35B34D79-1765-4DBA-A5E4-C2243C492321}"/>
              </a:ext>
            </a:extLst>
          </p:cNvPr>
          <p:cNvSpPr txBox="1">
            <a:spLocks/>
          </p:cNvSpPr>
          <p:nvPr/>
        </p:nvSpPr>
        <p:spPr>
          <a:xfrm>
            <a:off x="4167469" y="919781"/>
            <a:ext cx="1593251" cy="519201"/>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OSI</a:t>
            </a:r>
          </a:p>
        </p:txBody>
      </p:sp>
      <p:sp>
        <p:nvSpPr>
          <p:cNvPr id="18" name="Rectangle: Rounded Corners 17">
            <a:extLst>
              <a:ext uri="{FF2B5EF4-FFF2-40B4-BE49-F238E27FC236}">
                <a16:creationId xmlns:a16="http://schemas.microsoft.com/office/drawing/2014/main" id="{EF0EFB89-49B2-43F3-BE2C-0E219A59269B}"/>
              </a:ext>
            </a:extLst>
          </p:cNvPr>
          <p:cNvSpPr/>
          <p:nvPr/>
        </p:nvSpPr>
        <p:spPr>
          <a:xfrm>
            <a:off x="4038230" y="1438982"/>
            <a:ext cx="1851730" cy="519201"/>
          </a:xfrm>
          <a:prstGeom prst="round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7. Application</a:t>
            </a:r>
          </a:p>
        </p:txBody>
      </p:sp>
      <p:sp>
        <p:nvSpPr>
          <p:cNvPr id="19" name="Rectangle: Rounded Corners 18">
            <a:extLst>
              <a:ext uri="{FF2B5EF4-FFF2-40B4-BE49-F238E27FC236}">
                <a16:creationId xmlns:a16="http://schemas.microsoft.com/office/drawing/2014/main" id="{A854CB7F-C2EB-4C2C-904E-1B6410972992}"/>
              </a:ext>
            </a:extLst>
          </p:cNvPr>
          <p:cNvSpPr/>
          <p:nvPr/>
        </p:nvSpPr>
        <p:spPr>
          <a:xfrm>
            <a:off x="4038230" y="3488732"/>
            <a:ext cx="1851730" cy="519201"/>
          </a:xfrm>
          <a:prstGeom prst="round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4. Transport</a:t>
            </a:r>
          </a:p>
        </p:txBody>
      </p:sp>
      <p:sp>
        <p:nvSpPr>
          <p:cNvPr id="20" name="Rectangle: Rounded Corners 19">
            <a:extLst>
              <a:ext uri="{FF2B5EF4-FFF2-40B4-BE49-F238E27FC236}">
                <a16:creationId xmlns:a16="http://schemas.microsoft.com/office/drawing/2014/main" id="{379D40DA-0295-4479-BF3A-19B529863E17}"/>
              </a:ext>
            </a:extLst>
          </p:cNvPr>
          <p:cNvSpPr/>
          <p:nvPr/>
        </p:nvSpPr>
        <p:spPr>
          <a:xfrm>
            <a:off x="4038230" y="4171982"/>
            <a:ext cx="1851730" cy="519201"/>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3. Network</a:t>
            </a:r>
          </a:p>
        </p:txBody>
      </p:sp>
      <p:sp>
        <p:nvSpPr>
          <p:cNvPr id="21" name="Rectangle: Rounded Corners 20">
            <a:extLst>
              <a:ext uri="{FF2B5EF4-FFF2-40B4-BE49-F238E27FC236}">
                <a16:creationId xmlns:a16="http://schemas.microsoft.com/office/drawing/2014/main" id="{20D6DE38-088B-4CAC-B173-78E9F19B64B5}"/>
              </a:ext>
            </a:extLst>
          </p:cNvPr>
          <p:cNvSpPr/>
          <p:nvPr/>
        </p:nvSpPr>
        <p:spPr>
          <a:xfrm>
            <a:off x="4038230" y="4855232"/>
            <a:ext cx="1851730" cy="519201"/>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2. Data Link</a:t>
            </a:r>
          </a:p>
        </p:txBody>
      </p:sp>
      <p:sp>
        <p:nvSpPr>
          <p:cNvPr id="22" name="Rectangle: Rounded Corners 21">
            <a:extLst>
              <a:ext uri="{FF2B5EF4-FFF2-40B4-BE49-F238E27FC236}">
                <a16:creationId xmlns:a16="http://schemas.microsoft.com/office/drawing/2014/main" id="{CA17DB2C-90D2-4852-8E8D-37757B30204D}"/>
              </a:ext>
            </a:extLst>
          </p:cNvPr>
          <p:cNvSpPr/>
          <p:nvPr/>
        </p:nvSpPr>
        <p:spPr>
          <a:xfrm>
            <a:off x="4038230" y="5538481"/>
            <a:ext cx="1851730" cy="519201"/>
          </a:xfrm>
          <a:prstGeom prst="round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1. Physical</a:t>
            </a:r>
          </a:p>
        </p:txBody>
      </p:sp>
      <p:sp>
        <p:nvSpPr>
          <p:cNvPr id="23" name="Rectangle: Rounded Corners 22">
            <a:extLst>
              <a:ext uri="{FF2B5EF4-FFF2-40B4-BE49-F238E27FC236}">
                <a16:creationId xmlns:a16="http://schemas.microsoft.com/office/drawing/2014/main" id="{40C2E17E-9D6C-4CE5-987D-A4B18B65C7EB}"/>
              </a:ext>
            </a:extLst>
          </p:cNvPr>
          <p:cNvSpPr/>
          <p:nvPr/>
        </p:nvSpPr>
        <p:spPr>
          <a:xfrm>
            <a:off x="4038230" y="2122232"/>
            <a:ext cx="1851730" cy="519201"/>
          </a:xfrm>
          <a:prstGeom prst="round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6. Presentation</a:t>
            </a:r>
          </a:p>
        </p:txBody>
      </p:sp>
      <p:sp>
        <p:nvSpPr>
          <p:cNvPr id="24" name="Rectangle: Rounded Corners 23">
            <a:extLst>
              <a:ext uri="{FF2B5EF4-FFF2-40B4-BE49-F238E27FC236}">
                <a16:creationId xmlns:a16="http://schemas.microsoft.com/office/drawing/2014/main" id="{72871B8E-EAA6-45EB-9E71-317BF5EE4E28}"/>
              </a:ext>
            </a:extLst>
          </p:cNvPr>
          <p:cNvSpPr/>
          <p:nvPr/>
        </p:nvSpPr>
        <p:spPr>
          <a:xfrm>
            <a:off x="4038230" y="2805482"/>
            <a:ext cx="1851730" cy="519201"/>
          </a:xfrm>
          <a:prstGeom prst="round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5. Session</a:t>
            </a:r>
          </a:p>
        </p:txBody>
      </p:sp>
      <p:sp>
        <p:nvSpPr>
          <p:cNvPr id="25" name="Rectangle: Rounded Corners 24">
            <a:extLst>
              <a:ext uri="{FF2B5EF4-FFF2-40B4-BE49-F238E27FC236}">
                <a16:creationId xmlns:a16="http://schemas.microsoft.com/office/drawing/2014/main" id="{57BED403-2B87-4E37-989F-0A1132047613}"/>
              </a:ext>
            </a:extLst>
          </p:cNvPr>
          <p:cNvSpPr/>
          <p:nvPr/>
        </p:nvSpPr>
        <p:spPr>
          <a:xfrm>
            <a:off x="6542641" y="1448348"/>
            <a:ext cx="2369418" cy="1857914"/>
          </a:xfrm>
          <a:prstGeom prst="roundRect">
            <a:avLst>
              <a:gd name="adj" fmla="val 5041"/>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Application</a:t>
            </a:r>
          </a:p>
        </p:txBody>
      </p:sp>
      <p:sp>
        <p:nvSpPr>
          <p:cNvPr id="26" name="Rectangle: Rounded Corners 25">
            <a:extLst>
              <a:ext uri="{FF2B5EF4-FFF2-40B4-BE49-F238E27FC236}">
                <a16:creationId xmlns:a16="http://schemas.microsoft.com/office/drawing/2014/main" id="{0A9D31E1-AAF1-4138-AE88-3EFE68824160}"/>
              </a:ext>
            </a:extLst>
          </p:cNvPr>
          <p:cNvSpPr/>
          <p:nvPr/>
        </p:nvSpPr>
        <p:spPr>
          <a:xfrm>
            <a:off x="6554138" y="3487631"/>
            <a:ext cx="2369418" cy="519201"/>
          </a:xfrm>
          <a:prstGeom prst="round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Transport (TCP, UDP)</a:t>
            </a:r>
          </a:p>
        </p:txBody>
      </p:sp>
      <p:sp>
        <p:nvSpPr>
          <p:cNvPr id="27" name="Rectangle: Rounded Corners 26">
            <a:extLst>
              <a:ext uri="{FF2B5EF4-FFF2-40B4-BE49-F238E27FC236}">
                <a16:creationId xmlns:a16="http://schemas.microsoft.com/office/drawing/2014/main" id="{751BCEBC-1B8B-40A6-B1D7-F4314EB2E629}"/>
              </a:ext>
            </a:extLst>
          </p:cNvPr>
          <p:cNvSpPr/>
          <p:nvPr/>
        </p:nvSpPr>
        <p:spPr>
          <a:xfrm>
            <a:off x="6554138" y="4171982"/>
            <a:ext cx="2369418" cy="519201"/>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Internetwork (IP)</a:t>
            </a:r>
          </a:p>
        </p:txBody>
      </p:sp>
      <p:sp>
        <p:nvSpPr>
          <p:cNvPr id="28" name="Rectangle: Rounded Corners 27">
            <a:extLst>
              <a:ext uri="{FF2B5EF4-FFF2-40B4-BE49-F238E27FC236}">
                <a16:creationId xmlns:a16="http://schemas.microsoft.com/office/drawing/2014/main" id="{D1C7FE43-8E1C-483A-A9A7-CDD82D2D54E5}"/>
              </a:ext>
            </a:extLst>
          </p:cNvPr>
          <p:cNvSpPr/>
          <p:nvPr/>
        </p:nvSpPr>
        <p:spPr>
          <a:xfrm>
            <a:off x="6554138" y="4887141"/>
            <a:ext cx="2369418" cy="1174664"/>
          </a:xfrm>
          <a:prstGeom prst="roundRect">
            <a:avLst>
              <a:gd name="adj" fmla="val 7685"/>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Link</a:t>
            </a:r>
            <a:br>
              <a:rPr lang="en-US" sz="2000" dirty="0">
                <a:solidFill>
                  <a:schemeClr val="tx1"/>
                </a:solidFill>
              </a:rPr>
            </a:br>
            <a:r>
              <a:rPr lang="en-US" sz="2000" dirty="0">
                <a:solidFill>
                  <a:schemeClr val="tx1"/>
                </a:solidFill>
              </a:rPr>
              <a:t>(Network Interface)</a:t>
            </a:r>
          </a:p>
        </p:txBody>
      </p:sp>
      <p:sp>
        <p:nvSpPr>
          <p:cNvPr id="29" name="Title 1">
            <a:extLst>
              <a:ext uri="{FF2B5EF4-FFF2-40B4-BE49-F238E27FC236}">
                <a16:creationId xmlns:a16="http://schemas.microsoft.com/office/drawing/2014/main" id="{49202B70-298E-4B45-99F2-8EDCB144E2F8}"/>
              </a:ext>
            </a:extLst>
          </p:cNvPr>
          <p:cNvSpPr txBox="1">
            <a:spLocks/>
          </p:cNvSpPr>
          <p:nvPr/>
        </p:nvSpPr>
        <p:spPr>
          <a:xfrm>
            <a:off x="6554138" y="666759"/>
            <a:ext cx="2369418" cy="764179"/>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spcAft>
                <a:spcPts val="0"/>
              </a:spcAft>
            </a:pPr>
            <a:r>
              <a:rPr lang="en-US" dirty="0"/>
              <a:t>TCP/IP</a:t>
            </a:r>
          </a:p>
        </p:txBody>
      </p:sp>
    </p:spTree>
    <p:extLst>
      <p:ext uri="{BB962C8B-B14F-4D97-AF65-F5344CB8AC3E}">
        <p14:creationId xmlns:p14="http://schemas.microsoft.com/office/powerpoint/2010/main" val="33479166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4AB71-22BD-48CE-8D3C-221655058811}"/>
              </a:ext>
            </a:extLst>
          </p:cNvPr>
          <p:cNvSpPr>
            <a:spLocks noGrp="1"/>
          </p:cNvSpPr>
          <p:nvPr>
            <p:ph type="title"/>
          </p:nvPr>
        </p:nvSpPr>
        <p:spPr/>
        <p:txBody>
          <a:bodyPr/>
          <a:lstStyle/>
          <a:p>
            <a:r>
              <a:rPr lang="en-US" dirty="0"/>
              <a:t>IP Addresses</a:t>
            </a:r>
          </a:p>
        </p:txBody>
      </p:sp>
      <p:sp>
        <p:nvSpPr>
          <p:cNvPr id="3" name="Content Placeholder 2">
            <a:extLst>
              <a:ext uri="{FF2B5EF4-FFF2-40B4-BE49-F238E27FC236}">
                <a16:creationId xmlns:a16="http://schemas.microsoft.com/office/drawing/2014/main" id="{33FDC32D-4F52-4DC2-990A-1BCBF18C37E1}"/>
              </a:ext>
            </a:extLst>
          </p:cNvPr>
          <p:cNvSpPr>
            <a:spLocks noGrp="1"/>
          </p:cNvSpPr>
          <p:nvPr>
            <p:ph idx="1"/>
          </p:nvPr>
        </p:nvSpPr>
        <p:spPr>
          <a:xfrm>
            <a:off x="628650" y="1825625"/>
            <a:ext cx="8306030" cy="4351338"/>
          </a:xfrm>
        </p:spPr>
        <p:txBody>
          <a:bodyPr>
            <a:normAutofit/>
          </a:bodyPr>
          <a:lstStyle/>
          <a:p>
            <a:pPr lvl="0"/>
            <a:r>
              <a:rPr lang="en-US" baseline="0" dirty="0"/>
              <a:t>Notation (E.g. 192.168.100.1)</a:t>
            </a:r>
          </a:p>
          <a:p>
            <a:pPr lvl="0"/>
            <a:r>
              <a:rPr lang="en-US" baseline="0" dirty="0"/>
              <a:t>Network ID / Host ID – subnet mask. E.g. 255.255.0.0</a:t>
            </a:r>
          </a:p>
          <a:p>
            <a:pPr lvl="0"/>
            <a:r>
              <a:rPr lang="en-US" baseline="0" dirty="0"/>
              <a:t>Network Address Translation</a:t>
            </a:r>
          </a:p>
          <a:p>
            <a:pPr lvl="1"/>
            <a:r>
              <a:rPr lang="en-US" baseline="0" dirty="0"/>
              <a:t>Public and Private IP Addresses</a:t>
            </a:r>
          </a:p>
          <a:p>
            <a:pPr lvl="0"/>
            <a:r>
              <a:rPr lang="en-US" baseline="0" dirty="0"/>
              <a:t>Addressing IP Address Shortage</a:t>
            </a:r>
          </a:p>
          <a:p>
            <a:pPr lvl="1"/>
            <a:r>
              <a:rPr lang="en-US" baseline="0" dirty="0"/>
              <a:t>Network Address Translation</a:t>
            </a:r>
          </a:p>
          <a:p>
            <a:pPr lvl="1"/>
            <a:r>
              <a:rPr lang="en-US" baseline="0" dirty="0"/>
              <a:t>Dynamic IP Address Assignment (DHCP)</a:t>
            </a:r>
          </a:p>
          <a:p>
            <a:pPr lvl="1"/>
            <a:r>
              <a:rPr lang="en-US" baseline="0" dirty="0"/>
              <a:t>IP v6</a:t>
            </a:r>
            <a:endParaRPr lang="en-US" dirty="0"/>
          </a:p>
        </p:txBody>
      </p:sp>
    </p:spTree>
    <p:extLst>
      <p:ext uri="{BB962C8B-B14F-4D97-AF65-F5344CB8AC3E}">
        <p14:creationId xmlns:p14="http://schemas.microsoft.com/office/powerpoint/2010/main" val="7937524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a:t>Domain Name Service (DNS)</a:t>
            </a:r>
          </a:p>
        </p:txBody>
      </p:sp>
      <p:sp>
        <p:nvSpPr>
          <p:cNvPr id="21507" name="Rectangle 3" descr="Rectangle: Click to edit Master text styles&#10;Second level&#10;Third level&#10;Fourth level&#10;Fifth level"/>
          <p:cNvSpPr>
            <a:spLocks noGrp="1" noChangeArrowheads="1"/>
          </p:cNvSpPr>
          <p:nvPr>
            <p:ph idx="1"/>
          </p:nvPr>
        </p:nvSpPr>
        <p:spPr>
          <a:xfrm>
            <a:off x="628650" y="1825625"/>
            <a:ext cx="7886700" cy="4591700"/>
          </a:xfrm>
        </p:spPr>
        <p:txBody>
          <a:bodyPr>
            <a:normAutofit lnSpcReduction="10000"/>
          </a:bodyPr>
          <a:lstStyle/>
          <a:p>
            <a:pPr eaLnBrk="1" hangingPunct="1"/>
            <a:r>
              <a:rPr lang="en-US" sz="2800" dirty="0"/>
              <a:t>Goal of DNS Server: “domain name resolution” – map a domain name (e.g., </a:t>
            </a:r>
            <a:r>
              <a:rPr lang="en-US" sz="2800" dirty="0">
                <a:hlinkClick r:id="rId3"/>
              </a:rPr>
              <a:t>www.byu.edu</a:t>
            </a:r>
            <a:r>
              <a:rPr lang="en-US" sz="2800" dirty="0"/>
              <a:t>) to an IP address (128.187.16.242)</a:t>
            </a:r>
          </a:p>
          <a:p>
            <a:pPr eaLnBrk="1" hangingPunct="1"/>
            <a:r>
              <a:rPr lang="en-US" sz="2800" dirty="0"/>
              <a:t>No single DNS Server includes all of the billions of IP addresses. Instead, there is a process put in place wherein your ISP’s “</a:t>
            </a:r>
            <a:r>
              <a:rPr lang="en-US" sz="2800" dirty="0">
                <a:solidFill>
                  <a:srgbClr val="C00000"/>
                </a:solidFill>
              </a:rPr>
              <a:t>DNS Resolver” server </a:t>
            </a:r>
            <a:r>
              <a:rPr lang="en-US" sz="2800" dirty="0"/>
              <a:t>can:</a:t>
            </a:r>
          </a:p>
          <a:p>
            <a:pPr lvl="1"/>
            <a:r>
              <a:rPr lang="en-US" sz="2400" dirty="0"/>
              <a:t>Return the answer if it is “</a:t>
            </a:r>
            <a:r>
              <a:rPr lang="en-US" sz="2400" dirty="0">
                <a:solidFill>
                  <a:srgbClr val="C00000"/>
                </a:solidFill>
              </a:rPr>
              <a:t>cached</a:t>
            </a:r>
            <a:r>
              <a:rPr lang="en-US" sz="2400" dirty="0"/>
              <a:t>” (recently accessed and “remembered” for a specific amount of time: </a:t>
            </a:r>
            <a:r>
              <a:rPr lang="en-US" sz="2400" dirty="0" err="1">
                <a:solidFill>
                  <a:srgbClr val="C00000"/>
                </a:solidFill>
              </a:rPr>
              <a:t>TimeToLive</a:t>
            </a:r>
            <a:r>
              <a:rPr lang="en-US" sz="2400" dirty="0"/>
              <a:t>)</a:t>
            </a:r>
          </a:p>
          <a:p>
            <a:pPr lvl="1"/>
            <a:r>
              <a:rPr lang="en-US" sz="2400" dirty="0"/>
              <a:t>If it doesn’t have the answer, it queries other DNS servers</a:t>
            </a:r>
            <a:r>
              <a:rPr lang="en-US" dirty="0"/>
              <a:t> from the root</a:t>
            </a:r>
            <a:r>
              <a:rPr lang="en-US" sz="2400" dirty="0"/>
              <a:t> until it gets the right answer or an error.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B4811-B160-02DA-6E96-889393D1000A}"/>
              </a:ext>
            </a:extLst>
          </p:cNvPr>
          <p:cNvSpPr>
            <a:spLocks noGrp="1"/>
          </p:cNvSpPr>
          <p:nvPr>
            <p:ph type="title"/>
          </p:nvPr>
        </p:nvSpPr>
        <p:spPr/>
        <p:txBody>
          <a:bodyPr/>
          <a:lstStyle/>
          <a:p>
            <a:r>
              <a:rPr lang="en-US" dirty="0"/>
              <a:t>DNS Records</a:t>
            </a:r>
          </a:p>
        </p:txBody>
      </p:sp>
      <p:sp>
        <p:nvSpPr>
          <p:cNvPr id="3" name="Content Placeholder 2">
            <a:extLst>
              <a:ext uri="{FF2B5EF4-FFF2-40B4-BE49-F238E27FC236}">
                <a16:creationId xmlns:a16="http://schemas.microsoft.com/office/drawing/2014/main" id="{C4C15B62-E21A-4064-4C98-F85A810D8214}"/>
              </a:ext>
            </a:extLst>
          </p:cNvPr>
          <p:cNvSpPr>
            <a:spLocks noGrp="1"/>
          </p:cNvSpPr>
          <p:nvPr>
            <p:ph idx="1"/>
          </p:nvPr>
        </p:nvSpPr>
        <p:spPr/>
        <p:txBody>
          <a:bodyPr/>
          <a:lstStyle/>
          <a:p>
            <a:r>
              <a:rPr lang="en-US" b="1" dirty="0"/>
              <a:t>A</a:t>
            </a:r>
            <a:r>
              <a:rPr lang="en-US" dirty="0"/>
              <a:t>: The IPv4 address of a domain name.</a:t>
            </a:r>
          </a:p>
          <a:p>
            <a:r>
              <a:rPr lang="en-US" b="1" dirty="0"/>
              <a:t>AAAA</a:t>
            </a:r>
            <a:r>
              <a:rPr lang="en-US" dirty="0"/>
              <a:t>: The IPv6 address of a domain name.</a:t>
            </a:r>
          </a:p>
          <a:p>
            <a:r>
              <a:rPr lang="en-US" b="1" dirty="0"/>
              <a:t>CNAME:</a:t>
            </a:r>
            <a:r>
              <a:rPr lang="en-US" dirty="0"/>
              <a:t> An alias of another domain name.</a:t>
            </a:r>
          </a:p>
          <a:p>
            <a:r>
              <a:rPr lang="en-US" b="1" dirty="0"/>
              <a:t>MX:</a:t>
            </a:r>
            <a:r>
              <a:rPr lang="en-US" dirty="0"/>
              <a:t> The mail servers for a domain name.</a:t>
            </a:r>
          </a:p>
          <a:p>
            <a:r>
              <a:rPr lang="en-US" b="1" dirty="0"/>
              <a:t>TXT:</a:t>
            </a:r>
            <a:r>
              <a:rPr lang="en-US" dirty="0"/>
              <a:t> Custom information for a domain name.</a:t>
            </a:r>
          </a:p>
          <a:p>
            <a:pPr marL="0" indent="0">
              <a:buNone/>
            </a:pPr>
            <a:r>
              <a:rPr lang="en-US" i="1" dirty="0"/>
              <a:t>There are others but these are the most commonly used.</a:t>
            </a:r>
          </a:p>
        </p:txBody>
      </p:sp>
    </p:spTree>
    <p:extLst>
      <p:ext uri="{BB962C8B-B14F-4D97-AF65-F5344CB8AC3E}">
        <p14:creationId xmlns:p14="http://schemas.microsoft.com/office/powerpoint/2010/main" val="28457917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E2429-8E1A-4C07-A492-D8751F5EBA5C}"/>
              </a:ext>
            </a:extLst>
          </p:cNvPr>
          <p:cNvSpPr>
            <a:spLocks noGrp="1"/>
          </p:cNvSpPr>
          <p:nvPr>
            <p:ph type="title"/>
          </p:nvPr>
        </p:nvSpPr>
        <p:spPr/>
        <p:txBody>
          <a:bodyPr/>
          <a:lstStyle/>
          <a:p>
            <a:r>
              <a:rPr lang="en-US" dirty="0"/>
              <a:t>HTTP</a:t>
            </a:r>
          </a:p>
        </p:txBody>
      </p:sp>
      <p:sp>
        <p:nvSpPr>
          <p:cNvPr id="3" name="Content Placeholder 2">
            <a:extLst>
              <a:ext uri="{FF2B5EF4-FFF2-40B4-BE49-F238E27FC236}">
                <a16:creationId xmlns:a16="http://schemas.microsoft.com/office/drawing/2014/main" id="{12C8DB18-52FD-48CA-AE59-9EB6996A1E46}"/>
              </a:ext>
            </a:extLst>
          </p:cNvPr>
          <p:cNvSpPr>
            <a:spLocks noGrp="1"/>
          </p:cNvSpPr>
          <p:nvPr>
            <p:ph idx="1"/>
          </p:nvPr>
        </p:nvSpPr>
        <p:spPr/>
        <p:txBody>
          <a:bodyPr/>
          <a:lstStyle/>
          <a:p>
            <a:r>
              <a:rPr lang="en-US" dirty="0"/>
              <a:t>Stateless (each request is independent)</a:t>
            </a:r>
          </a:p>
          <a:p>
            <a:r>
              <a:rPr lang="en-US" dirty="0"/>
              <a:t>GET vs. POST</a:t>
            </a:r>
          </a:p>
          <a:p>
            <a:r>
              <a:rPr lang="en-US" dirty="0"/>
              <a:t>HTTP and HTTPS</a:t>
            </a:r>
          </a:p>
        </p:txBody>
      </p:sp>
    </p:spTree>
    <p:extLst>
      <p:ext uri="{BB962C8B-B14F-4D97-AF65-F5344CB8AC3E}">
        <p14:creationId xmlns:p14="http://schemas.microsoft.com/office/powerpoint/2010/main" val="30732783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DA084C46-019F-485A-8F1D-1F7FB053A0CA}"/>
              </a:ext>
            </a:extLst>
          </p:cNvPr>
          <p:cNvSpPr>
            <a:spLocks noGrp="1"/>
          </p:cNvSpPr>
          <p:nvPr>
            <p:ph type="title"/>
          </p:nvPr>
        </p:nvSpPr>
        <p:spPr/>
        <p:txBody>
          <a:bodyPr/>
          <a:lstStyle/>
          <a:p>
            <a:pPr marL="342900" indent="-342900" eaLnBrk="1" hangingPunct="1"/>
            <a:r>
              <a:rPr lang="en-US" altLang="en-US" sz="4000">
                <a:solidFill>
                  <a:srgbClr val="000000"/>
                </a:solidFill>
              </a:rPr>
              <a:t>Public Key Certificates and Certificate Authorities</a:t>
            </a:r>
          </a:p>
        </p:txBody>
      </p:sp>
      <p:pic>
        <p:nvPicPr>
          <p:cNvPr id="15363" name="Picture 2">
            <a:extLst>
              <a:ext uri="{FF2B5EF4-FFF2-40B4-BE49-F238E27FC236}">
                <a16:creationId xmlns:a16="http://schemas.microsoft.com/office/drawing/2014/main" id="{7CE70F31-F49F-423B-9FEC-5075CCA65C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600200"/>
            <a:ext cx="3857625" cy="5078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4" name="Picture 3">
            <a:extLst>
              <a:ext uri="{FF2B5EF4-FFF2-40B4-BE49-F238E27FC236}">
                <a16:creationId xmlns:a16="http://schemas.microsoft.com/office/drawing/2014/main" id="{17F3E1B3-C9F5-49F3-BA64-7853B272712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22888" y="4038600"/>
            <a:ext cx="3059112"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365" name="TextBox 3">
            <a:extLst>
              <a:ext uri="{FF2B5EF4-FFF2-40B4-BE49-F238E27FC236}">
                <a16:creationId xmlns:a16="http://schemas.microsoft.com/office/drawing/2014/main" id="{3722BF68-4886-4F0B-B732-9C95D170BF45}"/>
              </a:ext>
            </a:extLst>
          </p:cNvPr>
          <p:cNvSpPr txBox="1">
            <a:spLocks noChangeArrowheads="1"/>
          </p:cNvSpPr>
          <p:nvPr/>
        </p:nvSpPr>
        <p:spPr bwMode="auto">
          <a:xfrm>
            <a:off x="5181600" y="2779713"/>
            <a:ext cx="330200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2800"/>
              <a:t>Trusted 3</a:t>
            </a:r>
            <a:r>
              <a:rPr lang="en-US" altLang="en-US" sz="2800" baseline="30000"/>
              <a:t>rd</a:t>
            </a:r>
            <a:r>
              <a:rPr lang="en-US" altLang="en-US" sz="2800"/>
              <a:t> Party</a:t>
            </a:r>
          </a:p>
          <a:p>
            <a:pPr algn="ctr" eaLnBrk="1" hangingPunct="1"/>
            <a:r>
              <a:rPr lang="en-US" altLang="en-US" sz="2800"/>
              <a:t>Certificate Authority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C3AA1-2AA7-4DA8-B90C-D7693B3E5CC6}"/>
              </a:ext>
            </a:extLst>
          </p:cNvPr>
          <p:cNvSpPr>
            <a:spLocks noGrp="1"/>
          </p:cNvSpPr>
          <p:nvPr>
            <p:ph type="title"/>
          </p:nvPr>
        </p:nvSpPr>
        <p:spPr>
          <a:xfrm>
            <a:off x="628650" y="365127"/>
            <a:ext cx="7886700" cy="802662"/>
          </a:xfrm>
        </p:spPr>
        <p:txBody>
          <a:bodyPr/>
          <a:lstStyle/>
          <a:p>
            <a:r>
              <a:rPr lang="en-US" dirty="0"/>
              <a:t>SQL</a:t>
            </a:r>
          </a:p>
        </p:txBody>
      </p:sp>
      <p:sp>
        <p:nvSpPr>
          <p:cNvPr id="3" name="Content Placeholder 2">
            <a:extLst>
              <a:ext uri="{FF2B5EF4-FFF2-40B4-BE49-F238E27FC236}">
                <a16:creationId xmlns:a16="http://schemas.microsoft.com/office/drawing/2014/main" id="{4F301E46-5E24-4339-8583-106E44DF9291}"/>
              </a:ext>
            </a:extLst>
          </p:cNvPr>
          <p:cNvSpPr>
            <a:spLocks noGrp="1"/>
          </p:cNvSpPr>
          <p:nvPr>
            <p:ph idx="1"/>
          </p:nvPr>
        </p:nvSpPr>
        <p:spPr>
          <a:xfrm>
            <a:off x="628649" y="1311007"/>
            <a:ext cx="7942473" cy="5181866"/>
          </a:xfrm>
        </p:spPr>
        <p:txBody>
          <a:bodyPr>
            <a:normAutofit/>
          </a:bodyPr>
          <a:lstStyle/>
          <a:p>
            <a:r>
              <a:rPr lang="en-US" dirty="0"/>
              <a:t>Database</a:t>
            </a:r>
            <a:r>
              <a:rPr lang="en-US" baseline="0" dirty="0"/>
              <a:t> – Table – Record – Field</a:t>
            </a:r>
          </a:p>
          <a:p>
            <a:r>
              <a:rPr lang="en-US" baseline="0" dirty="0"/>
              <a:t>SELECT … FROM … WHERE … ORDER BY</a:t>
            </a:r>
          </a:p>
          <a:p>
            <a:r>
              <a:rPr lang="en-US" baseline="0" dirty="0"/>
              <a:t>JOIN (involves multiple tables in one query)</a:t>
            </a:r>
          </a:p>
          <a:p>
            <a:r>
              <a:rPr lang="en-US" dirty="0"/>
              <a:t>Relational Database Management Systems (RDBMS) typically accept SQL queries.</a:t>
            </a:r>
          </a:p>
          <a:p>
            <a:pPr lvl="1"/>
            <a:r>
              <a:rPr lang="en-US" baseline="0" dirty="0"/>
              <a:t>Examples, My</a:t>
            </a:r>
            <a:r>
              <a:rPr lang="en-US" dirty="0"/>
              <a:t>SQL, </a:t>
            </a:r>
            <a:r>
              <a:rPr lang="en-US" baseline="0" dirty="0"/>
              <a:t>MariaDB, Oracle, PostgreSQL, Microsoft SQL Server, etc.</a:t>
            </a:r>
          </a:p>
          <a:p>
            <a:r>
              <a:rPr lang="en-US" dirty="0"/>
              <a:t>SQL Server Account Rights</a:t>
            </a:r>
          </a:p>
          <a:p>
            <a:pPr lvl="1"/>
            <a:r>
              <a:rPr lang="en-US" dirty="0"/>
              <a:t>Each application accesses the server through an account.</a:t>
            </a:r>
          </a:p>
          <a:p>
            <a:pPr lvl="1"/>
            <a:r>
              <a:rPr lang="en-US" dirty="0"/>
              <a:t>Which rights are required for an application?</a:t>
            </a:r>
          </a:p>
          <a:p>
            <a:pPr lvl="1"/>
            <a:r>
              <a:rPr lang="en-US" dirty="0"/>
              <a:t>Which rights should not be assigned? </a:t>
            </a:r>
          </a:p>
        </p:txBody>
      </p:sp>
    </p:spTree>
    <p:extLst>
      <p:ext uri="{BB962C8B-B14F-4D97-AF65-F5344CB8AC3E}">
        <p14:creationId xmlns:p14="http://schemas.microsoft.com/office/powerpoint/2010/main" val="28787003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4328C-58EB-4CA5-A3A0-4EE0BE2996D2}"/>
              </a:ext>
            </a:extLst>
          </p:cNvPr>
          <p:cNvSpPr>
            <a:spLocks noGrp="1"/>
          </p:cNvSpPr>
          <p:nvPr>
            <p:ph type="title"/>
          </p:nvPr>
        </p:nvSpPr>
        <p:spPr/>
        <p:txBody>
          <a:bodyPr/>
          <a:lstStyle/>
          <a:p>
            <a:r>
              <a:rPr lang="en-US" dirty="0"/>
              <a:t>Protecting Against SQL</a:t>
            </a:r>
            <a:br>
              <a:rPr lang="en-US" dirty="0"/>
            </a:br>
            <a:r>
              <a:rPr lang="en-US" dirty="0"/>
              <a:t>Injection Attacks</a:t>
            </a:r>
          </a:p>
        </p:txBody>
      </p:sp>
      <p:sp>
        <p:nvSpPr>
          <p:cNvPr id="3" name="Content Placeholder 2">
            <a:extLst>
              <a:ext uri="{FF2B5EF4-FFF2-40B4-BE49-F238E27FC236}">
                <a16:creationId xmlns:a16="http://schemas.microsoft.com/office/drawing/2014/main" id="{246E9A83-5726-4E19-9E43-707F3171C124}"/>
              </a:ext>
            </a:extLst>
          </p:cNvPr>
          <p:cNvSpPr>
            <a:spLocks noGrp="1"/>
          </p:cNvSpPr>
          <p:nvPr>
            <p:ph idx="1"/>
          </p:nvPr>
        </p:nvSpPr>
        <p:spPr>
          <a:xfrm>
            <a:off x="685800" y="1981200"/>
            <a:ext cx="8458200" cy="4495800"/>
          </a:xfrm>
        </p:spPr>
        <p:txBody>
          <a:bodyPr/>
          <a:lstStyle/>
          <a:p>
            <a:r>
              <a:rPr lang="en-US" sz="2400" dirty="0"/>
              <a:t>Good: Escape the string before inserting it into a SQL Query</a:t>
            </a:r>
          </a:p>
          <a:p>
            <a:pPr lvl="1"/>
            <a:r>
              <a:rPr lang="en-US" sz="1600" dirty="0">
                <a:latin typeface="Consolas" panose="020B0609020204030204" pitchFamily="49" charset="0"/>
              </a:rPr>
              <a:t>$</a:t>
            </a:r>
            <a:r>
              <a:rPr lang="en-US" sz="1600" dirty="0" err="1">
                <a:latin typeface="Consolas" panose="020B0609020204030204" pitchFamily="49" charset="0"/>
              </a:rPr>
              <a:t>mysqli</a:t>
            </a:r>
            <a:r>
              <a:rPr lang="en-US" sz="1600" dirty="0">
                <a:latin typeface="Consolas" panose="020B0609020204030204" pitchFamily="49" charset="0"/>
              </a:rPr>
              <a:t> -&gt; </a:t>
            </a:r>
            <a:r>
              <a:rPr lang="en-US" sz="1600" dirty="0" err="1">
                <a:latin typeface="Consolas" panose="020B0609020204030204" pitchFamily="49" charset="0"/>
              </a:rPr>
              <a:t>real_escape_string</a:t>
            </a:r>
            <a:r>
              <a:rPr lang="en-US" sz="1600" dirty="0">
                <a:latin typeface="Consolas" panose="020B0609020204030204" pitchFamily="49" charset="0"/>
              </a:rPr>
              <a:t>($</a:t>
            </a:r>
            <a:r>
              <a:rPr lang="en-US" sz="1600" dirty="0" err="1">
                <a:latin typeface="Consolas" panose="020B0609020204030204" pitchFamily="49" charset="0"/>
              </a:rPr>
              <a:t>myvar</a:t>
            </a:r>
            <a:r>
              <a:rPr lang="en-US" sz="1600" dirty="0">
                <a:latin typeface="Consolas" panose="020B0609020204030204" pitchFamily="49" charset="0"/>
              </a:rPr>
              <a:t>)</a:t>
            </a:r>
          </a:p>
          <a:p>
            <a:r>
              <a:rPr lang="en-US" sz="2400" dirty="0"/>
              <a:t>Better: Use Prepared Statements and pass parameters separately</a:t>
            </a:r>
          </a:p>
          <a:p>
            <a:pPr lvl="1"/>
            <a:r>
              <a:rPr lang="en-US" sz="1600" dirty="0">
                <a:latin typeface="Consolas" panose="020B0609020204030204" pitchFamily="49" charset="0"/>
              </a:rPr>
              <a:t>$</a:t>
            </a:r>
            <a:r>
              <a:rPr lang="en-US" sz="1600" dirty="0" err="1">
                <a:latin typeface="Consolas" panose="020B0609020204030204" pitchFamily="49" charset="0"/>
              </a:rPr>
              <a:t>stmt</a:t>
            </a:r>
            <a:r>
              <a:rPr lang="en-US" sz="1600" dirty="0">
                <a:latin typeface="Consolas" panose="020B0609020204030204" pitchFamily="49" charset="0"/>
              </a:rPr>
              <a:t> = $conn -&gt; prepare("INSERT INTO</a:t>
            </a:r>
            <a:br>
              <a:rPr lang="en-US" sz="1600" dirty="0">
                <a:latin typeface="Consolas" panose="020B0609020204030204" pitchFamily="49" charset="0"/>
              </a:rPr>
            </a:br>
            <a:r>
              <a:rPr lang="en-US" sz="1600" dirty="0">
                <a:latin typeface="Consolas" panose="020B0609020204030204" pitchFamily="49" charset="0"/>
              </a:rPr>
              <a:t>    </a:t>
            </a:r>
            <a:r>
              <a:rPr lang="en-US" sz="1600" dirty="0" err="1">
                <a:latin typeface="Consolas" panose="020B0609020204030204" pitchFamily="49" charset="0"/>
              </a:rPr>
              <a:t>MyGuests</a:t>
            </a:r>
            <a:r>
              <a:rPr lang="en-US" sz="1600" dirty="0">
                <a:latin typeface="Consolas" panose="020B0609020204030204" pitchFamily="49" charset="0"/>
              </a:rPr>
              <a:t>(</a:t>
            </a:r>
            <a:r>
              <a:rPr lang="en-US" sz="1600" dirty="0" err="1">
                <a:latin typeface="Consolas" panose="020B0609020204030204" pitchFamily="49" charset="0"/>
              </a:rPr>
              <a:t>firstname,lastname,email</a:t>
            </a:r>
            <a:r>
              <a:rPr lang="en-US" sz="1600" dirty="0">
                <a:latin typeface="Consolas" panose="020B0609020204030204" pitchFamily="49" charset="0"/>
              </a:rPr>
              <a:t>)VALUES(?,?,?)");</a:t>
            </a:r>
            <a:br>
              <a:rPr lang="en-US" sz="1600" dirty="0">
                <a:latin typeface="Consolas" panose="020B0609020204030204" pitchFamily="49" charset="0"/>
              </a:rPr>
            </a:br>
            <a:r>
              <a:rPr lang="en-US" sz="1600" dirty="0">
                <a:latin typeface="Consolas" panose="020B0609020204030204" pitchFamily="49" charset="0"/>
              </a:rPr>
              <a:t>$</a:t>
            </a:r>
            <a:r>
              <a:rPr lang="en-US" sz="1600" dirty="0" err="1">
                <a:latin typeface="Consolas" panose="020B0609020204030204" pitchFamily="49" charset="0"/>
              </a:rPr>
              <a:t>stmt</a:t>
            </a:r>
            <a:r>
              <a:rPr lang="en-US" sz="1600" dirty="0">
                <a:latin typeface="Consolas" panose="020B0609020204030204" pitchFamily="49" charset="0"/>
              </a:rPr>
              <a:t>-&gt;</a:t>
            </a:r>
            <a:r>
              <a:rPr lang="en-US" sz="1600" dirty="0" err="1">
                <a:latin typeface="Consolas" panose="020B0609020204030204" pitchFamily="49" charset="0"/>
              </a:rPr>
              <a:t>bind_param</a:t>
            </a:r>
            <a:r>
              <a:rPr lang="en-US" sz="1600" dirty="0">
                <a:latin typeface="Consolas" panose="020B0609020204030204" pitchFamily="49" charset="0"/>
              </a:rPr>
              <a:t>("</a:t>
            </a:r>
            <a:r>
              <a:rPr lang="en-US" sz="1600" dirty="0" err="1">
                <a:latin typeface="Consolas" panose="020B0609020204030204" pitchFamily="49" charset="0"/>
              </a:rPr>
              <a:t>sss</a:t>
            </a:r>
            <a:r>
              <a:rPr lang="en-US" sz="1600" dirty="0">
                <a:latin typeface="Consolas" panose="020B0609020204030204" pitchFamily="49" charset="0"/>
              </a:rPr>
              <a:t>",$</a:t>
            </a:r>
            <a:r>
              <a:rPr lang="en-US" sz="1600" dirty="0" err="1">
                <a:latin typeface="Consolas" panose="020B0609020204030204" pitchFamily="49" charset="0"/>
              </a:rPr>
              <a:t>firstname</a:t>
            </a:r>
            <a:r>
              <a:rPr lang="en-US" sz="1600" dirty="0">
                <a:latin typeface="Consolas" panose="020B0609020204030204" pitchFamily="49" charset="0"/>
              </a:rPr>
              <a:t>, $</a:t>
            </a:r>
            <a:r>
              <a:rPr lang="en-US" sz="1600" dirty="0" err="1">
                <a:latin typeface="Consolas" panose="020B0609020204030204" pitchFamily="49" charset="0"/>
              </a:rPr>
              <a:t>lastname</a:t>
            </a:r>
            <a:r>
              <a:rPr lang="en-US" sz="1600" dirty="0">
                <a:latin typeface="Consolas" panose="020B0609020204030204" pitchFamily="49" charset="0"/>
              </a:rPr>
              <a:t>, $email);</a:t>
            </a:r>
            <a:br>
              <a:rPr lang="en-US" sz="1600" dirty="0">
                <a:latin typeface="Consolas" panose="020B0609020204030204" pitchFamily="49" charset="0"/>
              </a:rPr>
            </a:br>
            <a:r>
              <a:rPr lang="en-US" sz="1600" dirty="0">
                <a:latin typeface="Consolas" panose="020B0609020204030204" pitchFamily="49" charset="0"/>
              </a:rPr>
              <a:t>$</a:t>
            </a:r>
            <a:r>
              <a:rPr lang="en-US" sz="1600" dirty="0" err="1">
                <a:latin typeface="Consolas" panose="020B0609020204030204" pitchFamily="49" charset="0"/>
              </a:rPr>
              <a:t>firstname</a:t>
            </a:r>
            <a:r>
              <a:rPr lang="en-US" sz="1600" dirty="0">
                <a:latin typeface="Consolas" panose="020B0609020204030204" pitchFamily="49" charset="0"/>
              </a:rPr>
              <a:t> = "Bill"</a:t>
            </a:r>
            <a:br>
              <a:rPr lang="en-US" sz="1600" dirty="0">
                <a:latin typeface="Consolas" panose="020B0609020204030204" pitchFamily="49" charset="0"/>
              </a:rPr>
            </a:br>
            <a:r>
              <a:rPr lang="en-US" sz="1600" dirty="0">
                <a:latin typeface="Consolas" panose="020B0609020204030204" pitchFamily="49" charset="0"/>
              </a:rPr>
              <a:t>$</a:t>
            </a:r>
            <a:r>
              <a:rPr lang="en-US" sz="1600" dirty="0" err="1">
                <a:latin typeface="Consolas" panose="020B0609020204030204" pitchFamily="49" charset="0"/>
              </a:rPr>
              <a:t>lastname</a:t>
            </a:r>
            <a:r>
              <a:rPr lang="en-US" sz="1600" dirty="0">
                <a:latin typeface="Consolas" panose="020B0609020204030204" pitchFamily="49" charset="0"/>
              </a:rPr>
              <a:t> = "Preston"</a:t>
            </a:r>
            <a:br>
              <a:rPr lang="en-US" sz="1600" dirty="0">
                <a:latin typeface="Consolas" panose="020B0609020204030204" pitchFamily="49" charset="0"/>
              </a:rPr>
            </a:br>
            <a:r>
              <a:rPr lang="en-US" sz="1600" dirty="0">
                <a:latin typeface="Consolas" panose="020B0609020204030204" pitchFamily="49" charset="0"/>
              </a:rPr>
              <a:t>$email = "</a:t>
            </a:r>
            <a:r>
              <a:rPr lang="en-US" sz="1600" dirty="0" err="1">
                <a:latin typeface="Consolas" panose="020B0609020204030204" pitchFamily="49" charset="0"/>
              </a:rPr>
              <a:t>bill@wyldstallyns.music</a:t>
            </a:r>
            <a:r>
              <a:rPr lang="en-US" sz="1600" dirty="0">
                <a:latin typeface="Consolas" panose="020B0609020204030204" pitchFamily="49" charset="0"/>
              </a:rPr>
              <a:t>"</a:t>
            </a:r>
            <a:endParaRPr lang="en-US" sz="2000" dirty="0">
              <a:latin typeface="Consolas" panose="020B0609020204030204" pitchFamily="49" charset="0"/>
            </a:endParaRPr>
          </a:p>
          <a:p>
            <a:r>
              <a:rPr lang="en-US" sz="2400" dirty="0"/>
              <a:t>See the excellent resources in the Articles column of </a:t>
            </a:r>
            <a:r>
              <a:rPr lang="en-US" sz="2400" dirty="0" err="1"/>
              <a:t>LearningSuite</a:t>
            </a:r>
            <a:endParaRPr lang="en-US" sz="2400" dirty="0"/>
          </a:p>
          <a:p>
            <a:endParaRPr lang="en-US" sz="2000" dirty="0">
              <a:latin typeface="Consolas" panose="020B0609020204030204" pitchFamily="49" charset="0"/>
            </a:endParaRPr>
          </a:p>
        </p:txBody>
      </p:sp>
    </p:spTree>
    <p:extLst>
      <p:ext uri="{BB962C8B-B14F-4D97-AF65-F5344CB8AC3E}">
        <p14:creationId xmlns:p14="http://schemas.microsoft.com/office/powerpoint/2010/main" val="6215366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DD1F7-F9B7-4C2E-B332-1453D01197FD}"/>
              </a:ext>
            </a:extLst>
          </p:cNvPr>
          <p:cNvSpPr>
            <a:spLocks noGrp="1"/>
          </p:cNvSpPr>
          <p:nvPr>
            <p:ph type="title"/>
          </p:nvPr>
        </p:nvSpPr>
        <p:spPr/>
        <p:txBody>
          <a:bodyPr/>
          <a:lstStyle/>
          <a:p>
            <a:r>
              <a:rPr lang="en-US" dirty="0"/>
              <a:t>PHP</a:t>
            </a:r>
          </a:p>
        </p:txBody>
      </p:sp>
      <p:sp>
        <p:nvSpPr>
          <p:cNvPr id="3" name="Content Placeholder 2">
            <a:extLst>
              <a:ext uri="{FF2B5EF4-FFF2-40B4-BE49-F238E27FC236}">
                <a16:creationId xmlns:a16="http://schemas.microsoft.com/office/drawing/2014/main" id="{C6BC65C9-A077-4D55-80A3-3FC4638DB2FE}"/>
              </a:ext>
            </a:extLst>
          </p:cNvPr>
          <p:cNvSpPr>
            <a:spLocks noGrp="1"/>
          </p:cNvSpPr>
          <p:nvPr>
            <p:ph idx="1"/>
          </p:nvPr>
        </p:nvSpPr>
        <p:spPr/>
        <p:txBody>
          <a:bodyPr/>
          <a:lstStyle/>
          <a:p>
            <a:r>
              <a:rPr lang="en-US" dirty="0"/>
              <a:t>Server-Side Scripting</a:t>
            </a:r>
          </a:p>
          <a:p>
            <a:r>
              <a:rPr lang="en-US" dirty="0"/>
              <a:t>Gateway to databases and other server-side services.</a:t>
            </a:r>
          </a:p>
          <a:p>
            <a:r>
              <a:rPr lang="en-US" dirty="0"/>
              <a:t>Session Management</a:t>
            </a:r>
          </a:p>
        </p:txBody>
      </p:sp>
    </p:spTree>
    <p:extLst>
      <p:ext uri="{BB962C8B-B14F-4D97-AF65-F5344CB8AC3E}">
        <p14:creationId xmlns:p14="http://schemas.microsoft.com/office/powerpoint/2010/main" val="21331789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23ACB-665E-4C3A-B918-260B6C7F136B}"/>
              </a:ext>
            </a:extLst>
          </p:cNvPr>
          <p:cNvSpPr>
            <a:spLocks noGrp="1"/>
          </p:cNvSpPr>
          <p:nvPr>
            <p:ph type="title"/>
          </p:nvPr>
        </p:nvSpPr>
        <p:spPr>
          <a:xfrm>
            <a:off x="628650" y="1"/>
            <a:ext cx="7886700" cy="611436"/>
          </a:xfrm>
        </p:spPr>
        <p:txBody>
          <a:bodyPr>
            <a:normAutofit fontScale="90000"/>
          </a:bodyPr>
          <a:lstStyle/>
          <a:p>
            <a:r>
              <a:rPr lang="en-US" dirty="0"/>
              <a:t>Cookies</a:t>
            </a:r>
          </a:p>
        </p:txBody>
      </p:sp>
      <p:sp>
        <p:nvSpPr>
          <p:cNvPr id="3" name="Content Placeholder 2">
            <a:extLst>
              <a:ext uri="{FF2B5EF4-FFF2-40B4-BE49-F238E27FC236}">
                <a16:creationId xmlns:a16="http://schemas.microsoft.com/office/drawing/2014/main" id="{61E8CE62-1484-455A-80D2-3EA6217DC447}"/>
              </a:ext>
            </a:extLst>
          </p:cNvPr>
          <p:cNvSpPr>
            <a:spLocks noGrp="1"/>
          </p:cNvSpPr>
          <p:nvPr>
            <p:ph idx="1"/>
          </p:nvPr>
        </p:nvSpPr>
        <p:spPr>
          <a:xfrm>
            <a:off x="628650" y="705080"/>
            <a:ext cx="7886700" cy="6004191"/>
          </a:xfrm>
        </p:spPr>
        <p:txBody>
          <a:bodyPr>
            <a:normAutofit fontScale="92500" lnSpcReduction="10000"/>
          </a:bodyPr>
          <a:lstStyle/>
          <a:p>
            <a:r>
              <a:rPr lang="en-US" dirty="0"/>
              <a:t>One way to manage state</a:t>
            </a:r>
          </a:p>
          <a:p>
            <a:r>
              <a:rPr lang="en-US" dirty="0"/>
              <a:t>Scope</a:t>
            </a:r>
          </a:p>
          <a:p>
            <a:pPr lvl="1"/>
            <a:r>
              <a:rPr lang="en-US" dirty="0"/>
              <a:t>To a second-level domain or lower.</a:t>
            </a:r>
          </a:p>
          <a:p>
            <a:r>
              <a:rPr lang="en-US" dirty="0"/>
              <a:t>Setting and Clearing</a:t>
            </a:r>
          </a:p>
          <a:p>
            <a:pPr lvl="1"/>
            <a:r>
              <a:rPr lang="en-US" dirty="0"/>
              <a:t>Set in HTTP or in JavaScript</a:t>
            </a:r>
          </a:p>
          <a:p>
            <a:pPr lvl="1"/>
            <a:r>
              <a:rPr lang="en-US" dirty="0"/>
              <a:t>HTTP Cookies can be set by the domain of the page (first party) or by anything referenced by the page (third party).</a:t>
            </a:r>
          </a:p>
          <a:p>
            <a:pPr lvl="1"/>
            <a:r>
              <a:rPr lang="en-US" dirty="0"/>
              <a:t>Clear by setting the expiration date in the past</a:t>
            </a:r>
          </a:p>
          <a:p>
            <a:r>
              <a:rPr lang="en-US" dirty="0"/>
              <a:t>Persistence</a:t>
            </a:r>
          </a:p>
          <a:p>
            <a:pPr lvl="1"/>
            <a:r>
              <a:rPr lang="en-US" dirty="0"/>
              <a:t>An expiration date makes a cookie persistent other cookies clear when you close the browser.</a:t>
            </a:r>
          </a:p>
          <a:p>
            <a:r>
              <a:rPr lang="en-US" dirty="0"/>
              <a:t>Security/Privacy</a:t>
            </a:r>
          </a:p>
          <a:p>
            <a:pPr lvl="1"/>
            <a:r>
              <a:rPr lang="en-US" dirty="0"/>
              <a:t>Third-party cookies are increasingly blocked because they can be used for tracking.</a:t>
            </a:r>
          </a:p>
          <a:p>
            <a:pPr lvl="1"/>
            <a:r>
              <a:rPr lang="en-US" dirty="0"/>
              <a:t>Cookies can be manipulated on the browser so cryptographic techniques are often used to prevent forgery.</a:t>
            </a:r>
          </a:p>
          <a:p>
            <a:endParaRPr lang="en-US" dirty="0"/>
          </a:p>
        </p:txBody>
      </p:sp>
    </p:spTree>
    <p:extLst>
      <p:ext uri="{BB962C8B-B14F-4D97-AF65-F5344CB8AC3E}">
        <p14:creationId xmlns:p14="http://schemas.microsoft.com/office/powerpoint/2010/main" val="41918592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7B36D-2699-4997-8B9C-81E00D32FC8E}"/>
              </a:ext>
            </a:extLst>
          </p:cNvPr>
          <p:cNvSpPr>
            <a:spLocks noGrp="1"/>
          </p:cNvSpPr>
          <p:nvPr>
            <p:ph type="title"/>
          </p:nvPr>
        </p:nvSpPr>
        <p:spPr/>
        <p:txBody>
          <a:bodyPr/>
          <a:lstStyle/>
          <a:p>
            <a:r>
              <a:rPr lang="en-US" dirty="0"/>
              <a:t>Applied</a:t>
            </a:r>
            <a:r>
              <a:rPr lang="en-US" baseline="0" dirty="0"/>
              <a:t> </a:t>
            </a:r>
            <a:r>
              <a:rPr lang="en-US" dirty="0"/>
              <a:t>Cryptography</a:t>
            </a:r>
          </a:p>
        </p:txBody>
      </p:sp>
      <p:sp>
        <p:nvSpPr>
          <p:cNvPr id="3" name="Content Placeholder 2">
            <a:extLst>
              <a:ext uri="{FF2B5EF4-FFF2-40B4-BE49-F238E27FC236}">
                <a16:creationId xmlns:a16="http://schemas.microsoft.com/office/drawing/2014/main" id="{7457EAD9-B9CD-4A8C-A15B-BC65D0CAC1F8}"/>
              </a:ext>
            </a:extLst>
          </p:cNvPr>
          <p:cNvSpPr>
            <a:spLocks noGrp="1"/>
          </p:cNvSpPr>
          <p:nvPr>
            <p:ph idx="1"/>
          </p:nvPr>
        </p:nvSpPr>
        <p:spPr>
          <a:xfrm>
            <a:off x="628650" y="1825625"/>
            <a:ext cx="7886700" cy="4867122"/>
          </a:xfrm>
        </p:spPr>
        <p:txBody>
          <a:bodyPr>
            <a:normAutofit/>
          </a:bodyPr>
          <a:lstStyle/>
          <a:p>
            <a:r>
              <a:rPr lang="en-US" dirty="0"/>
              <a:t>Base Algorithms</a:t>
            </a:r>
          </a:p>
          <a:p>
            <a:pPr lvl="1"/>
            <a:r>
              <a:rPr lang="en-US" dirty="0"/>
              <a:t>Symmetric (Secret Key) Encryption</a:t>
            </a:r>
          </a:p>
          <a:p>
            <a:pPr lvl="1"/>
            <a:r>
              <a:rPr lang="en-US" dirty="0"/>
              <a:t>Asymmetric (Public Key) Encryption</a:t>
            </a:r>
          </a:p>
          <a:p>
            <a:pPr lvl="1"/>
            <a:r>
              <a:rPr lang="en-US" dirty="0"/>
              <a:t>Cryptographic</a:t>
            </a:r>
            <a:r>
              <a:rPr lang="en-US" baseline="0" dirty="0"/>
              <a:t> Hash</a:t>
            </a:r>
          </a:p>
          <a:p>
            <a:pPr lvl="0"/>
            <a:r>
              <a:rPr lang="en-US" dirty="0"/>
              <a:t>Applications</a:t>
            </a:r>
          </a:p>
          <a:p>
            <a:pPr lvl="1"/>
            <a:r>
              <a:rPr lang="en-US" dirty="0"/>
              <a:t>HTTPS</a:t>
            </a:r>
          </a:p>
          <a:p>
            <a:pPr lvl="2"/>
            <a:r>
              <a:rPr lang="en-US" dirty="0"/>
              <a:t>Uses all three</a:t>
            </a:r>
          </a:p>
          <a:p>
            <a:pPr lvl="1"/>
            <a:r>
              <a:rPr lang="en-US" dirty="0"/>
              <a:t>Digital Signatures</a:t>
            </a:r>
          </a:p>
          <a:p>
            <a:pPr lvl="2"/>
            <a:r>
              <a:rPr lang="en-US" dirty="0"/>
              <a:t>Uses hashes and asymmetric encryption</a:t>
            </a:r>
          </a:p>
          <a:p>
            <a:pPr lvl="1"/>
            <a:r>
              <a:rPr lang="en-US" dirty="0"/>
              <a:t>Password Security</a:t>
            </a:r>
          </a:p>
          <a:p>
            <a:pPr lvl="2"/>
            <a:r>
              <a:rPr lang="en-US" dirty="0"/>
              <a:t>Uses hashes (with salt and multiple repetitions)</a:t>
            </a:r>
          </a:p>
        </p:txBody>
      </p:sp>
    </p:spTree>
    <p:extLst>
      <p:ext uri="{BB962C8B-B14F-4D97-AF65-F5344CB8AC3E}">
        <p14:creationId xmlns:p14="http://schemas.microsoft.com/office/powerpoint/2010/main" val="13030915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FD4F8-BADB-570A-F78D-B0D00BB65DB9}"/>
              </a:ext>
            </a:extLst>
          </p:cNvPr>
          <p:cNvSpPr>
            <a:spLocks noGrp="1"/>
          </p:cNvSpPr>
          <p:nvPr>
            <p:ph type="title"/>
          </p:nvPr>
        </p:nvSpPr>
        <p:spPr/>
        <p:txBody>
          <a:bodyPr/>
          <a:lstStyle/>
          <a:p>
            <a:r>
              <a:rPr lang="en-US" dirty="0"/>
              <a:t>CIA Triad</a:t>
            </a:r>
          </a:p>
        </p:txBody>
      </p:sp>
      <p:pic>
        <p:nvPicPr>
          <p:cNvPr id="3074" name="Picture 2" descr="See the source image">
            <a:extLst>
              <a:ext uri="{FF2B5EF4-FFF2-40B4-BE49-F238E27FC236}">
                <a16:creationId xmlns:a16="http://schemas.microsoft.com/office/drawing/2014/main" id="{FA5F2D37-D526-A1DF-1AD5-774851DC68E3}"/>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362200" y="1740726"/>
            <a:ext cx="5029200" cy="45598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86757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1A861-D6F4-4700-BBC7-A343C8C5770B}"/>
              </a:ext>
            </a:extLst>
          </p:cNvPr>
          <p:cNvSpPr>
            <a:spLocks noGrp="1"/>
          </p:cNvSpPr>
          <p:nvPr>
            <p:ph type="title"/>
          </p:nvPr>
        </p:nvSpPr>
        <p:spPr/>
        <p:txBody>
          <a:bodyPr/>
          <a:lstStyle/>
          <a:p>
            <a:r>
              <a:rPr lang="en-US" dirty="0" err="1"/>
              <a:t>Maconachy</a:t>
            </a:r>
            <a:r>
              <a:rPr lang="en-US" dirty="0"/>
              <a:t>, </a:t>
            </a:r>
            <a:r>
              <a:rPr lang="en-US" dirty="0" err="1"/>
              <a:t>Schou</a:t>
            </a:r>
            <a:r>
              <a:rPr lang="en-US" dirty="0"/>
              <a:t>, Ragsdale</a:t>
            </a:r>
            <a:r>
              <a:rPr lang="en-US" baseline="0" dirty="0"/>
              <a:t> (MSR) Cube</a:t>
            </a:r>
            <a:endParaRPr lang="en-US" dirty="0"/>
          </a:p>
        </p:txBody>
      </p:sp>
      <p:pic>
        <p:nvPicPr>
          <p:cNvPr id="5" name="Picture 2" descr="See the source image">
            <a:extLst>
              <a:ext uri="{FF2B5EF4-FFF2-40B4-BE49-F238E27FC236}">
                <a16:creationId xmlns:a16="http://schemas.microsoft.com/office/drawing/2014/main" id="{FE89650E-9DEA-4A0E-8070-170FB99FC6AE}"/>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r="50000"/>
          <a:stretch/>
        </p:blipFill>
        <p:spPr bwMode="auto">
          <a:xfrm>
            <a:off x="2711518" y="1825625"/>
            <a:ext cx="4194608" cy="49052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85485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Title 1">
            <a:extLst>
              <a:ext uri="{FF2B5EF4-FFF2-40B4-BE49-F238E27FC236}">
                <a16:creationId xmlns:a16="http://schemas.microsoft.com/office/drawing/2014/main" id="{BEBB7CEE-0115-B640-96C3-6905690F193E}"/>
              </a:ext>
            </a:extLst>
          </p:cNvPr>
          <p:cNvSpPr>
            <a:spLocks noGrp="1" noChangeArrowheads="1"/>
          </p:cNvSpPr>
          <p:nvPr>
            <p:ph type="title"/>
          </p:nvPr>
        </p:nvSpPr>
        <p:spPr>
          <a:xfrm>
            <a:off x="1370013" y="76201"/>
            <a:ext cx="7313612" cy="685800"/>
          </a:xfrm>
        </p:spPr>
        <p:txBody>
          <a:bodyPr>
            <a:normAutofit fontScale="90000"/>
          </a:bodyPr>
          <a:lstStyle/>
          <a:p>
            <a:r>
              <a:rPr lang="en-US" altLang="en-US" dirty="0"/>
              <a:t>Diagnose an Attack</a:t>
            </a:r>
          </a:p>
        </p:txBody>
      </p:sp>
      <p:sp>
        <p:nvSpPr>
          <p:cNvPr id="51202" name="Content Placeholder 2">
            <a:extLst>
              <a:ext uri="{FF2B5EF4-FFF2-40B4-BE49-F238E27FC236}">
                <a16:creationId xmlns:a16="http://schemas.microsoft.com/office/drawing/2014/main" id="{9C572119-F01C-144C-A281-0F5C5BCDA1BD}"/>
              </a:ext>
            </a:extLst>
          </p:cNvPr>
          <p:cNvSpPr>
            <a:spLocks noGrp="1" noChangeArrowheads="1"/>
          </p:cNvSpPr>
          <p:nvPr>
            <p:ph idx="1"/>
          </p:nvPr>
        </p:nvSpPr>
        <p:spPr>
          <a:xfrm>
            <a:off x="838200" y="914401"/>
            <a:ext cx="7845425" cy="2275366"/>
          </a:xfrm>
        </p:spPr>
        <p:txBody>
          <a:bodyPr/>
          <a:lstStyle/>
          <a:p>
            <a:pPr marL="0" indent="0">
              <a:buNone/>
            </a:pPr>
            <a:r>
              <a:rPr lang="en-US" altLang="en-US" sz="2400" dirty="0"/>
              <a:t>Scenario: A professor is victimized by a spear-phishing attack in which a trojan installs a key logger on their computer. The attacker uses the key logger to steal their passwords, log into the school’s data system remotely, and change grades.</a:t>
            </a:r>
          </a:p>
        </p:txBody>
      </p:sp>
      <p:sp>
        <p:nvSpPr>
          <p:cNvPr id="3" name="TextBox 2">
            <a:extLst>
              <a:ext uri="{FF2B5EF4-FFF2-40B4-BE49-F238E27FC236}">
                <a16:creationId xmlns:a16="http://schemas.microsoft.com/office/drawing/2014/main" id="{B0412DFC-E4D6-4040-8492-0A10A68A466A}"/>
              </a:ext>
            </a:extLst>
          </p:cNvPr>
          <p:cNvSpPr txBox="1"/>
          <p:nvPr/>
        </p:nvSpPr>
        <p:spPr>
          <a:xfrm>
            <a:off x="304800" y="3463925"/>
            <a:ext cx="2514600" cy="2862322"/>
          </a:xfrm>
          <a:prstGeom prst="rect">
            <a:avLst/>
          </a:prstGeom>
          <a:noFill/>
        </p:spPr>
        <p:txBody>
          <a:bodyPr wrap="square" rtlCol="0">
            <a:spAutoFit/>
          </a:bodyPr>
          <a:lstStyle/>
          <a:p>
            <a:r>
              <a:rPr lang="en-US" b="1" dirty="0"/>
              <a:t>Security Services</a:t>
            </a:r>
            <a:endParaRPr lang="en-US" dirty="0"/>
          </a:p>
          <a:p>
            <a:pPr marL="285750" indent="-285750">
              <a:buFont typeface="Arial" panose="020B0604020202020204" pitchFamily="34" charset="0"/>
              <a:buChar char="•"/>
            </a:pPr>
            <a:r>
              <a:rPr lang="en-US" dirty="0"/>
              <a:t>Availability</a:t>
            </a:r>
          </a:p>
          <a:p>
            <a:pPr marL="285750" indent="-285750">
              <a:buFont typeface="Arial" panose="020B0604020202020204" pitchFamily="34" charset="0"/>
              <a:buChar char="•"/>
            </a:pPr>
            <a:r>
              <a:rPr lang="en-US" dirty="0"/>
              <a:t>Integrity</a:t>
            </a:r>
          </a:p>
          <a:p>
            <a:pPr marL="285750" indent="-285750">
              <a:buFont typeface="Arial" panose="020B0604020202020204" pitchFamily="34" charset="0"/>
              <a:buChar char="•"/>
            </a:pPr>
            <a:r>
              <a:rPr lang="en-US" dirty="0"/>
              <a:t>Authentication</a:t>
            </a:r>
          </a:p>
          <a:p>
            <a:pPr marL="285750" indent="-285750">
              <a:buFont typeface="Arial" panose="020B0604020202020204" pitchFamily="34" charset="0"/>
              <a:buChar char="•"/>
            </a:pPr>
            <a:r>
              <a:rPr lang="en-US" dirty="0"/>
              <a:t>Confidentiality</a:t>
            </a:r>
          </a:p>
          <a:p>
            <a:pPr marL="285750" indent="-285750">
              <a:buFont typeface="Arial" panose="020B0604020202020204" pitchFamily="34" charset="0"/>
              <a:buChar char="•"/>
            </a:pPr>
            <a:r>
              <a:rPr lang="en-US" dirty="0"/>
              <a:t>Nonrepudiation</a:t>
            </a:r>
          </a:p>
          <a:p>
            <a:endParaRPr lang="en-US" dirty="0"/>
          </a:p>
          <a:p>
            <a:r>
              <a:rPr lang="en-US" i="1" dirty="0"/>
              <a:t>Which services were compromised?</a:t>
            </a:r>
          </a:p>
          <a:p>
            <a:pPr marL="285750" indent="-285750">
              <a:buFont typeface="Arial" panose="020B0604020202020204" pitchFamily="34" charset="0"/>
              <a:buChar char="•"/>
            </a:pPr>
            <a:endParaRPr lang="en-US" dirty="0"/>
          </a:p>
        </p:txBody>
      </p:sp>
      <p:sp>
        <p:nvSpPr>
          <p:cNvPr id="6" name="TextBox 5">
            <a:extLst>
              <a:ext uri="{FF2B5EF4-FFF2-40B4-BE49-F238E27FC236}">
                <a16:creationId xmlns:a16="http://schemas.microsoft.com/office/drawing/2014/main" id="{902A2F64-22C1-4D5A-83C0-3A6C39D9FD0E}"/>
              </a:ext>
            </a:extLst>
          </p:cNvPr>
          <p:cNvSpPr txBox="1"/>
          <p:nvPr/>
        </p:nvSpPr>
        <p:spPr>
          <a:xfrm>
            <a:off x="3314700" y="3463925"/>
            <a:ext cx="2514600" cy="2862322"/>
          </a:xfrm>
          <a:prstGeom prst="rect">
            <a:avLst/>
          </a:prstGeom>
          <a:noFill/>
        </p:spPr>
        <p:txBody>
          <a:bodyPr wrap="square" rtlCol="0">
            <a:spAutoFit/>
          </a:bodyPr>
          <a:lstStyle/>
          <a:p>
            <a:r>
              <a:rPr lang="en-US" b="1" dirty="0"/>
              <a:t>Information States</a:t>
            </a:r>
            <a:endParaRPr lang="en-US" dirty="0"/>
          </a:p>
          <a:p>
            <a:pPr marL="285750" indent="-285750">
              <a:buFont typeface="Arial" panose="020B0604020202020204" pitchFamily="34" charset="0"/>
              <a:buChar char="•"/>
            </a:pPr>
            <a:r>
              <a:rPr lang="en-US" dirty="0"/>
              <a:t>Transmission</a:t>
            </a:r>
          </a:p>
          <a:p>
            <a:pPr marL="285750" indent="-285750">
              <a:buFont typeface="Arial" panose="020B0604020202020204" pitchFamily="34" charset="0"/>
              <a:buChar char="•"/>
            </a:pPr>
            <a:r>
              <a:rPr lang="en-US" dirty="0"/>
              <a:t>Storage</a:t>
            </a:r>
          </a:p>
          <a:p>
            <a:pPr marL="285750" indent="-285750">
              <a:buFont typeface="Arial" panose="020B0604020202020204" pitchFamily="34" charset="0"/>
              <a:buChar char="•"/>
            </a:pPr>
            <a:r>
              <a:rPr lang="en-US" dirty="0"/>
              <a:t>Processing</a:t>
            </a:r>
          </a:p>
          <a:p>
            <a:endParaRPr lang="en-US" dirty="0"/>
          </a:p>
          <a:p>
            <a:endParaRPr lang="en-US" i="1" dirty="0"/>
          </a:p>
          <a:p>
            <a:r>
              <a:rPr lang="en-US" i="1" dirty="0"/>
              <a:t>In which states were data when compromised?</a:t>
            </a:r>
          </a:p>
        </p:txBody>
      </p:sp>
      <p:sp>
        <p:nvSpPr>
          <p:cNvPr id="7" name="TextBox 6">
            <a:extLst>
              <a:ext uri="{FF2B5EF4-FFF2-40B4-BE49-F238E27FC236}">
                <a16:creationId xmlns:a16="http://schemas.microsoft.com/office/drawing/2014/main" id="{5A18D512-7B80-4F9C-8AB2-DD1483B010D7}"/>
              </a:ext>
            </a:extLst>
          </p:cNvPr>
          <p:cNvSpPr txBox="1"/>
          <p:nvPr/>
        </p:nvSpPr>
        <p:spPr>
          <a:xfrm>
            <a:off x="6133583" y="3453292"/>
            <a:ext cx="2514600" cy="2862322"/>
          </a:xfrm>
          <a:prstGeom prst="rect">
            <a:avLst/>
          </a:prstGeom>
          <a:noFill/>
        </p:spPr>
        <p:txBody>
          <a:bodyPr wrap="square" rtlCol="0">
            <a:spAutoFit/>
          </a:bodyPr>
          <a:lstStyle/>
          <a:p>
            <a:r>
              <a:rPr lang="en-US" b="1" dirty="0"/>
              <a:t>Countermeasures</a:t>
            </a:r>
            <a:endParaRPr lang="en-US" dirty="0"/>
          </a:p>
          <a:p>
            <a:pPr marL="285750" indent="-285750">
              <a:buFont typeface="Arial" panose="020B0604020202020204" pitchFamily="34" charset="0"/>
              <a:buChar char="•"/>
            </a:pPr>
            <a:r>
              <a:rPr lang="en-US" dirty="0"/>
              <a:t>People</a:t>
            </a:r>
          </a:p>
          <a:p>
            <a:pPr marL="285750" indent="-285750">
              <a:buFont typeface="Arial" panose="020B0604020202020204" pitchFamily="34" charset="0"/>
              <a:buChar char="•"/>
            </a:pPr>
            <a:r>
              <a:rPr lang="en-US" dirty="0"/>
              <a:t>Policy &amp; Practice</a:t>
            </a:r>
          </a:p>
          <a:p>
            <a:pPr marL="285750" indent="-285750">
              <a:buFont typeface="Arial" panose="020B0604020202020204" pitchFamily="34" charset="0"/>
              <a:buChar char="•"/>
            </a:pPr>
            <a:r>
              <a:rPr lang="en-US" dirty="0"/>
              <a:t>Technology</a:t>
            </a:r>
          </a:p>
          <a:p>
            <a:endParaRPr lang="en-US" dirty="0"/>
          </a:p>
          <a:p>
            <a:endParaRPr lang="en-US" i="1" dirty="0"/>
          </a:p>
          <a:p>
            <a:endParaRPr lang="en-US" i="1" dirty="0"/>
          </a:p>
          <a:p>
            <a:r>
              <a:rPr lang="en-US" i="1" dirty="0"/>
              <a:t>Which measures could protect against this attack?</a:t>
            </a:r>
          </a:p>
        </p:txBody>
      </p:sp>
    </p:spTree>
    <p:extLst>
      <p:ext uri="{BB962C8B-B14F-4D97-AF65-F5344CB8AC3E}">
        <p14:creationId xmlns:p14="http://schemas.microsoft.com/office/powerpoint/2010/main" val="25278394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9C1BE-9C5B-4FC2-AF52-E5ACD9F7C574}"/>
              </a:ext>
            </a:extLst>
          </p:cNvPr>
          <p:cNvSpPr>
            <a:spLocks noGrp="1"/>
          </p:cNvSpPr>
          <p:nvPr>
            <p:ph type="title"/>
          </p:nvPr>
        </p:nvSpPr>
        <p:spPr/>
        <p:txBody>
          <a:bodyPr/>
          <a:lstStyle/>
          <a:p>
            <a:r>
              <a:rPr lang="en-US" dirty="0"/>
              <a:t>Network Performance</a:t>
            </a:r>
          </a:p>
        </p:txBody>
      </p:sp>
      <p:sp>
        <p:nvSpPr>
          <p:cNvPr id="3" name="Content Placeholder 2">
            <a:extLst>
              <a:ext uri="{FF2B5EF4-FFF2-40B4-BE49-F238E27FC236}">
                <a16:creationId xmlns:a16="http://schemas.microsoft.com/office/drawing/2014/main" id="{F3294374-51C3-4642-AD1F-EB810C4FB535}"/>
              </a:ext>
            </a:extLst>
          </p:cNvPr>
          <p:cNvSpPr>
            <a:spLocks noGrp="1"/>
          </p:cNvSpPr>
          <p:nvPr>
            <p:ph idx="1"/>
          </p:nvPr>
        </p:nvSpPr>
        <p:spPr/>
        <p:txBody>
          <a:bodyPr>
            <a:normAutofit/>
          </a:bodyPr>
          <a:lstStyle/>
          <a:p>
            <a:r>
              <a:rPr lang="en-US" baseline="0" dirty="0"/>
              <a:t>Bandwidth (width of the pipe)</a:t>
            </a:r>
          </a:p>
          <a:p>
            <a:r>
              <a:rPr lang="en-US" baseline="0" dirty="0"/>
              <a:t>Latency (length of the pipe)</a:t>
            </a:r>
          </a:p>
          <a:p>
            <a:pPr lvl="1"/>
            <a:r>
              <a:rPr lang="en-US" baseline="0" dirty="0"/>
              <a:t>Propagation delay</a:t>
            </a:r>
          </a:p>
          <a:p>
            <a:pPr lvl="1"/>
            <a:r>
              <a:rPr lang="en-US" baseline="0" dirty="0"/>
              <a:t>Queue delay</a:t>
            </a:r>
          </a:p>
          <a:p>
            <a:pPr lvl="1"/>
            <a:r>
              <a:rPr lang="en-US" dirty="0"/>
              <a:t>Processing time delay</a:t>
            </a:r>
            <a:endParaRPr lang="en-US" baseline="0" dirty="0"/>
          </a:p>
          <a:p>
            <a:r>
              <a:rPr lang="en-US" baseline="0" dirty="0"/>
              <a:t>Calculating transfer time</a:t>
            </a:r>
          </a:p>
          <a:p>
            <a:pPr lvl="1"/>
            <a:r>
              <a:rPr lang="en-US" baseline="0" dirty="0"/>
              <a:t>File size is</a:t>
            </a:r>
            <a:r>
              <a:rPr lang="en-US" dirty="0"/>
              <a:t> </a:t>
            </a:r>
            <a:r>
              <a:rPr lang="en-US" baseline="0" dirty="0"/>
              <a:t>in Bytes: KiB, MiB, GiB, etc.)</a:t>
            </a:r>
          </a:p>
          <a:p>
            <a:pPr lvl="1"/>
            <a:r>
              <a:rPr lang="en-US" baseline="0" dirty="0"/>
              <a:t>Bandwidth is</a:t>
            </a:r>
            <a:r>
              <a:rPr lang="en-US" dirty="0"/>
              <a:t> </a:t>
            </a:r>
            <a:r>
              <a:rPr lang="en-US" baseline="0" dirty="0"/>
              <a:t>in bits:  bps, Kbps, Mbps, etc.)</a:t>
            </a:r>
          </a:p>
          <a:p>
            <a:pPr lvl="1"/>
            <a:r>
              <a:rPr lang="en-US" baseline="0" dirty="0"/>
              <a:t>8 bits per byte.</a:t>
            </a:r>
          </a:p>
        </p:txBody>
      </p:sp>
    </p:spTree>
    <p:extLst>
      <p:ext uri="{BB962C8B-B14F-4D97-AF65-F5344CB8AC3E}">
        <p14:creationId xmlns:p14="http://schemas.microsoft.com/office/powerpoint/2010/main" val="38093311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0C867-E73B-4126-8937-2A35256AE961}"/>
              </a:ext>
            </a:extLst>
          </p:cNvPr>
          <p:cNvSpPr>
            <a:spLocks noGrp="1"/>
          </p:cNvSpPr>
          <p:nvPr>
            <p:ph type="title"/>
          </p:nvPr>
        </p:nvSpPr>
        <p:spPr/>
        <p:txBody>
          <a:bodyPr/>
          <a:lstStyle/>
          <a:p>
            <a:r>
              <a:rPr lang="en-US" dirty="0"/>
              <a:t>Improving</a:t>
            </a:r>
            <a:r>
              <a:rPr lang="en-US" baseline="0" dirty="0"/>
              <a:t> </a:t>
            </a:r>
            <a:r>
              <a:rPr lang="en-US" dirty="0"/>
              <a:t>Web Page Performance</a:t>
            </a:r>
          </a:p>
        </p:txBody>
      </p:sp>
      <p:sp>
        <p:nvSpPr>
          <p:cNvPr id="3" name="Content Placeholder 2">
            <a:extLst>
              <a:ext uri="{FF2B5EF4-FFF2-40B4-BE49-F238E27FC236}">
                <a16:creationId xmlns:a16="http://schemas.microsoft.com/office/drawing/2014/main" id="{764BA5CB-F0BB-4AB4-9D9A-9A7F71F13481}"/>
              </a:ext>
            </a:extLst>
          </p:cNvPr>
          <p:cNvSpPr>
            <a:spLocks noGrp="1"/>
          </p:cNvSpPr>
          <p:nvPr>
            <p:ph idx="1"/>
          </p:nvPr>
        </p:nvSpPr>
        <p:spPr/>
        <p:txBody>
          <a:bodyPr/>
          <a:lstStyle/>
          <a:p>
            <a:r>
              <a:rPr lang="en-US" dirty="0"/>
              <a:t>Reduce Image Resolution</a:t>
            </a:r>
          </a:p>
          <a:p>
            <a:r>
              <a:rPr lang="en-US" dirty="0"/>
              <a:t>Data</a:t>
            </a:r>
            <a:r>
              <a:rPr lang="en-US" baseline="0" dirty="0"/>
              <a:t> Compression</a:t>
            </a:r>
          </a:p>
          <a:p>
            <a:r>
              <a:rPr lang="en-US" baseline="0" dirty="0"/>
              <a:t>Reduce the Number of Components (images,</a:t>
            </a:r>
            <a:r>
              <a:rPr lang="en-US" dirty="0"/>
              <a:t> scripts, CSS files, etc.)</a:t>
            </a:r>
            <a:endParaRPr lang="en-US" baseline="0" dirty="0"/>
          </a:p>
          <a:p>
            <a:r>
              <a:rPr lang="en-US" baseline="0" dirty="0"/>
              <a:t>Utilize Caching and Content Delivery Networks</a:t>
            </a:r>
            <a:endParaRPr lang="en-US" dirty="0"/>
          </a:p>
          <a:p>
            <a:r>
              <a:rPr lang="en-US" dirty="0"/>
              <a:t>Optimized Perceived Performance by ensuring early appearance of key components.</a:t>
            </a:r>
          </a:p>
        </p:txBody>
      </p:sp>
    </p:spTree>
    <p:extLst>
      <p:ext uri="{BB962C8B-B14F-4D97-AF65-F5344CB8AC3E}">
        <p14:creationId xmlns:p14="http://schemas.microsoft.com/office/powerpoint/2010/main" val="342303668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895</TotalTime>
  <Words>2163</Words>
  <Application>Microsoft Office PowerPoint</Application>
  <PresentationFormat>On-screen Show (4:3)</PresentationFormat>
  <Paragraphs>260</Paragraphs>
  <Slides>32</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ＭＳ Ｐゴシック</vt:lpstr>
      <vt:lpstr>Arial</vt:lpstr>
      <vt:lpstr>Calibri</vt:lpstr>
      <vt:lpstr>Calibri Light</vt:lpstr>
      <vt:lpstr>Consolas</vt:lpstr>
      <vt:lpstr>Office Theme</vt:lpstr>
      <vt:lpstr>Final Exam Review</vt:lpstr>
      <vt:lpstr>Finals</vt:lpstr>
      <vt:lpstr>PowerPoint Presentation</vt:lpstr>
      <vt:lpstr>PowerPoint Presentation</vt:lpstr>
      <vt:lpstr>In-Class Final: Fall 2023</vt:lpstr>
      <vt:lpstr>Command-Line (BASH)</vt:lpstr>
      <vt:lpstr>HTML</vt:lpstr>
      <vt:lpstr>Block Elements DIV, P, TABLE  Stack Vertically  </vt:lpstr>
      <vt:lpstr>CSS</vt:lpstr>
      <vt:lpstr>JavaScript</vt:lpstr>
      <vt:lpstr>JavaScript can access</vt:lpstr>
      <vt:lpstr>JavaScript Object Notation (JSON)</vt:lpstr>
      <vt:lpstr>UML Diagram Types</vt:lpstr>
      <vt:lpstr>Juke Box with Partitions</vt:lpstr>
      <vt:lpstr>UML Diagrams – Class (Analogous to Entity-Relationship Model)</vt:lpstr>
      <vt:lpstr>Detailed URL Example</vt:lpstr>
      <vt:lpstr>Networking</vt:lpstr>
      <vt:lpstr>IP Addresses</vt:lpstr>
      <vt:lpstr>Domain Name Service (DNS)</vt:lpstr>
      <vt:lpstr>DNS Records</vt:lpstr>
      <vt:lpstr>HTTP</vt:lpstr>
      <vt:lpstr>Public Key Certificates and Certificate Authorities</vt:lpstr>
      <vt:lpstr>SQL</vt:lpstr>
      <vt:lpstr>Protecting Against SQL Injection Attacks</vt:lpstr>
      <vt:lpstr>PHP</vt:lpstr>
      <vt:lpstr>Cookies</vt:lpstr>
      <vt:lpstr>Applied Cryptography</vt:lpstr>
      <vt:lpstr>CIA Triad</vt:lpstr>
      <vt:lpstr>Maconachy, Schou, Ragsdale (MSR) Cube</vt:lpstr>
      <vt:lpstr>Diagnose an Attack</vt:lpstr>
      <vt:lpstr>Network Performance</vt:lpstr>
      <vt:lpstr>Improving Web Page Performance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Exam Review</dc:title>
  <dc:creator>Brandt Redd</dc:creator>
  <cp:lastModifiedBy>Brandt Redd</cp:lastModifiedBy>
  <cp:revision>10</cp:revision>
  <dcterms:created xsi:type="dcterms:W3CDTF">2020-10-14T17:02:48Z</dcterms:created>
  <dcterms:modified xsi:type="dcterms:W3CDTF">2025-02-24T14:57:14Z</dcterms:modified>
</cp:coreProperties>
</file>