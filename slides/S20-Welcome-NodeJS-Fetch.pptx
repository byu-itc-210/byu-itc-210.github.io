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notesMasterIdLst>
    <p:notesMasterId r:id="rId16"/>
  </p:notesMasterIdLst>
  <p:handoutMasterIdLst>
    <p:handoutMasterId r:id="rId17"/>
  </p:handoutMasterIdLst>
  <p:sldIdLst>
    <p:sldId id="257" r:id="rId2"/>
    <p:sldId id="337" r:id="rId3"/>
    <p:sldId id="288" r:id="rId4"/>
    <p:sldId id="338" r:id="rId5"/>
    <p:sldId id="293" r:id="rId6"/>
    <p:sldId id="324" r:id="rId7"/>
    <p:sldId id="304" r:id="rId8"/>
    <p:sldId id="331" r:id="rId9"/>
    <p:sldId id="332" r:id="rId10"/>
    <p:sldId id="333" r:id="rId11"/>
    <p:sldId id="334" r:id="rId12"/>
    <p:sldId id="335" r:id="rId13"/>
    <p:sldId id="336" r:id="rId14"/>
    <p:sldId id="291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D341"/>
    <a:srgbClr val="9BC6FF"/>
    <a:srgbClr val="457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D84ED-0DFB-40BC-A175-A1A8551F0E21}" v="2" dt="2025-02-28T05:40:03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91"/>
    <p:restoredTop sz="77230"/>
  </p:normalViewPr>
  <p:slideViewPr>
    <p:cSldViewPr>
      <p:cViewPr varScale="1">
        <p:scale>
          <a:sx n="83" d="100"/>
          <a:sy n="83" d="100"/>
        </p:scale>
        <p:origin x="2334" y="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244D84ED-0DFB-40BC-A175-A1A8551F0E21}"/>
    <pc:docChg chg="undo custSel modSld">
      <pc:chgData name="Brandt Redd" userId="be8ed540b98adac0" providerId="LiveId" clId="{244D84ED-0DFB-40BC-A175-A1A8551F0E21}" dt="2025-02-28T05:41:17.468" v="161" actId="20577"/>
      <pc:docMkLst>
        <pc:docMk/>
      </pc:docMkLst>
      <pc:sldChg chg="addSp modSp mod">
        <pc:chgData name="Brandt Redd" userId="be8ed540b98adac0" providerId="LiveId" clId="{244D84ED-0DFB-40BC-A175-A1A8551F0E21}" dt="2025-02-28T05:40:54.361" v="146" actId="20577"/>
        <pc:sldMkLst>
          <pc:docMk/>
          <pc:sldMk cId="2917910314" sldId="288"/>
        </pc:sldMkLst>
        <pc:spChg chg="mod">
          <ac:chgData name="Brandt Redd" userId="be8ed540b98adac0" providerId="LiveId" clId="{244D84ED-0DFB-40BC-A175-A1A8551F0E21}" dt="2025-02-28T05:39:59.551" v="40" actId="14100"/>
          <ac:spMkLst>
            <pc:docMk/>
            <pc:sldMk cId="2917910314" sldId="288"/>
            <ac:spMk id="3" creationId="{E2862E0A-C060-4BD1-A7AE-ED7472C7E781}"/>
          </ac:spMkLst>
        </pc:spChg>
        <pc:spChg chg="add mod">
          <ac:chgData name="Brandt Redd" userId="be8ed540b98adac0" providerId="LiveId" clId="{244D84ED-0DFB-40BC-A175-A1A8551F0E21}" dt="2025-02-28T05:40:54.361" v="146" actId="20577"/>
          <ac:spMkLst>
            <pc:docMk/>
            <pc:sldMk cId="2917910314" sldId="288"/>
            <ac:spMk id="4" creationId="{4A57E712-FC01-F7A4-4A9F-39888A1F72DF}"/>
          </ac:spMkLst>
        </pc:spChg>
      </pc:sldChg>
      <pc:sldChg chg="modSp mod">
        <pc:chgData name="Brandt Redd" userId="be8ed540b98adac0" providerId="LiveId" clId="{244D84ED-0DFB-40BC-A175-A1A8551F0E21}" dt="2025-02-28T05:38:20.840" v="27" actId="20577"/>
        <pc:sldMkLst>
          <pc:docMk/>
          <pc:sldMk cId="2650720832" sldId="337"/>
        </pc:sldMkLst>
        <pc:spChg chg="mod">
          <ac:chgData name="Brandt Redd" userId="be8ed540b98adac0" providerId="LiveId" clId="{244D84ED-0DFB-40BC-A175-A1A8551F0E21}" dt="2025-02-28T05:38:20.840" v="27" actId="20577"/>
          <ac:spMkLst>
            <pc:docMk/>
            <pc:sldMk cId="2650720832" sldId="337"/>
            <ac:spMk id="3" creationId="{9824997A-AB94-2FDD-E801-190F98761CBA}"/>
          </ac:spMkLst>
        </pc:spChg>
      </pc:sldChg>
      <pc:sldChg chg="modSp mod">
        <pc:chgData name="Brandt Redd" userId="be8ed540b98adac0" providerId="LiveId" clId="{244D84ED-0DFB-40BC-A175-A1A8551F0E21}" dt="2025-02-28T05:41:17.468" v="161" actId="20577"/>
        <pc:sldMkLst>
          <pc:docMk/>
          <pc:sldMk cId="3096285692" sldId="338"/>
        </pc:sldMkLst>
        <pc:spChg chg="mod">
          <ac:chgData name="Brandt Redd" userId="be8ed540b98adac0" providerId="LiveId" clId="{244D84ED-0DFB-40BC-A175-A1A8551F0E21}" dt="2025-02-28T05:41:17.468" v="161" actId="20577"/>
          <ac:spMkLst>
            <pc:docMk/>
            <pc:sldMk cId="3096285692" sldId="338"/>
            <ac:spMk id="3" creationId="{3B44A608-0A7C-6955-F96C-EAC14D75FAF3}"/>
          </ac:spMkLst>
        </pc:spChg>
      </pc:sldChg>
    </pc:docChg>
  </pc:docChgLst>
  <pc:docChgLst>
    <pc:chgData name="Brandt Redd" userId="be8ed540b98adac0" providerId="LiveId" clId="{72B70B3E-5113-48CE-86FE-EE9E1CB0ADB2}"/>
    <pc:docChg chg="undo custSel addSld delSld modSld">
      <pc:chgData name="Brandt Redd" userId="be8ed540b98adac0" providerId="LiveId" clId="{72B70B3E-5113-48CE-86FE-EE9E1CB0ADB2}" dt="2023-10-25T06:06:01.660" v="3278" actId="20577"/>
      <pc:docMkLst>
        <pc:docMk/>
      </pc:docMkLst>
      <pc:sldChg chg="modSp mod">
        <pc:chgData name="Brandt Redd" userId="be8ed540b98adac0" providerId="LiveId" clId="{72B70B3E-5113-48CE-86FE-EE9E1CB0ADB2}" dt="2023-10-25T03:03:29.688" v="29" actId="20577"/>
        <pc:sldMkLst>
          <pc:docMk/>
          <pc:sldMk cId="0" sldId="257"/>
        </pc:sldMkLst>
      </pc:sldChg>
      <pc:sldChg chg="add del">
        <pc:chgData name="Brandt Redd" userId="be8ed540b98adac0" providerId="LiveId" clId="{72B70B3E-5113-48CE-86FE-EE9E1CB0ADB2}" dt="2023-10-25T03:19:37.494" v="484" actId="47"/>
        <pc:sldMkLst>
          <pc:docMk/>
          <pc:sldMk cId="0" sldId="267"/>
        </pc:sldMkLst>
      </pc:sldChg>
      <pc:sldChg chg="add del">
        <pc:chgData name="Brandt Redd" userId="be8ed540b98adac0" providerId="LiveId" clId="{72B70B3E-5113-48CE-86FE-EE9E1CB0ADB2}" dt="2023-10-25T03:19:37.494" v="484" actId="47"/>
        <pc:sldMkLst>
          <pc:docMk/>
          <pc:sldMk cId="0" sldId="269"/>
        </pc:sldMkLst>
      </pc:sldChg>
      <pc:sldChg chg="modSp add mod">
        <pc:chgData name="Brandt Redd" userId="be8ed540b98adac0" providerId="LiveId" clId="{72B70B3E-5113-48CE-86FE-EE9E1CB0ADB2}" dt="2023-10-25T03:12:23.497" v="255" actId="113"/>
        <pc:sldMkLst>
          <pc:docMk/>
          <pc:sldMk cId="2917910314" sldId="288"/>
        </pc:sldMkLst>
      </pc:sldChg>
      <pc:sldChg chg="add del">
        <pc:chgData name="Brandt Redd" userId="be8ed540b98adac0" providerId="LiveId" clId="{72B70B3E-5113-48CE-86FE-EE9E1CB0ADB2}" dt="2023-10-25T03:19:37.494" v="484" actId="47"/>
        <pc:sldMkLst>
          <pc:docMk/>
          <pc:sldMk cId="0" sldId="290"/>
        </pc:sldMkLst>
      </pc:sldChg>
      <pc:sldChg chg="modSp mod">
        <pc:chgData name="Brandt Redd" userId="be8ed540b98adac0" providerId="LiveId" clId="{72B70B3E-5113-48CE-86FE-EE9E1CB0ADB2}" dt="2023-10-25T06:06:01.660" v="3278" actId="20577"/>
        <pc:sldMkLst>
          <pc:docMk/>
          <pc:sldMk cId="0" sldId="291"/>
        </pc:sldMkLst>
      </pc:sldChg>
      <pc:sldChg chg="modSp mod">
        <pc:chgData name="Brandt Redd" userId="be8ed540b98adac0" providerId="LiveId" clId="{72B70B3E-5113-48CE-86FE-EE9E1CB0ADB2}" dt="2023-10-25T03:20:00.550" v="507" actId="20577"/>
        <pc:sldMkLst>
          <pc:docMk/>
          <pc:sldMk cId="0" sldId="293"/>
        </pc:sldMkLst>
      </pc:sldChg>
      <pc:sldChg chg="del">
        <pc:chgData name="Brandt Redd" userId="be8ed540b98adac0" providerId="LiveId" clId="{72B70B3E-5113-48CE-86FE-EE9E1CB0ADB2}" dt="2023-10-25T03:22:05.749" v="635" actId="47"/>
        <pc:sldMkLst>
          <pc:docMk/>
          <pc:sldMk cId="0" sldId="294"/>
        </pc:sldMkLst>
      </pc:sldChg>
      <pc:sldChg chg="del">
        <pc:chgData name="Brandt Redd" userId="be8ed540b98adac0" providerId="LiveId" clId="{72B70B3E-5113-48CE-86FE-EE9E1CB0ADB2}" dt="2023-10-25T03:19:37.494" v="484" actId="47"/>
        <pc:sldMkLst>
          <pc:docMk/>
          <pc:sldMk cId="0" sldId="301"/>
        </pc:sldMkLst>
      </pc:sldChg>
      <pc:sldChg chg="del">
        <pc:chgData name="Brandt Redd" userId="be8ed540b98adac0" providerId="LiveId" clId="{72B70B3E-5113-48CE-86FE-EE9E1CB0ADB2}" dt="2023-10-25T03:19:37.494" v="484" actId="47"/>
        <pc:sldMkLst>
          <pc:docMk/>
          <pc:sldMk cId="0" sldId="302"/>
        </pc:sldMkLst>
      </pc:sldChg>
      <pc:sldChg chg="del">
        <pc:chgData name="Brandt Redd" userId="be8ed540b98adac0" providerId="LiveId" clId="{72B70B3E-5113-48CE-86FE-EE9E1CB0ADB2}" dt="2023-10-25T03:19:37.494" v="484" actId="47"/>
        <pc:sldMkLst>
          <pc:docMk/>
          <pc:sldMk cId="0" sldId="303"/>
        </pc:sldMkLst>
      </pc:sldChg>
      <pc:sldChg chg="modSp add del mod">
        <pc:chgData name="Brandt Redd" userId="be8ed540b98adac0" providerId="LiveId" clId="{72B70B3E-5113-48CE-86FE-EE9E1CB0ADB2}" dt="2023-10-25T03:30:26.337" v="652" actId="20577"/>
        <pc:sldMkLst>
          <pc:docMk/>
          <pc:sldMk cId="0" sldId="304"/>
        </pc:sldMkLst>
      </pc:sldChg>
      <pc:sldChg chg="modSp del mod">
        <pc:chgData name="Brandt Redd" userId="be8ed540b98adac0" providerId="LiveId" clId="{72B70B3E-5113-48CE-86FE-EE9E1CB0ADB2}" dt="2023-10-25T03:19:37.494" v="484" actId="47"/>
        <pc:sldMkLst>
          <pc:docMk/>
          <pc:sldMk cId="0" sldId="305"/>
        </pc:sldMkLst>
      </pc:sldChg>
      <pc:sldChg chg="del">
        <pc:chgData name="Brandt Redd" userId="be8ed540b98adac0" providerId="LiveId" clId="{72B70B3E-5113-48CE-86FE-EE9E1CB0ADB2}" dt="2023-10-25T03:19:37.494" v="484" actId="47"/>
        <pc:sldMkLst>
          <pc:docMk/>
          <pc:sldMk cId="0" sldId="306"/>
        </pc:sldMkLst>
      </pc:sldChg>
      <pc:sldChg chg="del">
        <pc:chgData name="Brandt Redd" userId="be8ed540b98adac0" providerId="LiveId" clId="{72B70B3E-5113-48CE-86FE-EE9E1CB0ADB2}" dt="2023-10-25T03:19:37.494" v="484" actId="47"/>
        <pc:sldMkLst>
          <pc:docMk/>
          <pc:sldMk cId="0" sldId="308"/>
        </pc:sldMkLst>
      </pc:sldChg>
      <pc:sldChg chg="add del">
        <pc:chgData name="Brandt Redd" userId="be8ed540b98adac0" providerId="LiveId" clId="{72B70B3E-5113-48CE-86FE-EE9E1CB0ADB2}" dt="2023-10-25T03:19:37.494" v="484" actId="47"/>
        <pc:sldMkLst>
          <pc:docMk/>
          <pc:sldMk cId="0" sldId="310"/>
        </pc:sldMkLst>
      </pc:sldChg>
      <pc:sldChg chg="del">
        <pc:chgData name="Brandt Redd" userId="be8ed540b98adac0" providerId="LiveId" clId="{72B70B3E-5113-48CE-86FE-EE9E1CB0ADB2}" dt="2023-10-25T03:19:37.494" v="484" actId="47"/>
        <pc:sldMkLst>
          <pc:docMk/>
          <pc:sldMk cId="0" sldId="312"/>
        </pc:sldMkLst>
      </pc:sldChg>
      <pc:sldChg chg="del">
        <pc:chgData name="Brandt Redd" userId="be8ed540b98adac0" providerId="LiveId" clId="{72B70B3E-5113-48CE-86FE-EE9E1CB0ADB2}" dt="2023-10-25T03:19:37.494" v="484" actId="47"/>
        <pc:sldMkLst>
          <pc:docMk/>
          <pc:sldMk cId="0" sldId="316"/>
        </pc:sldMkLst>
      </pc:sldChg>
      <pc:sldChg chg="del">
        <pc:chgData name="Brandt Redd" userId="be8ed540b98adac0" providerId="LiveId" clId="{72B70B3E-5113-48CE-86FE-EE9E1CB0ADB2}" dt="2023-10-25T03:19:37.494" v="484" actId="47"/>
        <pc:sldMkLst>
          <pc:docMk/>
          <pc:sldMk cId="0" sldId="317"/>
        </pc:sldMkLst>
      </pc:sldChg>
      <pc:sldChg chg="del">
        <pc:chgData name="Brandt Redd" userId="be8ed540b98adac0" providerId="LiveId" clId="{72B70B3E-5113-48CE-86FE-EE9E1CB0ADB2}" dt="2023-10-25T03:19:37.494" v="484" actId="47"/>
        <pc:sldMkLst>
          <pc:docMk/>
          <pc:sldMk cId="0" sldId="318"/>
        </pc:sldMkLst>
      </pc:sldChg>
      <pc:sldChg chg="add del">
        <pc:chgData name="Brandt Redd" userId="be8ed540b98adac0" providerId="LiveId" clId="{72B70B3E-5113-48CE-86FE-EE9E1CB0ADB2}" dt="2023-10-25T03:19:37.494" v="484" actId="47"/>
        <pc:sldMkLst>
          <pc:docMk/>
          <pc:sldMk cId="0" sldId="319"/>
        </pc:sldMkLst>
      </pc:sldChg>
      <pc:sldChg chg="add del">
        <pc:chgData name="Brandt Redd" userId="be8ed540b98adac0" providerId="LiveId" clId="{72B70B3E-5113-48CE-86FE-EE9E1CB0ADB2}" dt="2023-10-25T03:17:25.334" v="470" actId="47"/>
        <pc:sldMkLst>
          <pc:docMk/>
          <pc:sldMk cId="0" sldId="320"/>
        </pc:sldMkLst>
      </pc:sldChg>
      <pc:sldChg chg="del">
        <pc:chgData name="Brandt Redd" userId="be8ed540b98adac0" providerId="LiveId" clId="{72B70B3E-5113-48CE-86FE-EE9E1CB0ADB2}" dt="2023-10-25T03:19:37.494" v="484" actId="47"/>
        <pc:sldMkLst>
          <pc:docMk/>
          <pc:sldMk cId="1175995901" sldId="323"/>
        </pc:sldMkLst>
      </pc:sldChg>
      <pc:sldChg chg="modSp mod">
        <pc:chgData name="Brandt Redd" userId="be8ed540b98adac0" providerId="LiveId" clId="{72B70B3E-5113-48CE-86FE-EE9E1CB0ADB2}" dt="2023-10-25T03:21:59.837" v="634" actId="404"/>
        <pc:sldMkLst>
          <pc:docMk/>
          <pc:sldMk cId="4141614712" sldId="324"/>
        </pc:sldMkLst>
      </pc:sldChg>
      <pc:sldChg chg="add del">
        <pc:chgData name="Brandt Redd" userId="be8ed540b98adac0" providerId="LiveId" clId="{72B70B3E-5113-48CE-86FE-EE9E1CB0ADB2}" dt="2023-10-25T03:14:37.835" v="262" actId="47"/>
        <pc:sldMkLst>
          <pc:docMk/>
          <pc:sldMk cId="2309923204" sldId="325"/>
        </pc:sldMkLst>
      </pc:sldChg>
      <pc:sldChg chg="del">
        <pc:chgData name="Brandt Redd" userId="be8ed540b98adac0" providerId="LiveId" clId="{72B70B3E-5113-48CE-86FE-EE9E1CB0ADB2}" dt="2023-10-25T03:12:40.463" v="257" actId="47"/>
        <pc:sldMkLst>
          <pc:docMk/>
          <pc:sldMk cId="3034281339" sldId="326"/>
        </pc:sldMkLst>
      </pc:sldChg>
      <pc:sldChg chg="del">
        <pc:chgData name="Brandt Redd" userId="be8ed540b98adac0" providerId="LiveId" clId="{72B70B3E-5113-48CE-86FE-EE9E1CB0ADB2}" dt="2023-10-25T03:22:05.749" v="635" actId="47"/>
        <pc:sldMkLst>
          <pc:docMk/>
          <pc:sldMk cId="3695246640" sldId="327"/>
        </pc:sldMkLst>
      </pc:sldChg>
      <pc:sldChg chg="add del">
        <pc:chgData name="Brandt Redd" userId="be8ed540b98adac0" providerId="LiveId" clId="{72B70B3E-5113-48CE-86FE-EE9E1CB0ADB2}" dt="2023-10-25T03:19:37.494" v="484" actId="47"/>
        <pc:sldMkLst>
          <pc:docMk/>
          <pc:sldMk cId="2813939506" sldId="328"/>
        </pc:sldMkLst>
      </pc:sldChg>
      <pc:sldChg chg="delSp modSp add del mod">
        <pc:chgData name="Brandt Redd" userId="be8ed540b98adac0" providerId="LiveId" clId="{72B70B3E-5113-48CE-86FE-EE9E1CB0ADB2}" dt="2023-10-25T03:19:37.494" v="484" actId="47"/>
        <pc:sldMkLst>
          <pc:docMk/>
          <pc:sldMk cId="1657498137" sldId="329"/>
        </pc:sldMkLst>
      </pc:sldChg>
      <pc:sldChg chg="addSp delSp modSp new mod setBg">
        <pc:chgData name="Brandt Redd" userId="be8ed540b98adac0" providerId="LiveId" clId="{72B70B3E-5113-48CE-86FE-EE9E1CB0ADB2}" dt="2023-10-25T03:10:18.769" v="240" actId="20577"/>
        <pc:sldMkLst>
          <pc:docMk/>
          <pc:sldMk cId="2552700605" sldId="330"/>
        </pc:sldMkLst>
      </pc:sldChg>
      <pc:sldChg chg="modSp new del mod">
        <pc:chgData name="Brandt Redd" userId="be8ed540b98adac0" providerId="LiveId" clId="{72B70B3E-5113-48CE-86FE-EE9E1CB0ADB2}" dt="2023-10-25T03:20:43.528" v="518" actId="47"/>
        <pc:sldMkLst>
          <pc:docMk/>
          <pc:sldMk cId="723190386" sldId="331"/>
        </pc:sldMkLst>
      </pc:sldChg>
      <pc:sldChg chg="modSp new mod">
        <pc:chgData name="Brandt Redd" userId="be8ed540b98adac0" providerId="LiveId" clId="{72B70B3E-5113-48CE-86FE-EE9E1CB0ADB2}" dt="2023-10-25T03:38:37.731" v="1056" actId="14100"/>
        <pc:sldMkLst>
          <pc:docMk/>
          <pc:sldMk cId="763531163" sldId="331"/>
        </pc:sldMkLst>
      </pc:sldChg>
      <pc:sldChg chg="new del">
        <pc:chgData name="Brandt Redd" userId="be8ed540b98adac0" providerId="LiveId" clId="{72B70B3E-5113-48CE-86FE-EE9E1CB0ADB2}" dt="2023-10-25T03:12:29.173" v="256" actId="47"/>
        <pc:sldMkLst>
          <pc:docMk/>
          <pc:sldMk cId="3696405515" sldId="331"/>
        </pc:sldMkLst>
      </pc:sldChg>
      <pc:sldChg chg="addSp modSp new mod">
        <pc:chgData name="Brandt Redd" userId="be8ed540b98adac0" providerId="LiveId" clId="{72B70B3E-5113-48CE-86FE-EE9E1CB0ADB2}" dt="2023-10-25T04:02:19.885" v="1438" actId="1076"/>
        <pc:sldMkLst>
          <pc:docMk/>
          <pc:sldMk cId="1145355404" sldId="332"/>
        </pc:sldMkLst>
      </pc:sldChg>
      <pc:sldChg chg="add del">
        <pc:chgData name="Brandt Redd" userId="be8ed540b98adac0" providerId="LiveId" clId="{72B70B3E-5113-48CE-86FE-EE9E1CB0ADB2}" dt="2023-10-25T03:09:07.175" v="204"/>
        <pc:sldMkLst>
          <pc:docMk/>
          <pc:sldMk cId="2917910314" sldId="332"/>
        </pc:sldMkLst>
      </pc:sldChg>
      <pc:sldChg chg="modSp new mod">
        <pc:chgData name="Brandt Redd" userId="be8ed540b98adac0" providerId="LiveId" clId="{72B70B3E-5113-48CE-86FE-EE9E1CB0ADB2}" dt="2023-10-25T04:22:24.453" v="1944" actId="20577"/>
        <pc:sldMkLst>
          <pc:docMk/>
          <pc:sldMk cId="916319380" sldId="333"/>
        </pc:sldMkLst>
      </pc:sldChg>
      <pc:sldChg chg="modSp new mod">
        <pc:chgData name="Brandt Redd" userId="be8ed540b98adac0" providerId="LiveId" clId="{72B70B3E-5113-48CE-86FE-EE9E1CB0ADB2}" dt="2023-10-25T04:29:54.064" v="2556" actId="13926"/>
        <pc:sldMkLst>
          <pc:docMk/>
          <pc:sldMk cId="4124539485" sldId="334"/>
        </pc:sldMkLst>
      </pc:sldChg>
      <pc:sldChg chg="modSp new mod">
        <pc:chgData name="Brandt Redd" userId="be8ed540b98adac0" providerId="LiveId" clId="{72B70B3E-5113-48CE-86FE-EE9E1CB0ADB2}" dt="2023-10-25T04:32:30.453" v="2830" actId="14100"/>
        <pc:sldMkLst>
          <pc:docMk/>
          <pc:sldMk cId="1752687138" sldId="335"/>
        </pc:sldMkLst>
      </pc:sldChg>
      <pc:sldChg chg="addSp delSp modSp new mod">
        <pc:chgData name="Brandt Redd" userId="be8ed540b98adac0" providerId="LiveId" clId="{72B70B3E-5113-48CE-86FE-EE9E1CB0ADB2}" dt="2023-10-25T04:35:59.594" v="2849"/>
        <pc:sldMkLst>
          <pc:docMk/>
          <pc:sldMk cId="2702036049" sldId="336"/>
        </pc:sldMkLst>
      </pc:sldChg>
    </pc:docChg>
  </pc:docChgLst>
  <pc:docChgLst>
    <pc:chgData name="Brandt Redd" userId="be8ed540b98adac0" providerId="LiveId" clId="{2864EBD3-8FCA-498A-86B9-AB7838F1741D}"/>
    <pc:docChg chg="undo custSel delSld modSld">
      <pc:chgData name="Brandt Redd" userId="be8ed540b98adac0" providerId="LiveId" clId="{2864EBD3-8FCA-498A-86B9-AB7838F1741D}" dt="2024-10-23T03:56:22.099" v="267" actId="20577"/>
      <pc:docMkLst>
        <pc:docMk/>
      </pc:docMkLst>
      <pc:sldChg chg="modSp mod">
        <pc:chgData name="Brandt Redd" userId="be8ed540b98adac0" providerId="LiveId" clId="{2864EBD3-8FCA-498A-86B9-AB7838F1741D}" dt="2024-10-23T03:49:48.238" v="7" actId="20577"/>
        <pc:sldMkLst>
          <pc:docMk/>
          <pc:sldMk cId="2917910314" sldId="288"/>
        </pc:sldMkLst>
      </pc:sldChg>
      <pc:sldChg chg="modSp mod">
        <pc:chgData name="Brandt Redd" userId="be8ed540b98adac0" providerId="LiveId" clId="{2864EBD3-8FCA-498A-86B9-AB7838F1741D}" dt="2024-10-23T03:54:32.318" v="242" actId="20577"/>
        <pc:sldMkLst>
          <pc:docMk/>
          <pc:sldMk cId="0" sldId="293"/>
        </pc:sldMkLst>
      </pc:sldChg>
      <pc:sldChg chg="modSp mod">
        <pc:chgData name="Brandt Redd" userId="be8ed540b98adac0" providerId="LiveId" clId="{2864EBD3-8FCA-498A-86B9-AB7838F1741D}" dt="2024-10-23T03:55:03.151" v="265" actId="20577"/>
        <pc:sldMkLst>
          <pc:docMk/>
          <pc:sldMk cId="4141614712" sldId="324"/>
        </pc:sldMkLst>
      </pc:sldChg>
      <pc:sldChg chg="del">
        <pc:chgData name="Brandt Redd" userId="be8ed540b98adac0" providerId="LiveId" clId="{2864EBD3-8FCA-498A-86B9-AB7838F1741D}" dt="2024-10-23T03:48:36.376" v="0" actId="2696"/>
        <pc:sldMkLst>
          <pc:docMk/>
          <pc:sldMk cId="2552700605" sldId="330"/>
        </pc:sldMkLst>
      </pc:sldChg>
      <pc:sldChg chg="modSp mod">
        <pc:chgData name="Brandt Redd" userId="be8ed540b98adac0" providerId="LiveId" clId="{2864EBD3-8FCA-498A-86B9-AB7838F1741D}" dt="2024-10-23T03:56:22.099" v="267" actId="20577"/>
        <pc:sldMkLst>
          <pc:docMk/>
          <pc:sldMk cId="4124539485" sldId="334"/>
        </pc:sldMkLst>
      </pc:sldChg>
      <pc:sldChg chg="modSp mod modShow">
        <pc:chgData name="Brandt Redd" userId="be8ed540b98adac0" providerId="LiveId" clId="{2864EBD3-8FCA-498A-86B9-AB7838F1741D}" dt="2024-10-23T03:50:25.931" v="29" actId="20577"/>
        <pc:sldMkLst>
          <pc:docMk/>
          <pc:sldMk cId="2650720832" sldId="337"/>
        </pc:sldMkLst>
      </pc:sldChg>
    </pc:docChg>
  </pc:docChgLst>
  <pc:docChgLst>
    <pc:chgData name="Brandt Redd" userId="be8ed540b98adac0" providerId="LiveId" clId="{90D571D4-6F8A-46C4-84EC-86792BDD89D1}"/>
    <pc:docChg chg="modSld">
      <pc:chgData name="Brandt Redd" userId="be8ed540b98adac0" providerId="LiveId" clId="{90D571D4-6F8A-46C4-84EC-86792BDD89D1}" dt="2024-03-01T02:39:48.104" v="1" actId="20577"/>
      <pc:docMkLst>
        <pc:docMk/>
      </pc:docMkLst>
      <pc:sldChg chg="modSp mod">
        <pc:chgData name="Brandt Redd" userId="be8ed540b98adac0" providerId="LiveId" clId="{90D571D4-6F8A-46C4-84EC-86792BDD89D1}" dt="2024-03-01T02:39:48.104" v="1" actId="20577"/>
        <pc:sldMkLst>
          <pc:docMk/>
          <pc:sldMk cId="2552700605" sldId="330"/>
        </pc:sldMkLst>
      </pc:sldChg>
    </pc:docChg>
  </pc:docChgLst>
  <pc:docChgLst>
    <pc:chgData name="Brandt Redd" userId="be8ed540b98adac0" providerId="LiveId" clId="{1B36715A-E8A5-46E4-B11E-608B27ECA3F1}"/>
    <pc:docChg chg="custSel addSld modSld sldOrd">
      <pc:chgData name="Brandt Redd" userId="be8ed540b98adac0" providerId="LiveId" clId="{1B36715A-E8A5-46E4-B11E-608B27ECA3F1}" dt="2024-05-01T16:25:38.540" v="477" actId="1076"/>
      <pc:docMkLst>
        <pc:docMk/>
      </pc:docMkLst>
      <pc:sldChg chg="modSp mod modShow">
        <pc:chgData name="Brandt Redd" userId="be8ed540b98adac0" providerId="LiveId" clId="{1B36715A-E8A5-46E4-B11E-608B27ECA3F1}" dt="2024-05-01T15:28:52.018" v="463" actId="5793"/>
        <pc:sldMkLst>
          <pc:docMk/>
          <pc:sldMk cId="2552700605" sldId="330"/>
        </pc:sldMkLst>
      </pc:sldChg>
      <pc:sldChg chg="addSp modSp mod">
        <pc:chgData name="Brandt Redd" userId="be8ed540b98adac0" providerId="LiveId" clId="{1B36715A-E8A5-46E4-B11E-608B27ECA3F1}" dt="2024-05-01T16:25:38.540" v="477" actId="1076"/>
        <pc:sldMkLst>
          <pc:docMk/>
          <pc:sldMk cId="2702036049" sldId="336"/>
        </pc:sldMkLst>
      </pc:sldChg>
      <pc:sldChg chg="add mod modShow">
        <pc:chgData name="Brandt Redd" userId="be8ed540b98adac0" providerId="LiveId" clId="{1B36715A-E8A5-46E4-B11E-608B27ECA3F1}" dt="2024-05-01T15:22:05.886" v="121" actId="729"/>
        <pc:sldMkLst>
          <pc:docMk/>
          <pc:sldMk cId="2650720832" sldId="337"/>
        </pc:sldMkLst>
      </pc:sldChg>
      <pc:sldChg chg="modSp new mod ord">
        <pc:chgData name="Brandt Redd" userId="be8ed540b98adac0" providerId="LiveId" clId="{1B36715A-E8A5-46E4-B11E-608B27ECA3F1}" dt="2024-05-01T15:29:01.582" v="465"/>
        <pc:sldMkLst>
          <pc:docMk/>
          <pc:sldMk cId="3096285692" sldId="33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8FAD0AA-D2F0-AC48-84A9-4A96B25DCE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34D3C-D60C-E849-87BE-85AA46E800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fld id="{3E2653D2-9A92-482A-AF5A-DEAA6427F486}" type="datetimeFigureOut">
              <a:rPr lang="en-US"/>
              <a:pPr>
                <a:defRPr/>
              </a:pPr>
              <a:t>2025-02-27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01A31-132B-4444-AAF9-37A24A28D2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41C3F-CE1F-B24F-AD3B-763815425C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4E6A523-9492-4D1C-B54D-B7C365E72B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84CFC3-8F2B-DF4E-AF89-3599EE6D76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56050-CA00-E74E-A5CE-CE2D888311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fld id="{AC6266F4-1A98-4C17-B7A6-24FC9770DF6F}" type="datetimeFigureOut">
              <a:rPr lang="en-US" altLang="en-US"/>
              <a:pPr>
                <a:defRPr/>
              </a:pPr>
              <a:t>2025-02-27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74508DD-B65B-AB4E-923E-823B69EA6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34C7521-E16F-EC4B-BC6F-CFBF66377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81ED7-FFFF-3743-98C6-06A0D52752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EDE4C-AA8F-9C49-9FC6-413BDD593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0ED33D7-896E-4D61-8825-A5FA0298E83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D33D7-896E-4D61-8825-A5FA0298E8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2140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343F0B-5514-4824-93BF-366FDEEEF49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75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>
            <a:extLst>
              <a:ext uri="{FF2B5EF4-FFF2-40B4-BE49-F238E27FC236}">
                <a16:creationId xmlns:a16="http://schemas.microsoft.com/office/drawing/2014/main" id="{91153F42-4BC9-4543-913F-C6CFB5248C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4" name="Notes Placeholder 2">
            <a:extLst>
              <a:ext uri="{FF2B5EF4-FFF2-40B4-BE49-F238E27FC236}">
                <a16:creationId xmlns:a16="http://schemas.microsoft.com/office/drawing/2014/main" id="{D05B9559-6528-48AF-9CF0-488B551239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See http://www.nodebeginner.org/ for an excellent tutorial for beginners</a:t>
            </a:r>
          </a:p>
          <a:p>
            <a:r>
              <a:rPr lang="en-US" altLang="en-US"/>
              <a:t>Also see http://debuggable.com/posts/understanding-node-js:4bd98440-45e4-4a9a-8ef7-0f7ecbdd56cb for a briefer introduction</a:t>
            </a: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9F64019A-50D8-4EB4-9F8B-576B43697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8844127-F129-42D0-9B70-C04D74B704EA}" type="slidenum">
              <a:rPr lang="en-US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>
            <a:extLst>
              <a:ext uri="{FF2B5EF4-FFF2-40B4-BE49-F238E27FC236}">
                <a16:creationId xmlns:a16="http://schemas.microsoft.com/office/drawing/2014/main" id="{756C4377-5E96-4B95-BE44-D6E8149768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2" name="Notes Placeholder 2">
            <a:extLst>
              <a:ext uri="{FF2B5EF4-FFF2-40B4-BE49-F238E27FC236}">
                <a16:creationId xmlns:a16="http://schemas.microsoft.com/office/drawing/2014/main" id="{5C2960F8-079B-4D95-925F-66020F5F41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Image from http://berb.github.io/diploma-thesis/community/042_serverarch.html , which has an excellent discussion of the different server architectures and their implications.</a:t>
            </a:r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21E83C7A-DA8E-4091-B342-6D84B0350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B3C2E2-CD6D-49B9-B2FD-0F369C4F3F6E}" type="slidenum">
              <a:rPr lang="en-US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>
            <a:extLst>
              <a:ext uri="{FF2B5EF4-FFF2-40B4-BE49-F238E27FC236}">
                <a16:creationId xmlns:a16="http://schemas.microsoft.com/office/drawing/2014/main" id="{399936E8-459C-48E5-BA95-EDE76342CE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6" name="Notes Placeholder 2">
            <a:extLst>
              <a:ext uri="{FF2B5EF4-FFF2-40B4-BE49-F238E27FC236}">
                <a16:creationId xmlns:a16="http://schemas.microsoft.com/office/drawing/2014/main" id="{1DCC2992-7A36-458F-90FB-5ABC7DE02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66534EF5-CF8C-4621-A86C-279665745D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8575A7-6585-4858-A6EC-4C901ED05A83}" type="slidenum">
              <a:rPr lang="en-US" altLang="en-US" sz="1200"/>
              <a:pPr/>
              <a:t>14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3FC63-D445-4129-B8F8-1A125D0B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89DB0-482A-4785-B159-06B8FAD2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94F4-63E3-46AD-A71A-4C584C51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4417B6-95B9-4497-86EE-66CEC820BB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59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CB231-3381-4E02-B45E-BF4C44ADA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8C01A-1BCD-4866-BC4C-2C4499F73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8A5E8-77CA-4DB6-9D2C-A2D3D8189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A2C5BD-F41F-46C2-881A-8DD640D7B7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270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9B254-70A6-4A66-BABD-4AF888954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4472B-3599-41E3-BC2B-CA530530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08A8E-5938-46C6-B284-726DCCDF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EF18C-59C3-419B-B0E4-F4A001AE9A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897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0933199-06C3-4754-8FA9-B18E64EF3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DC1F95C-2FB8-4CF3-B767-3DC4EBDA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1632749-90DA-4A29-8E25-85F5E5E9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5DA208-CD2E-4630-81EC-4A93E2A3C2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93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96E676C-1793-47D1-A939-FF1E7EEC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A113B2C-4691-4366-A1EE-3974636C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A770116-3480-424B-9B70-0CB97A9C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C2B3EE-8C9E-483F-BE24-C69125900E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48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9A15308-FED8-40E9-977D-16C099D9A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BB335BE-5EC7-4078-A0C0-E1AE65F3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BF4AAD-740E-4B1E-BEC3-4341AD49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41F8E9-CE61-4160-A011-6383BEC646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2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CE3EDAB-5FAF-4225-92A7-C478D155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8CE77B-3ED4-47F1-B724-A38F71F3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70ED534-459F-4408-AE70-6A17CF7F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CE49A8-7C41-48AB-BC4B-4B96DB3377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895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3642E8-C65D-4777-9A36-53EEE805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CCDA555-3137-42FF-B9AE-53415E10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56409EF-9570-4121-BCD0-C22A8F42F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3CC9E2-F0B2-420B-9FD5-6AB9B8F38A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186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A84E21F-6A9B-4054-A771-46DE456C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BCF720-0B80-487C-B3B1-5E2F9AE44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A85EC2-CC62-4AF2-9B6D-77649731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26D3C-F194-4AD4-9552-FA25046E6A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035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8B962-3504-40B5-B3C2-047C3527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96B95-B8B8-45F6-BCEA-3F0046438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A08F9-7E57-4F93-9113-59A0F0E3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20EDA-531A-4B6C-B41B-2407D77A98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968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78DA4-7256-45AB-BD29-7157FDBC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6E1A0-996B-4145-800F-714051F5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49D5B-1A19-44DF-A932-5E6958C2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D606DC-FC48-44B1-9405-DE5C2905C6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77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20F64BB-3801-4241-9E15-91633B8CDE5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C5427A2-24B1-4D93-928F-426E6C1891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2B118-746C-1044-A8BE-C333506F2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57D98-52E1-914B-884B-3E05CBCC3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83060-5229-B946-B845-63828D3C4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5BD5BCD3-CC26-46A7-9911-BEA274198D2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yu-itc-210.github.io/walkthrough/Node-Fetch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9962C07-8B66-D549-B309-056A02D6537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28225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sz="4000" dirty="0">
                <a:latin typeface="Tahoma" charset="0"/>
                <a:ea typeface="ＭＳ Ｐゴシック" charset="0"/>
                <a:cs typeface="+mj-cs"/>
              </a:rPr>
            </a:br>
            <a:r>
              <a:rPr lang="en-US" sz="4000" dirty="0">
                <a:latin typeface="Tahoma" charset="0"/>
                <a:ea typeface="ＭＳ Ｐゴシック" charset="0"/>
                <a:cs typeface="+mj-cs"/>
              </a:rPr>
              <a:t>Welcome, NodeJS, Fetch</a:t>
            </a:r>
            <a:br>
              <a:rPr lang="en-US" sz="4000" dirty="0">
                <a:latin typeface="Tahoma" charset="0"/>
                <a:ea typeface="ＭＳ Ｐゴシック" charset="0"/>
                <a:cs typeface="+mj-cs"/>
              </a:rPr>
            </a:br>
            <a:r>
              <a:rPr lang="en-US" sz="3100" dirty="0">
                <a:latin typeface="Tahoma" charset="0"/>
                <a:ea typeface="ＭＳ Ｐゴシック" charset="0"/>
              </a:rPr>
              <a:t>IT&amp;C 210B – S20</a:t>
            </a:r>
            <a:br>
              <a:rPr lang="en-US" sz="4000" dirty="0">
                <a:latin typeface="Tahoma" charset="0"/>
                <a:ea typeface="ＭＳ Ｐゴシック" charset="0"/>
              </a:rPr>
            </a:br>
            <a:endParaRPr lang="en-US" sz="4000" dirty="0">
              <a:latin typeface="Tahoma" charset="0"/>
              <a:ea typeface="ＭＳ Ｐゴシック" charset="0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0541" y="181576"/>
            <a:ext cx="886772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halkboard with various objects on it&#10;&#10;Description automatically generated">
            <a:extLst>
              <a:ext uri="{FF2B5EF4-FFF2-40B4-BE49-F238E27FC236}">
                <a16:creationId xmlns:a16="http://schemas.microsoft.com/office/drawing/2014/main" id="{D567D5DA-6CF8-C1D4-6DFE-149E0AC9AD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t="11877" r="-1" b="14825"/>
          <a:stretch/>
        </p:blipFill>
        <p:spPr>
          <a:xfrm>
            <a:off x="135731" y="182880"/>
            <a:ext cx="8867728" cy="64997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C3816A-977F-F38B-155C-A624D0D56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25195"/>
            <a:ext cx="7623913" cy="1913205"/>
          </a:xfrm>
        </p:spPr>
        <p:txBody>
          <a:bodyPr anchor="b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latin typeface="Comic Sans MS" panose="030F0702030302020204" pitchFamily="66" charset="0"/>
              </a:rPr>
              <a:t>Welcome to IT&amp;C 210B!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4997A-AB94-2FDD-E801-190F98761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2619976"/>
            <a:ext cx="4267201" cy="256162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Comic Sans MS" panose="030F0702030302020204" pitchFamily="66" charset="0"/>
              </a:rPr>
              <a:t>A Clean Slate</a:t>
            </a:r>
          </a:p>
          <a:p>
            <a:pPr lvl="1"/>
            <a:r>
              <a:rPr lang="en-US" sz="2400" dirty="0">
                <a:solidFill>
                  <a:srgbClr val="FFFFFF"/>
                </a:solidFill>
                <a:latin typeface="Comic Sans MS" panose="030F0702030302020204" pitchFamily="66" charset="0"/>
              </a:rPr>
              <a:t>Grades back to zero.</a:t>
            </a:r>
          </a:p>
          <a:p>
            <a:pPr lvl="1"/>
            <a:r>
              <a:rPr lang="en-US" sz="2400" dirty="0">
                <a:solidFill>
                  <a:srgbClr val="FFFFFF"/>
                </a:solidFill>
                <a:latin typeface="Comic Sans MS" panose="030F0702030302020204" pitchFamily="66" charset="0"/>
              </a:rPr>
              <a:t>3 more grace days</a:t>
            </a:r>
          </a:p>
          <a:p>
            <a:pPr lvl="1"/>
            <a:r>
              <a:rPr lang="en-US" sz="2400" dirty="0">
                <a:solidFill>
                  <a:srgbClr val="FFFFFF"/>
                </a:solidFill>
                <a:latin typeface="Comic Sans MS" panose="030F0702030302020204" pitchFamily="66" charset="0"/>
              </a:rPr>
              <a:t>New classmates</a:t>
            </a:r>
          </a:p>
          <a:p>
            <a:pPr lvl="1"/>
            <a:r>
              <a:rPr lang="en-US" sz="2400" dirty="0">
                <a:solidFill>
                  <a:srgbClr val="FFFFFF"/>
                </a:solidFill>
                <a:latin typeface="Comic Sans MS" panose="030F0702030302020204" pitchFamily="66" charset="0"/>
              </a:rPr>
              <a:t>Rhythm continues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1BACA-E128-4608-5800-44A34F6E0534}"/>
              </a:ext>
            </a:extLst>
          </p:cNvPr>
          <p:cNvSpPr txBox="1"/>
          <p:nvPr/>
        </p:nvSpPr>
        <p:spPr>
          <a:xfrm>
            <a:off x="7479459" y="6376335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Image: DALL-E 3</a:t>
            </a:r>
          </a:p>
        </p:txBody>
      </p:sp>
    </p:spTree>
    <p:extLst>
      <p:ext uri="{BB962C8B-B14F-4D97-AF65-F5344CB8AC3E}">
        <p14:creationId xmlns:p14="http://schemas.microsoft.com/office/powerpoint/2010/main" val="265072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6B24-4ECC-4755-A30C-A8E20732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/>
          <a:lstStyle/>
          <a:p>
            <a:r>
              <a:rPr lang="en-US"/>
              <a:t>Rhythm of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62E0A-C060-4BD1-A7AE-ED7472C7E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2"/>
            <a:ext cx="8229600" cy="4389438"/>
          </a:xfrm>
        </p:spPr>
        <p:txBody>
          <a:bodyPr/>
          <a:lstStyle/>
          <a:p>
            <a:r>
              <a:rPr lang="en-US" sz="2000" dirty="0"/>
              <a:t>Monday</a:t>
            </a:r>
          </a:p>
          <a:p>
            <a:pPr lvl="1"/>
            <a:r>
              <a:rPr lang="en-US" sz="1800" dirty="0"/>
              <a:t>Class: Lecture/Demo plus live Q&amp;A, presented by Prof Redd</a:t>
            </a:r>
          </a:p>
          <a:p>
            <a:pPr lvl="1"/>
            <a:r>
              <a:rPr lang="en-US" sz="1800" dirty="0"/>
              <a:t>Lab Period</a:t>
            </a:r>
          </a:p>
          <a:p>
            <a:r>
              <a:rPr lang="en-US" sz="2000" dirty="0"/>
              <a:t>Wednesday</a:t>
            </a:r>
          </a:p>
          <a:p>
            <a:pPr lvl="1"/>
            <a:r>
              <a:rPr lang="en-US" sz="1800" dirty="0"/>
              <a:t>Class</a:t>
            </a:r>
          </a:p>
          <a:p>
            <a:pPr lvl="1"/>
            <a:r>
              <a:rPr lang="en-US" sz="1800" dirty="0"/>
              <a:t>Lab Period: TA Kickoff of next lab assignment</a:t>
            </a:r>
          </a:p>
          <a:p>
            <a:pPr lvl="1"/>
            <a:r>
              <a:rPr lang="en-US" sz="1800" dirty="0"/>
              <a:t>Lab Pass-off due</a:t>
            </a:r>
          </a:p>
          <a:p>
            <a:r>
              <a:rPr lang="en-US" sz="2000" dirty="0"/>
              <a:t>Friday</a:t>
            </a:r>
          </a:p>
          <a:p>
            <a:pPr lvl="1"/>
            <a:r>
              <a:rPr lang="en-US" sz="1800" dirty="0"/>
              <a:t>Class</a:t>
            </a:r>
          </a:p>
          <a:p>
            <a:pPr lvl="1"/>
            <a:r>
              <a:rPr lang="en-US" sz="1800" b="1" dirty="0"/>
              <a:t>In-Class Quiz (Some Weeks)</a:t>
            </a:r>
            <a:endParaRPr lang="en-US" sz="1800" dirty="0"/>
          </a:p>
          <a:p>
            <a:pPr lvl="1"/>
            <a:r>
              <a:rPr lang="en-US" sz="1800" dirty="0"/>
              <a:t>Lab Period</a:t>
            </a:r>
          </a:p>
          <a:p>
            <a:pPr lvl="1"/>
            <a:r>
              <a:rPr lang="en-US" sz="1800" dirty="0"/>
              <a:t>Homework or Lab Writeup due (alternating weeks)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endParaRPr lang="en-US" sz="2000" dirty="0"/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7E712-FC01-F7A4-4A9F-39888A1F72DF}"/>
              </a:ext>
            </a:extLst>
          </p:cNvPr>
          <p:cNvSpPr txBox="1"/>
          <p:nvPr/>
        </p:nvSpPr>
        <p:spPr>
          <a:xfrm>
            <a:off x="713910" y="5334000"/>
            <a:ext cx="79187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Except that next week has nothing due!</a:t>
            </a:r>
            <a:br>
              <a:rPr lang="en-US" i="1" dirty="0"/>
            </a:br>
            <a:r>
              <a:rPr lang="en-US" i="1" dirty="0"/>
              <a:t>So use it to get a head start on the balance of the term!</a:t>
            </a:r>
          </a:p>
        </p:txBody>
      </p:sp>
    </p:spTree>
    <p:extLst>
      <p:ext uri="{BB962C8B-B14F-4D97-AF65-F5344CB8AC3E}">
        <p14:creationId xmlns:p14="http://schemas.microsoft.com/office/powerpoint/2010/main" val="2917910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CFB0-B235-CAAA-BB61-B3363527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4A608-0A7C-6955-F96C-EAC14D75F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Steps in the Content Tab</a:t>
            </a:r>
          </a:p>
          <a:p>
            <a:r>
              <a:rPr lang="en-US" dirty="0"/>
              <a:t>Get your development environment set up and running</a:t>
            </a:r>
          </a:p>
          <a:p>
            <a:pPr lvl="1"/>
            <a:r>
              <a:rPr lang="en-US" dirty="0"/>
              <a:t>Instructions in </a:t>
            </a:r>
            <a:r>
              <a:rPr lang="en-US" dirty="0" err="1"/>
              <a:t>LearningSuite</a:t>
            </a:r>
            <a:r>
              <a:rPr lang="en-US" dirty="0"/>
              <a:t> &gt; Content</a:t>
            </a:r>
          </a:p>
          <a:p>
            <a:pPr lvl="1"/>
            <a:r>
              <a:rPr lang="en-US" dirty="0"/>
              <a:t>Windows: WSL2 and Docker Desktop</a:t>
            </a:r>
          </a:p>
          <a:p>
            <a:pPr lvl="1"/>
            <a:r>
              <a:rPr lang="en-US" dirty="0"/>
              <a:t>Mac: Docker Desktop</a:t>
            </a:r>
          </a:p>
          <a:p>
            <a:r>
              <a:rPr lang="en-US" dirty="0"/>
              <a:t>Begin work on Lab 4A and Lab </a:t>
            </a:r>
            <a:r>
              <a:rPr lang="en-US"/>
              <a:t>4B.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285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5BC9079B-C62F-46B1-9E85-B0BC68AE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Node.js</a:t>
            </a:r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458DEC6E-A2BC-40ED-8D54-117EC3C1A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000" dirty="0"/>
              <a:t>JavaScript host that includes: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dirty="0"/>
              <a:t>Chrome’s </a:t>
            </a:r>
            <a:r>
              <a:rPr lang="en-US" altLang="en-US" sz="2600" dirty="0" err="1"/>
              <a:t>Javascript</a:t>
            </a:r>
            <a:r>
              <a:rPr lang="en-US" altLang="en-US" sz="2600" dirty="0"/>
              <a:t> </a:t>
            </a:r>
            <a:r>
              <a:rPr lang="en-US" altLang="en-US" sz="2600" dirty="0">
                <a:solidFill>
                  <a:srgbClr val="800000"/>
                </a:solidFill>
              </a:rPr>
              <a:t>Runtime environment</a:t>
            </a:r>
            <a:r>
              <a:rPr lang="en-US" altLang="en-US" sz="2600" dirty="0"/>
              <a:t> (V8 virtual machine) written in C++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dirty="0" err="1"/>
              <a:t>Javascript</a:t>
            </a:r>
            <a:r>
              <a:rPr lang="en-US" altLang="en-US" sz="2600" dirty="0"/>
              <a:t> </a:t>
            </a:r>
            <a:r>
              <a:rPr lang="en-US" altLang="en-US" sz="2600" dirty="0">
                <a:solidFill>
                  <a:srgbClr val="800000"/>
                </a:solidFill>
              </a:rPr>
              <a:t>libraries</a:t>
            </a:r>
            <a:r>
              <a:rPr lang="en-US" altLang="en-US" sz="2600" dirty="0"/>
              <a:t> to help with </a:t>
            </a:r>
            <a:r>
              <a:rPr lang="en-US" altLang="en-US" sz="2600" i="1" dirty="0"/>
              <a:t>networking</a:t>
            </a:r>
            <a:r>
              <a:rPr lang="en-US" altLang="en-US" sz="2600" dirty="0"/>
              <a:t> tasks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000" dirty="0"/>
              <a:t>Asynchronous, event-driven, single-threaded model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000" dirty="0"/>
              <a:t>Additions to the included basic library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dirty="0"/>
              <a:t>Add-ons written in C++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dirty="0"/>
              <a:t>Packages/Modules written in JavaScript</a:t>
            </a:r>
            <a:endParaRPr lang="en-US" altLang="en-US" sz="3000" dirty="0"/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D02-7992-4FA9-926F-9B233929F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82635-A20B-40A4-99FF-17D0853DB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dirty="0"/>
              <a:t>Web application framework for Node.js</a:t>
            </a:r>
          </a:p>
          <a:p>
            <a:r>
              <a:rPr lang="en-US" dirty="0"/>
              <a:t>http.js manages the HTTP protocol – communication with browsers and other clients.</a:t>
            </a:r>
          </a:p>
          <a:p>
            <a:r>
              <a:rPr lang="en-US" dirty="0"/>
              <a:t>Express.js manages static files (html, </a:t>
            </a:r>
            <a:r>
              <a:rPr lang="en-US" dirty="0" err="1"/>
              <a:t>css</a:t>
            </a:r>
            <a:r>
              <a:rPr lang="en-US" dirty="0"/>
              <a:t>, images, etc.) and dynamically-generated web content.</a:t>
            </a:r>
          </a:p>
          <a:p>
            <a:pPr marL="0" indent="0">
              <a:buNone/>
            </a:pPr>
            <a:r>
              <a:rPr lang="en-US" sz="2800" i="1" dirty="0"/>
              <a:t>This will become important later; but for now, we’re using node for client programming.</a:t>
            </a:r>
          </a:p>
        </p:txBody>
      </p:sp>
    </p:spTree>
    <p:extLst>
      <p:ext uri="{BB962C8B-B14F-4D97-AF65-F5344CB8AC3E}">
        <p14:creationId xmlns:p14="http://schemas.microsoft.com/office/powerpoint/2010/main" val="4141614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DAF9BBC9-9E6F-4196-9F78-F08C4E80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JavaScript is Event-driven</a:t>
            </a:r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43681F3E-7ADF-4EC0-8BDC-EB865E9F2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>
                <a:solidFill>
                  <a:srgbClr val="800000"/>
                </a:solidFill>
              </a:rPr>
              <a:t>Event</a:t>
            </a:r>
            <a:r>
              <a:rPr lang="en-US" altLang="en-US" sz="2400"/>
              <a:t> = change in state (e.g., user clicks on button, data is received, page is loaded)</a:t>
            </a:r>
          </a:p>
          <a:p>
            <a:pPr eaLnBrk="1" hangingPunct="1"/>
            <a:r>
              <a:rPr lang="en-US" altLang="en-US" sz="2400">
                <a:solidFill>
                  <a:srgbClr val="800000"/>
                </a:solidFill>
              </a:rPr>
              <a:t>Event Loop </a:t>
            </a:r>
            <a:r>
              <a:rPr lang="en-US" altLang="en-US" sz="2400"/>
              <a:t>continuously checks for new events, including those that trigger callbacks</a:t>
            </a:r>
          </a:p>
        </p:txBody>
      </p:sp>
      <p:pic>
        <p:nvPicPr>
          <p:cNvPr id="39939" name="Picture 3">
            <a:extLst>
              <a:ext uri="{FF2B5EF4-FFF2-40B4-BE49-F238E27FC236}">
                <a16:creationId xmlns:a16="http://schemas.microsoft.com/office/drawing/2014/main" id="{CE5FED98-E5AB-4D66-BEC0-B30C7B658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2887663"/>
            <a:ext cx="8005762" cy="450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E92FF-0C06-4642-B1E1-8893C152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406E4-9135-DCE8-29CD-43353DC28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/>
              <a:t>An asynchronous function doesn’t return data. Rather, it returns a </a:t>
            </a:r>
            <a:r>
              <a:rPr lang="en-US" i="1" dirty="0"/>
              <a:t>promise</a:t>
            </a:r>
            <a:r>
              <a:rPr lang="en-US" dirty="0"/>
              <a:t> to deliver the data.</a:t>
            </a:r>
          </a:p>
          <a:p>
            <a:r>
              <a:rPr lang="en-US" dirty="0"/>
              <a:t>When the asynchronous function finishes its work, it puts an event in the queue to call any callback functions attached to the promise.</a:t>
            </a:r>
          </a:p>
          <a:p>
            <a:r>
              <a:rPr lang="en-US" dirty="0"/>
              <a:t>Why do we care? Because 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fetch()</a:t>
            </a:r>
            <a:r>
              <a:rPr lang="en-US" dirty="0"/>
              <a:t> is asynchronous, and we need to call fetch to access data.</a:t>
            </a:r>
          </a:p>
        </p:txBody>
      </p:sp>
    </p:spTree>
    <p:extLst>
      <p:ext uri="{BB962C8B-B14F-4D97-AF65-F5344CB8AC3E}">
        <p14:creationId xmlns:p14="http://schemas.microsoft.com/office/powerpoint/2010/main" val="763531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190D-C207-EA0C-269A-A088063DC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fetch()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96CD7-5668-B732-1202-C777740C9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fetch()</a:t>
            </a:r>
            <a:r>
              <a:rPr lang="en-US" dirty="0"/>
              <a:t> is the preferred method for calling a web server from JavaScript, whether from Node.js or from browser JavaScript.</a:t>
            </a:r>
          </a:p>
          <a:p>
            <a:r>
              <a:rPr lang="en-US" dirty="0"/>
              <a:t>Previously there were </a:t>
            </a:r>
            <a:r>
              <a:rPr lang="en-US" dirty="0" err="1"/>
              <a:t>XMLHttpRequest</a:t>
            </a:r>
            <a:r>
              <a:rPr lang="en-US" dirty="0"/>
              <a:t> and various wrappers including</a:t>
            </a:r>
            <a:br>
              <a:rPr lang="en-US" dirty="0"/>
            </a:br>
            <a:r>
              <a:rPr lang="en-US" dirty="0" err="1"/>
              <a:t>jQuery.ajax</a:t>
            </a:r>
            <a:r>
              <a:rPr lang="en-US" dirty="0"/>
              <a:t>. If you work with</a:t>
            </a:r>
            <a:br>
              <a:rPr lang="en-US" dirty="0"/>
            </a:br>
            <a:r>
              <a:rPr lang="en-US" dirty="0"/>
              <a:t>old code you may encounter</a:t>
            </a:r>
            <a:br>
              <a:rPr lang="en-US" dirty="0"/>
            </a:br>
            <a:r>
              <a:rPr lang="en-US" dirty="0"/>
              <a:t>these.</a:t>
            </a:r>
          </a:p>
        </p:txBody>
      </p:sp>
      <p:pic>
        <p:nvPicPr>
          <p:cNvPr id="5" name="Picture 4" descr="A dog running with a newspaper in its mouth&#10;&#10;Description automatically generated">
            <a:extLst>
              <a:ext uri="{FF2B5EF4-FFF2-40B4-BE49-F238E27FC236}">
                <a16:creationId xmlns:a16="http://schemas.microsoft.com/office/drawing/2014/main" id="{39677413-42C3-39F2-AE7D-E20F5F7B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18" y="3810000"/>
            <a:ext cx="3048000" cy="304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860880-191C-588D-2DC0-70C65EFF2526}"/>
              </a:ext>
            </a:extLst>
          </p:cNvPr>
          <p:cNvSpPr txBox="1"/>
          <p:nvPr/>
        </p:nvSpPr>
        <p:spPr>
          <a:xfrm>
            <a:off x="7467600" y="6530397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Image: DALL-E 3</a:t>
            </a:r>
          </a:p>
        </p:txBody>
      </p:sp>
    </p:spTree>
    <p:extLst>
      <p:ext uri="{BB962C8B-B14F-4D97-AF65-F5344CB8AC3E}">
        <p14:creationId xmlns:p14="http://schemas.microsoft.com/office/powerpoint/2010/main" val="1145355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41EE3-451B-6E20-BCA7-D8C42774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fetch() Returns a Promise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19E1A-FA32-AF34-905E-4B8C7F1AB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JavaScript Promise has several methods, but we only really care about</a:t>
            </a:r>
            <a:br>
              <a:rPr lang="en-US" dirty="0"/>
            </a:b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then(</a:t>
            </a:r>
            <a:r>
              <a:rPr lang="en-US" dirty="0" err="1">
                <a:highlight>
                  <a:srgbClr val="C0C0C0"/>
                </a:highlight>
                <a:latin typeface="Consolas" panose="020B0609020204030204" pitchFamily="49" charset="0"/>
              </a:rPr>
              <a:t>onFulfill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, </a:t>
            </a:r>
            <a:r>
              <a:rPr lang="en-US" dirty="0" err="1">
                <a:highlight>
                  <a:srgbClr val="C0C0C0"/>
                </a:highlight>
                <a:latin typeface="Consolas" panose="020B0609020204030204" pitchFamily="49" charset="0"/>
              </a:rPr>
              <a:t>onReject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dirty="0" err="1"/>
              <a:t>onFulfill</a:t>
            </a:r>
            <a:r>
              <a:rPr lang="en-US" dirty="0"/>
              <a:t>: A function that is called when the fetch succeeds. Fetch passes a 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Response</a:t>
            </a:r>
            <a:r>
              <a:rPr lang="en-US" dirty="0"/>
              <a:t> object to </a:t>
            </a:r>
            <a:r>
              <a:rPr lang="en-US" dirty="0" err="1"/>
              <a:t>onFulfill</a:t>
            </a:r>
            <a:r>
              <a:rPr lang="en-US" dirty="0"/>
              <a:t>.</a:t>
            </a:r>
          </a:p>
          <a:p>
            <a:r>
              <a:rPr lang="en-US" dirty="0" err="1"/>
              <a:t>onReject</a:t>
            </a:r>
            <a:r>
              <a:rPr lang="en-US" dirty="0"/>
              <a:t>: A function that is called when the fetch fails. </a:t>
            </a:r>
            <a:r>
              <a:rPr lang="en-US" i="1" dirty="0"/>
              <a:t>It’s optional!</a:t>
            </a:r>
            <a:endParaRPr lang="en-US" dirty="0"/>
          </a:p>
          <a:p>
            <a:endParaRPr lang="en-US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319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4A52-BD2C-13EA-AF35-FD2404CFF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/>
              <a:t>Promises can be chained.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17E3-3045-4E26-F60B-C74E040E0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r>
              <a:rPr lang="en-US" dirty="0"/>
              <a:t>This is helpful because </a:t>
            </a:r>
            <a:r>
              <a:rPr lang="en-US" dirty="0" err="1">
                <a:highlight>
                  <a:srgbClr val="C0C0C0"/>
                </a:highlight>
                <a:latin typeface="Consolas" panose="020B0609020204030204" pitchFamily="49" charset="0"/>
              </a:rPr>
              <a:t>Response.text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r>
              <a:rPr lang="en-US" dirty="0"/>
              <a:t> and </a:t>
            </a:r>
            <a:r>
              <a:rPr lang="en-US" dirty="0" err="1">
                <a:highlight>
                  <a:srgbClr val="C0C0C0"/>
                </a:highlight>
                <a:latin typeface="Consolas" panose="020B0609020204030204" pitchFamily="49" charset="0"/>
              </a:rPr>
              <a:t>Response.json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r>
              <a:rPr lang="en-US" dirty="0"/>
              <a:t> are asynchronous. That is, they return promises, not the actual text or object.</a:t>
            </a:r>
          </a:p>
          <a:p>
            <a:r>
              <a:rPr lang="en-US" dirty="0"/>
              <a:t>Summary:</a:t>
            </a:r>
          </a:p>
          <a:p>
            <a:pPr lvl="1"/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fetch()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returns a promise of a Response object.</a:t>
            </a:r>
          </a:p>
          <a:p>
            <a:pPr lvl="1"/>
            <a:r>
              <a:rPr lang="en-US" dirty="0" err="1">
                <a:highlight>
                  <a:srgbClr val="C0C0C0"/>
                </a:highlight>
                <a:latin typeface="Consolas" panose="020B0609020204030204" pitchFamily="49" charset="0"/>
              </a:rPr>
              <a:t>Response.text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r>
              <a:rPr lang="en-US" dirty="0"/>
              <a:t> returns a promise of a string containing the body of the HTTP response.</a:t>
            </a:r>
          </a:p>
          <a:p>
            <a:pPr lvl="1"/>
            <a:r>
              <a:rPr lang="en-US" dirty="0" err="1">
                <a:highlight>
                  <a:srgbClr val="C0C0C0"/>
                </a:highlight>
                <a:latin typeface="Consolas" panose="020B0609020204030204" pitchFamily="49" charset="0"/>
              </a:rPr>
              <a:t>Response.json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r>
              <a:rPr lang="en-US" dirty="0"/>
              <a:t> returns a promise of an object that is the parsed JSON response.</a:t>
            </a:r>
          </a:p>
        </p:txBody>
      </p:sp>
    </p:spTree>
    <p:extLst>
      <p:ext uri="{BB962C8B-B14F-4D97-AF65-F5344CB8AC3E}">
        <p14:creationId xmlns:p14="http://schemas.microsoft.com/office/powerpoint/2010/main" val="4124539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941A-49C1-613F-0FDD-CD2EE917E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One more thing…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786C-9054-2127-ADFD-416B7E0EB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dirty="0"/>
              <a:t>Any response from the web server will result in </a:t>
            </a:r>
            <a:r>
              <a:rPr lang="en-US" dirty="0" err="1"/>
              <a:t>onFulfill</a:t>
            </a:r>
            <a:r>
              <a:rPr lang="en-US" dirty="0"/>
              <a:t>() being called with a Response object. That includes:</a:t>
            </a:r>
          </a:p>
          <a:p>
            <a:pPr lvl="1">
              <a:spcBef>
                <a:spcPts val="0"/>
              </a:spcBef>
            </a:pPr>
            <a:r>
              <a:rPr lang="en-US" dirty="0"/>
              <a:t>404 Not Found</a:t>
            </a:r>
          </a:p>
          <a:p>
            <a:pPr lvl="1">
              <a:spcBef>
                <a:spcPts val="0"/>
              </a:spcBef>
            </a:pPr>
            <a:r>
              <a:rPr lang="en-US" dirty="0"/>
              <a:t>400 Invalid Request</a:t>
            </a:r>
          </a:p>
          <a:p>
            <a:pPr lvl="1">
              <a:spcBef>
                <a:spcPts val="0"/>
              </a:spcBef>
            </a:pPr>
            <a:r>
              <a:rPr lang="en-US" dirty="0"/>
              <a:t>500 Server Error</a:t>
            </a:r>
          </a:p>
          <a:p>
            <a:pPr lvl="1">
              <a:spcBef>
                <a:spcPts val="0"/>
              </a:spcBef>
            </a:pPr>
            <a:r>
              <a:rPr lang="en-US" dirty="0"/>
              <a:t>Etc.</a:t>
            </a:r>
          </a:p>
          <a:p>
            <a:r>
              <a:rPr lang="en-US" dirty="0"/>
              <a:t>In your code. Check </a:t>
            </a:r>
            <a:r>
              <a:rPr lang="en-US" dirty="0" err="1"/>
              <a:t>Response.ok</a:t>
            </a:r>
            <a:r>
              <a:rPr lang="en-US" dirty="0"/>
              <a:t> to be sure that the response was in the 200 (success) range.</a:t>
            </a:r>
          </a:p>
        </p:txBody>
      </p:sp>
    </p:spTree>
    <p:extLst>
      <p:ext uri="{BB962C8B-B14F-4D97-AF65-F5344CB8AC3E}">
        <p14:creationId xmlns:p14="http://schemas.microsoft.com/office/powerpoint/2010/main" val="1752687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A1618-9864-6D14-5345-09F8E517B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Using Fetch</a:t>
            </a:r>
          </a:p>
        </p:txBody>
      </p:sp>
      <p:pic>
        <p:nvPicPr>
          <p:cNvPr id="5" name="Content Placeholder 4" descr="A sketch of a stage with chairs and a screen&#10;&#10;Description automatically generated">
            <a:extLst>
              <a:ext uri="{FF2B5EF4-FFF2-40B4-BE49-F238E27FC236}">
                <a16:creationId xmlns:a16="http://schemas.microsoft.com/office/drawing/2014/main" id="{E81B9409-0D2C-CF2C-F0E5-15CBB4CFB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1600200"/>
            <a:ext cx="3657600" cy="36576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2BDC7E-6E52-0028-96B3-E312FAEDA1BC}"/>
              </a:ext>
            </a:extLst>
          </p:cNvPr>
          <p:cNvSpPr txBox="1"/>
          <p:nvPr/>
        </p:nvSpPr>
        <p:spPr>
          <a:xfrm>
            <a:off x="1447800" y="5791200"/>
            <a:ext cx="624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3"/>
              </a:rPr>
              <a:t>https://byu-itc-210.github.io/walkthrough/Node-Fetch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02036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90E3573E-F5F8-4755-ABC3-CD06D0F6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en-US" dirty="0"/>
              <a:t>Study Questions</a:t>
            </a:r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5813968A-6DB3-439C-97FD-651BFA8B5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What two things is Node.js made up of?</a:t>
            </a:r>
          </a:p>
          <a:p>
            <a:pPr eaLnBrk="1" hangingPunct="1"/>
            <a:r>
              <a:rPr lang="en-US" altLang="en-US" sz="2800" dirty="0"/>
              <a:t>What does it mean that fetch() returns a promise of a response rather than the response itself?</a:t>
            </a:r>
          </a:p>
          <a:p>
            <a:pPr eaLnBrk="1" hangingPunct="1"/>
            <a:r>
              <a:rPr lang="en-US" altLang="en-US" sz="2800" dirty="0"/>
              <a:t>Why should fetch() return a promise? (So that the browser and/or JavaScript can do other things while waiting for the response from the web server.)</a:t>
            </a:r>
          </a:p>
          <a:p>
            <a:pPr eaLnBrk="1" hangingPunct="1"/>
            <a:r>
              <a:rPr lang="en-US" altLang="en-US" sz="2800" dirty="0"/>
              <a:t>What kinds of errors are detected by checking </a:t>
            </a:r>
            <a:r>
              <a:rPr lang="en-US" altLang="en-US" sz="2800" dirty="0" err="1"/>
              <a:t>Response.ok</a:t>
            </a:r>
            <a:r>
              <a:rPr lang="en-US" altLang="en-US" sz="2800" dirty="0"/>
              <a:t>?</a:t>
            </a:r>
          </a:p>
          <a:p>
            <a:pPr eaLnBrk="1" hangingPunct="1"/>
            <a:r>
              <a:rPr lang="en-US" altLang="en-US" sz="2800" dirty="0"/>
              <a:t>What kinds of errors are detected by </a:t>
            </a:r>
            <a:r>
              <a:rPr lang="en-US" altLang="en-US" sz="2800" dirty="0" err="1"/>
              <a:t>OnRejected</a:t>
            </a:r>
            <a:r>
              <a:rPr lang="en-US" altLang="en-US" sz="2800" dirty="0"/>
              <a:t> </a:t>
            </a:r>
            <a:r>
              <a:rPr lang="en-US" altLang="en-US" sz="2800"/>
              <a:t>or catch?</a:t>
            </a:r>
          </a:p>
          <a:p>
            <a:pPr eaLnBrk="1" hangingPunct="1"/>
            <a:endParaRPr lang="en-US" alt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5328</TotalTime>
  <Words>808</Words>
  <Application>Microsoft Office PowerPoint</Application>
  <PresentationFormat>On-screen Show (4:3)</PresentationFormat>
  <Paragraphs>87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Comic Sans MS</vt:lpstr>
      <vt:lpstr>Consolas</vt:lpstr>
      <vt:lpstr>Tahoma</vt:lpstr>
      <vt:lpstr>Office Theme</vt:lpstr>
      <vt:lpstr> Welcome, NodeJS, Fetch IT&amp;C 210B – S20 </vt:lpstr>
      <vt:lpstr>Welcome to IT&amp;C 210B!</vt:lpstr>
      <vt:lpstr>Rhythm of the Class</vt:lpstr>
      <vt:lpstr>Getting Started</vt:lpstr>
      <vt:lpstr>Node.js</vt:lpstr>
      <vt:lpstr>Express.js</vt:lpstr>
      <vt:lpstr>JavaScript is Event-driven</vt:lpstr>
      <vt:lpstr>Asynchronous Functions</vt:lpstr>
      <vt:lpstr>JavaScript fetch()</vt:lpstr>
      <vt:lpstr>fetch() Returns a Promise</vt:lpstr>
      <vt:lpstr>Promises can be chained.</vt:lpstr>
      <vt:lpstr>One more thing…</vt:lpstr>
      <vt:lpstr>Demo: Using Fetch</vt:lpstr>
      <vt:lpstr>Study Questions</vt:lpstr>
    </vt:vector>
  </TitlesOfParts>
  <Company>BYU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EIT 210: Operating System Concepts</dc:title>
  <dc:creator>jekstrom</dc:creator>
  <cp:lastModifiedBy>Brandt Redd</cp:lastModifiedBy>
  <cp:revision>87</cp:revision>
  <dcterms:created xsi:type="dcterms:W3CDTF">2003-09-01T20:14:46Z</dcterms:created>
  <dcterms:modified xsi:type="dcterms:W3CDTF">2025-02-28T05:41:20Z</dcterms:modified>
</cp:coreProperties>
</file>