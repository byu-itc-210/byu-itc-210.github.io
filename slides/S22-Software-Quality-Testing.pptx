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368" r:id="rId3"/>
    <p:sldId id="365" r:id="rId4"/>
    <p:sldId id="367" r:id="rId5"/>
    <p:sldId id="369" r:id="rId6"/>
    <p:sldId id="371" r:id="rId7"/>
    <p:sldId id="370" r:id="rId8"/>
    <p:sldId id="372" r:id="rId9"/>
    <p:sldId id="373" r:id="rId10"/>
    <p:sldId id="374" r:id="rId11"/>
    <p:sldId id="34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54571522-E7D9-4A65-A6F9-37A26F51DCBC}"/>
    <pc:docChg chg="undo custSel delSld modSld">
      <pc:chgData name="Brandt Redd" userId="be8ed540b98adac0" providerId="LiveId" clId="{54571522-E7D9-4A65-A6F9-37A26F51DCBC}" dt="2021-11-03T00:50:14.935" v="22" actId="20577"/>
      <pc:docMkLst>
        <pc:docMk/>
      </pc:docMkLst>
      <pc:sldChg chg="modSp mod">
        <pc:chgData name="Brandt Redd" userId="be8ed540b98adac0" providerId="LiveId" clId="{54571522-E7D9-4A65-A6F9-37A26F51DCBC}" dt="2021-11-03T00:46:46.700" v="5" actId="20577"/>
        <pc:sldMkLst>
          <pc:docMk/>
          <pc:sldMk cId="521876352" sldId="256"/>
        </pc:sldMkLst>
        <pc:spChg chg="mod">
          <ac:chgData name="Brandt Redd" userId="be8ed540b98adac0" providerId="LiveId" clId="{54571522-E7D9-4A65-A6F9-37A26F51DCBC}" dt="2021-11-03T00:46:46.700" v="5" actId="20577"/>
          <ac:spMkLst>
            <pc:docMk/>
            <pc:sldMk cId="521876352" sldId="256"/>
            <ac:spMk id="3" creationId="{FEA0BBF2-11E6-47AC-B2B2-CE5DF5FA35C0}"/>
          </ac:spMkLst>
        </pc:spChg>
      </pc:sldChg>
      <pc:sldChg chg="del">
        <pc:chgData name="Brandt Redd" userId="be8ed540b98adac0" providerId="LiveId" clId="{54571522-E7D9-4A65-A6F9-37A26F51DCBC}" dt="2021-11-03T00:49:34.740" v="6" actId="47"/>
        <pc:sldMkLst>
          <pc:docMk/>
          <pc:sldMk cId="1923195744" sldId="257"/>
        </pc:sldMkLst>
      </pc:sldChg>
      <pc:sldChg chg="modSp mod">
        <pc:chgData name="Brandt Redd" userId="be8ed540b98adac0" providerId="LiveId" clId="{54571522-E7D9-4A65-A6F9-37A26F51DCBC}" dt="2021-11-03T00:50:14.935" v="22" actId="20577"/>
        <pc:sldMkLst>
          <pc:docMk/>
          <pc:sldMk cId="181249537" sldId="367"/>
        </pc:sldMkLst>
        <pc:spChg chg="mod">
          <ac:chgData name="Brandt Redd" userId="be8ed540b98adac0" providerId="LiveId" clId="{54571522-E7D9-4A65-A6F9-37A26F51DCBC}" dt="2021-11-03T00:50:14.935" v="22" actId="20577"/>
          <ac:spMkLst>
            <pc:docMk/>
            <pc:sldMk cId="181249537" sldId="367"/>
            <ac:spMk id="3" creationId="{8D1CE1A0-1C21-054C-8206-CE2C8CCD4E50}"/>
          </ac:spMkLst>
        </pc:spChg>
      </pc:sldChg>
    </pc:docChg>
  </pc:docChgLst>
  <pc:docChgLst>
    <pc:chgData name="Brandt Redd" userId="be8ed540b98adac0" providerId="LiveId" clId="{2EDDE500-2EEC-4CBC-AA71-E0A046BC962C}"/>
    <pc:docChg chg="undo redo custSel mod addSld delSld modSld">
      <pc:chgData name="Brandt Redd" userId="be8ed540b98adac0" providerId="LiveId" clId="{2EDDE500-2EEC-4CBC-AA71-E0A046BC962C}" dt="2020-11-04T06:27:31.340" v="4143" actId="14"/>
      <pc:docMkLst>
        <pc:docMk/>
      </pc:docMkLst>
      <pc:sldChg chg="modSp new mod">
        <pc:chgData name="Brandt Redd" userId="be8ed540b98adac0" providerId="LiveId" clId="{2EDDE500-2EEC-4CBC-AA71-E0A046BC962C}" dt="2020-11-04T06:27:31.340" v="4143" actId="14"/>
        <pc:sldMkLst>
          <pc:docMk/>
          <pc:sldMk cId="1923195744" sldId="257"/>
        </pc:sldMkLst>
        <pc:spChg chg="mod">
          <ac:chgData name="Brandt Redd" userId="be8ed540b98adac0" providerId="LiveId" clId="{2EDDE500-2EEC-4CBC-AA71-E0A046BC962C}" dt="2020-11-04T03:55:18.299" v="13" actId="20577"/>
          <ac:spMkLst>
            <pc:docMk/>
            <pc:sldMk cId="1923195744" sldId="257"/>
            <ac:spMk id="2" creationId="{5FD997CB-46A0-4756-A658-BD55851CB399}"/>
          </ac:spMkLst>
        </pc:spChg>
        <pc:spChg chg="mod">
          <ac:chgData name="Brandt Redd" userId="be8ed540b98adac0" providerId="LiveId" clId="{2EDDE500-2EEC-4CBC-AA71-E0A046BC962C}" dt="2020-11-04T06:27:31.340" v="4143" actId="14"/>
          <ac:spMkLst>
            <pc:docMk/>
            <pc:sldMk cId="1923195744" sldId="257"/>
            <ac:spMk id="3" creationId="{A308B3B0-F9CB-4524-AE78-8CA7B82F4967}"/>
          </ac:spMkLst>
        </pc:spChg>
      </pc:sldChg>
      <pc:sldChg chg="modSp add mod">
        <pc:chgData name="Brandt Redd" userId="be8ed540b98adac0" providerId="LiveId" clId="{2EDDE500-2EEC-4CBC-AA71-E0A046BC962C}" dt="2020-11-04T06:25:00.173" v="3943" actId="20577"/>
        <pc:sldMkLst>
          <pc:docMk/>
          <pc:sldMk cId="2867727719" sldId="347"/>
        </pc:sldMkLst>
        <pc:spChg chg="mod">
          <ac:chgData name="Brandt Redd" userId="be8ed540b98adac0" providerId="LiveId" clId="{2EDDE500-2EEC-4CBC-AA71-E0A046BC962C}" dt="2020-11-04T06:24:37.787" v="3889" actId="14100"/>
          <ac:spMkLst>
            <pc:docMk/>
            <pc:sldMk cId="2867727719" sldId="347"/>
            <ac:spMk id="2" creationId="{00000000-0000-0000-0000-000000000000}"/>
          </ac:spMkLst>
        </pc:spChg>
        <pc:spChg chg="mod">
          <ac:chgData name="Brandt Redd" userId="be8ed540b98adac0" providerId="LiveId" clId="{2EDDE500-2EEC-4CBC-AA71-E0A046BC962C}" dt="2020-11-04T06:25:00.173" v="3943" actId="20577"/>
          <ac:spMkLst>
            <pc:docMk/>
            <pc:sldMk cId="2867727719" sldId="347"/>
            <ac:spMk id="3" creationId="{00000000-0000-0000-0000-000000000000}"/>
          </ac:spMkLst>
        </pc:spChg>
      </pc:sldChg>
      <pc:sldChg chg="add del">
        <pc:chgData name="Brandt Redd" userId="be8ed540b98adac0" providerId="LiveId" clId="{2EDDE500-2EEC-4CBC-AA71-E0A046BC962C}" dt="2020-11-04T04:37:44.704" v="553" actId="47"/>
        <pc:sldMkLst>
          <pc:docMk/>
          <pc:sldMk cId="2297019515" sldId="357"/>
        </pc:sldMkLst>
      </pc:sldChg>
      <pc:sldChg chg="add">
        <pc:chgData name="Brandt Redd" userId="be8ed540b98adac0" providerId="LiveId" clId="{2EDDE500-2EEC-4CBC-AA71-E0A046BC962C}" dt="2020-11-04T03:55:49.366" v="14"/>
        <pc:sldMkLst>
          <pc:docMk/>
          <pc:sldMk cId="2845073580" sldId="365"/>
        </pc:sldMkLst>
      </pc:sldChg>
      <pc:sldChg chg="modSp add mod">
        <pc:chgData name="Brandt Redd" userId="be8ed540b98adac0" providerId="LiveId" clId="{2EDDE500-2EEC-4CBC-AA71-E0A046BC962C}" dt="2020-11-04T04:39:30.713" v="557" actId="14100"/>
        <pc:sldMkLst>
          <pc:docMk/>
          <pc:sldMk cId="181249537" sldId="367"/>
        </pc:sldMkLst>
        <pc:spChg chg="mod">
          <ac:chgData name="Brandt Redd" userId="be8ed540b98adac0" providerId="LiveId" clId="{2EDDE500-2EEC-4CBC-AA71-E0A046BC962C}" dt="2020-11-04T04:39:21.495" v="555" actId="1076"/>
          <ac:spMkLst>
            <pc:docMk/>
            <pc:sldMk cId="181249537" sldId="367"/>
            <ac:spMk id="2" creationId="{E038FBAE-FAFC-9C4E-B52D-69DE1E67FEAE}"/>
          </ac:spMkLst>
        </pc:spChg>
        <pc:spChg chg="mod">
          <ac:chgData name="Brandt Redd" userId="be8ed540b98adac0" providerId="LiveId" clId="{2EDDE500-2EEC-4CBC-AA71-E0A046BC962C}" dt="2020-11-04T04:39:30.713" v="557" actId="14100"/>
          <ac:spMkLst>
            <pc:docMk/>
            <pc:sldMk cId="181249537" sldId="367"/>
            <ac:spMk id="3" creationId="{8D1CE1A0-1C21-054C-8206-CE2C8CCD4E50}"/>
          </ac:spMkLst>
        </pc:spChg>
      </pc:sldChg>
      <pc:sldChg chg="addSp delSp modSp new mod modClrScheme chgLayout">
        <pc:chgData name="Brandt Redd" userId="be8ed540b98adac0" providerId="LiveId" clId="{2EDDE500-2EEC-4CBC-AA71-E0A046BC962C}" dt="2020-11-04T04:37:37.729" v="552" actId="403"/>
        <pc:sldMkLst>
          <pc:docMk/>
          <pc:sldMk cId="930371349" sldId="368"/>
        </pc:sldMkLst>
        <pc:spChg chg="mod ord">
          <ac:chgData name="Brandt Redd" userId="be8ed540b98adac0" providerId="LiveId" clId="{2EDDE500-2EEC-4CBC-AA71-E0A046BC962C}" dt="2020-11-04T04:21:05.057" v="54" actId="700"/>
          <ac:spMkLst>
            <pc:docMk/>
            <pc:sldMk cId="930371349" sldId="368"/>
            <ac:spMk id="2" creationId="{CC289E35-6999-4D4E-85EF-83BCFF8E3695}"/>
          </ac:spMkLst>
        </pc:spChg>
        <pc:spChg chg="add del mod ord">
          <ac:chgData name="Brandt Redd" userId="be8ed540b98adac0" providerId="LiveId" clId="{2EDDE500-2EEC-4CBC-AA71-E0A046BC962C}" dt="2020-11-04T04:22:35.402" v="66" actId="3680"/>
          <ac:spMkLst>
            <pc:docMk/>
            <pc:sldMk cId="930371349" sldId="368"/>
            <ac:spMk id="3" creationId="{1FCE9BC4-00E8-42ED-A3C4-A424D679A62B}"/>
          </ac:spMkLst>
        </pc:spChg>
        <pc:graphicFrameChg chg="add del mod ord modGraphic">
          <ac:chgData name="Brandt Redd" userId="be8ed540b98adac0" providerId="LiveId" clId="{2EDDE500-2EEC-4CBC-AA71-E0A046BC962C}" dt="2020-11-04T04:22:27.416" v="65" actId="3680"/>
          <ac:graphicFrameMkLst>
            <pc:docMk/>
            <pc:sldMk cId="930371349" sldId="368"/>
            <ac:graphicFrameMk id="4" creationId="{4F9397F7-E3D2-46B9-A360-8AF2A43078F7}"/>
          </ac:graphicFrameMkLst>
        </pc:graphicFrameChg>
        <pc:graphicFrameChg chg="add mod ord modGraphic">
          <ac:chgData name="Brandt Redd" userId="be8ed540b98adac0" providerId="LiveId" clId="{2EDDE500-2EEC-4CBC-AA71-E0A046BC962C}" dt="2020-11-04T04:37:37.729" v="552" actId="403"/>
          <ac:graphicFrameMkLst>
            <pc:docMk/>
            <pc:sldMk cId="930371349" sldId="368"/>
            <ac:graphicFrameMk id="5" creationId="{93620F07-0D03-4619-9A01-232F03CA19CF}"/>
          </ac:graphicFrameMkLst>
        </pc:graphicFrameChg>
      </pc:sldChg>
      <pc:sldChg chg="modSp new mod">
        <pc:chgData name="Brandt Redd" userId="be8ed540b98adac0" providerId="LiveId" clId="{2EDDE500-2EEC-4CBC-AA71-E0A046BC962C}" dt="2020-11-04T04:50:15.487" v="1722" actId="6549"/>
        <pc:sldMkLst>
          <pc:docMk/>
          <pc:sldMk cId="3929737109" sldId="369"/>
        </pc:sldMkLst>
        <pc:spChg chg="mod">
          <ac:chgData name="Brandt Redd" userId="be8ed540b98adac0" providerId="LiveId" clId="{2EDDE500-2EEC-4CBC-AA71-E0A046BC962C}" dt="2020-11-04T04:49:51.751" v="1692" actId="14100"/>
          <ac:spMkLst>
            <pc:docMk/>
            <pc:sldMk cId="3929737109" sldId="369"/>
            <ac:spMk id="2" creationId="{4E322394-1A21-467C-A12E-338006225969}"/>
          </ac:spMkLst>
        </pc:spChg>
        <pc:spChg chg="mod">
          <ac:chgData name="Brandt Redd" userId="be8ed540b98adac0" providerId="LiveId" clId="{2EDDE500-2EEC-4CBC-AA71-E0A046BC962C}" dt="2020-11-04T04:50:15.487" v="1722" actId="6549"/>
          <ac:spMkLst>
            <pc:docMk/>
            <pc:sldMk cId="3929737109" sldId="369"/>
            <ac:spMk id="3" creationId="{F829F9E1-549B-4609-B221-4D53FCC6435B}"/>
          </ac:spMkLst>
        </pc:spChg>
      </pc:sldChg>
      <pc:sldChg chg="addSp modSp new mod">
        <pc:chgData name="Brandt Redd" userId="be8ed540b98adac0" providerId="LiveId" clId="{2EDDE500-2EEC-4CBC-AA71-E0A046BC962C}" dt="2020-11-04T05:46:49.128" v="3782" actId="20577"/>
        <pc:sldMkLst>
          <pc:docMk/>
          <pc:sldMk cId="1805463648" sldId="370"/>
        </pc:sldMkLst>
        <pc:spChg chg="mod">
          <ac:chgData name="Brandt Redd" userId="be8ed540b98adac0" providerId="LiveId" clId="{2EDDE500-2EEC-4CBC-AA71-E0A046BC962C}" dt="2020-11-04T05:46:19.585" v="3772" actId="14100"/>
          <ac:spMkLst>
            <pc:docMk/>
            <pc:sldMk cId="1805463648" sldId="370"/>
            <ac:spMk id="2" creationId="{279AF4A8-E2E5-4CDD-828C-ABCACE4804F0}"/>
          </ac:spMkLst>
        </pc:spChg>
        <pc:spChg chg="mod">
          <ac:chgData name="Brandt Redd" userId="be8ed540b98adac0" providerId="LiveId" clId="{2EDDE500-2EEC-4CBC-AA71-E0A046BC962C}" dt="2020-11-04T05:46:49.128" v="3782" actId="20577"/>
          <ac:spMkLst>
            <pc:docMk/>
            <pc:sldMk cId="1805463648" sldId="370"/>
            <ac:spMk id="3" creationId="{193BB053-A844-4425-A9AF-EEF9FE826CF5}"/>
          </ac:spMkLst>
        </pc:spChg>
        <pc:picChg chg="add mod">
          <ac:chgData name="Brandt Redd" userId="be8ed540b98adac0" providerId="LiveId" clId="{2EDDE500-2EEC-4CBC-AA71-E0A046BC962C}" dt="2020-11-04T05:46:33.536" v="3774" actId="167"/>
          <ac:picMkLst>
            <pc:docMk/>
            <pc:sldMk cId="1805463648" sldId="370"/>
            <ac:picMk id="2050" creationId="{C4CB7D99-04A8-4134-BAA7-573C2068E3F3}"/>
          </ac:picMkLst>
        </pc:picChg>
      </pc:sldChg>
      <pc:sldChg chg="addSp modSp new mod">
        <pc:chgData name="Brandt Redd" userId="be8ed540b98adac0" providerId="LiveId" clId="{2EDDE500-2EEC-4CBC-AA71-E0A046BC962C}" dt="2020-11-04T05:42:22.686" v="3763" actId="14100"/>
        <pc:sldMkLst>
          <pc:docMk/>
          <pc:sldMk cId="311206523" sldId="371"/>
        </pc:sldMkLst>
        <pc:spChg chg="mod">
          <ac:chgData name="Brandt Redd" userId="be8ed540b98adac0" providerId="LiveId" clId="{2EDDE500-2EEC-4CBC-AA71-E0A046BC962C}" dt="2020-11-04T05:42:22.686" v="3763" actId="14100"/>
          <ac:spMkLst>
            <pc:docMk/>
            <pc:sldMk cId="311206523" sldId="371"/>
            <ac:spMk id="2" creationId="{4D8AF770-4968-4118-A30B-E2CD3D0FBF04}"/>
          </ac:spMkLst>
        </pc:spChg>
        <pc:spChg chg="mod">
          <ac:chgData name="Brandt Redd" userId="be8ed540b98adac0" providerId="LiveId" clId="{2EDDE500-2EEC-4CBC-AA71-E0A046BC962C}" dt="2020-11-04T05:42:09.910" v="3761" actId="27636"/>
          <ac:spMkLst>
            <pc:docMk/>
            <pc:sldMk cId="311206523" sldId="371"/>
            <ac:spMk id="3" creationId="{4EF4B173-3E2C-4B05-AC40-F52199390872}"/>
          </ac:spMkLst>
        </pc:spChg>
        <pc:picChg chg="add mod">
          <ac:chgData name="Brandt Redd" userId="be8ed540b98adac0" providerId="LiveId" clId="{2EDDE500-2EEC-4CBC-AA71-E0A046BC962C}" dt="2020-11-04T05:41:47.882" v="3750" actId="1076"/>
          <ac:picMkLst>
            <pc:docMk/>
            <pc:sldMk cId="311206523" sldId="371"/>
            <ac:picMk id="1026" creationId="{74D4A5E1-423C-41D2-BB94-C49A05E206F1}"/>
          </ac:picMkLst>
        </pc:picChg>
      </pc:sldChg>
      <pc:sldChg chg="modSp new mod">
        <pc:chgData name="Brandt Redd" userId="be8ed540b98adac0" providerId="LiveId" clId="{2EDDE500-2EEC-4CBC-AA71-E0A046BC962C}" dt="2020-11-04T05:30:50.989" v="3222" actId="20577"/>
        <pc:sldMkLst>
          <pc:docMk/>
          <pc:sldMk cId="1988766384" sldId="372"/>
        </pc:sldMkLst>
        <pc:spChg chg="mod">
          <ac:chgData name="Brandt Redd" userId="be8ed540b98adac0" providerId="LiveId" clId="{2EDDE500-2EEC-4CBC-AA71-E0A046BC962C}" dt="2020-11-04T05:11:49.738" v="3195" actId="14100"/>
          <ac:spMkLst>
            <pc:docMk/>
            <pc:sldMk cId="1988766384" sldId="372"/>
            <ac:spMk id="2" creationId="{966EFF9C-FD72-437E-8292-473E50F372B2}"/>
          </ac:spMkLst>
        </pc:spChg>
        <pc:spChg chg="mod">
          <ac:chgData name="Brandt Redd" userId="be8ed540b98adac0" providerId="LiveId" clId="{2EDDE500-2EEC-4CBC-AA71-E0A046BC962C}" dt="2020-11-04T05:30:50.989" v="3222" actId="20577"/>
          <ac:spMkLst>
            <pc:docMk/>
            <pc:sldMk cId="1988766384" sldId="372"/>
            <ac:spMk id="3" creationId="{8D9CC1EF-BC09-43F7-9EA8-87E5E004883C}"/>
          </ac:spMkLst>
        </pc:spChg>
      </pc:sldChg>
      <pc:sldChg chg="modSp new mod">
        <pc:chgData name="Brandt Redd" userId="be8ed540b98adac0" providerId="LiveId" clId="{2EDDE500-2EEC-4CBC-AA71-E0A046BC962C}" dt="2020-11-04T05:34:22.110" v="3746" actId="20577"/>
        <pc:sldMkLst>
          <pc:docMk/>
          <pc:sldMk cId="886637152" sldId="373"/>
        </pc:sldMkLst>
        <pc:spChg chg="mod">
          <ac:chgData name="Brandt Redd" userId="be8ed540b98adac0" providerId="LiveId" clId="{2EDDE500-2EEC-4CBC-AA71-E0A046BC962C}" dt="2020-11-04T05:32:21.195" v="3241" actId="20577"/>
          <ac:spMkLst>
            <pc:docMk/>
            <pc:sldMk cId="886637152" sldId="373"/>
            <ac:spMk id="2" creationId="{92299399-FC59-4484-9AFB-4825249931D1}"/>
          </ac:spMkLst>
        </pc:spChg>
        <pc:spChg chg="mod">
          <ac:chgData name="Brandt Redd" userId="be8ed540b98adac0" providerId="LiveId" clId="{2EDDE500-2EEC-4CBC-AA71-E0A046BC962C}" dt="2020-11-04T05:34:22.110" v="3746" actId="20577"/>
          <ac:spMkLst>
            <pc:docMk/>
            <pc:sldMk cId="886637152" sldId="373"/>
            <ac:spMk id="3" creationId="{2623969C-8DB7-4F90-8264-32B26367CBD6}"/>
          </ac:spMkLst>
        </pc:spChg>
      </pc:sldChg>
      <pc:sldChg chg="addSp delSp modSp new mod setBg modClrScheme chgLayout">
        <pc:chgData name="Brandt Redd" userId="be8ed540b98adac0" providerId="LiveId" clId="{2EDDE500-2EEC-4CBC-AA71-E0A046BC962C}" dt="2020-11-04T06:20:09.187" v="3799" actId="26606"/>
        <pc:sldMkLst>
          <pc:docMk/>
          <pc:sldMk cId="663018085" sldId="374"/>
        </pc:sldMkLst>
        <pc:spChg chg="mod ord">
          <ac:chgData name="Brandt Redd" userId="be8ed540b98adac0" providerId="LiveId" clId="{2EDDE500-2EEC-4CBC-AA71-E0A046BC962C}" dt="2020-11-04T06:20:09.187" v="3799" actId="26606"/>
          <ac:spMkLst>
            <pc:docMk/>
            <pc:sldMk cId="663018085" sldId="374"/>
            <ac:spMk id="2" creationId="{4AC4954A-B29A-49DA-B8B7-BD5E2C31709C}"/>
          </ac:spMkLst>
        </pc:spChg>
        <pc:spChg chg="del">
          <ac:chgData name="Brandt Redd" userId="be8ed540b98adac0" providerId="LiveId" clId="{2EDDE500-2EEC-4CBC-AA71-E0A046BC962C}" dt="2020-11-04T06:19:46.086" v="3798" actId="700"/>
          <ac:spMkLst>
            <pc:docMk/>
            <pc:sldMk cId="663018085" sldId="374"/>
            <ac:spMk id="3" creationId="{36BE1501-86D3-4B5D-949B-82DE50B2D912}"/>
          </ac:spMkLst>
        </pc:spChg>
        <pc:spChg chg="add">
          <ac:chgData name="Brandt Redd" userId="be8ed540b98adac0" providerId="LiveId" clId="{2EDDE500-2EEC-4CBC-AA71-E0A046BC962C}" dt="2020-11-04T06:20:09.187" v="3799" actId="26606"/>
          <ac:spMkLst>
            <pc:docMk/>
            <pc:sldMk cId="663018085" sldId="374"/>
            <ac:spMk id="7" creationId="{23962611-DFD5-4092-AAFD-559E3DFCE2C9}"/>
          </ac:spMkLst>
        </pc:spChg>
        <pc:picChg chg="add">
          <ac:chgData name="Brandt Redd" userId="be8ed540b98adac0" providerId="LiveId" clId="{2EDDE500-2EEC-4CBC-AA71-E0A046BC962C}" dt="2020-11-04T06:20:09.187" v="3799" actId="26606"/>
          <ac:picMkLst>
            <pc:docMk/>
            <pc:sldMk cId="663018085" sldId="374"/>
            <ac:picMk id="9" creationId="{2270F1FA-0425-408F-9861-80BF5AFB276D}"/>
          </ac:picMkLst>
        </pc:picChg>
      </pc:sldChg>
    </pc:docChg>
  </pc:docChgLst>
  <pc:docChgLst>
    <pc:chgData name="Brandt Redd" userId="be8ed540b98adac0" providerId="LiveId" clId="{9F5548F3-E2DA-4241-A385-AE0451508E2A}"/>
    <pc:docChg chg="custSel modSld sldOrd">
      <pc:chgData name="Brandt Redd" userId="be8ed540b98adac0" providerId="LiveId" clId="{9F5548F3-E2DA-4241-A385-AE0451508E2A}" dt="2021-03-15T05:34:04.728" v="213"/>
      <pc:docMkLst>
        <pc:docMk/>
      </pc:docMkLst>
      <pc:sldChg chg="modSp mod">
        <pc:chgData name="Brandt Redd" userId="be8ed540b98adac0" providerId="LiveId" clId="{9F5548F3-E2DA-4241-A385-AE0451508E2A}" dt="2021-03-15T03:51:50.093" v="211" actId="20577"/>
        <pc:sldMkLst>
          <pc:docMk/>
          <pc:sldMk cId="1923195744" sldId="257"/>
        </pc:sldMkLst>
        <pc:spChg chg="mod">
          <ac:chgData name="Brandt Redd" userId="be8ed540b98adac0" providerId="LiveId" clId="{9F5548F3-E2DA-4241-A385-AE0451508E2A}" dt="2021-03-15T03:51:50.093" v="211" actId="20577"/>
          <ac:spMkLst>
            <pc:docMk/>
            <pc:sldMk cId="1923195744" sldId="257"/>
            <ac:spMk id="3" creationId="{A308B3B0-F9CB-4524-AE78-8CA7B82F4967}"/>
          </ac:spMkLst>
        </pc:spChg>
      </pc:sldChg>
      <pc:sldChg chg="ord">
        <pc:chgData name="Brandt Redd" userId="be8ed540b98adac0" providerId="LiveId" clId="{9F5548F3-E2DA-4241-A385-AE0451508E2A}" dt="2021-03-15T05:34:04.728" v="213"/>
        <pc:sldMkLst>
          <pc:docMk/>
          <pc:sldMk cId="663018085" sldId="374"/>
        </pc:sldMkLst>
      </pc:sldChg>
    </pc:docChg>
  </pc:docChgLst>
  <pc:docChgLst>
    <pc:chgData name="Brandt Redd" userId="be8ed540b98adac0" providerId="LiveId" clId="{F3702474-CEE4-465C-BB52-73978D34BFEE}"/>
    <pc:docChg chg="modSld">
      <pc:chgData name="Brandt Redd" userId="be8ed540b98adac0" providerId="LiveId" clId="{F3702474-CEE4-465C-BB52-73978D34BFEE}" dt="2023-10-30T03:59:48.156" v="3" actId="403"/>
      <pc:docMkLst>
        <pc:docMk/>
      </pc:docMkLst>
      <pc:sldChg chg="modSp mod">
        <pc:chgData name="Brandt Redd" userId="be8ed540b98adac0" providerId="LiveId" clId="{F3702474-CEE4-465C-BB52-73978D34BFEE}" dt="2023-10-30T03:59:48.156" v="3" actId="403"/>
        <pc:sldMkLst>
          <pc:docMk/>
          <pc:sldMk cId="521876352" sldId="256"/>
        </pc:sldMkLst>
        <pc:spChg chg="mod">
          <ac:chgData name="Brandt Redd" userId="be8ed540b98adac0" providerId="LiveId" clId="{F3702474-CEE4-465C-BB52-73978D34BFEE}" dt="2023-10-30T03:59:48.156" v="3" actId="403"/>
          <ac:spMkLst>
            <pc:docMk/>
            <pc:sldMk cId="521876352" sldId="256"/>
            <ac:spMk id="3" creationId="{FEA0BBF2-11E6-47AC-B2B2-CE5DF5FA35C0}"/>
          </ac:spMkLst>
        </pc:spChg>
      </pc:sldChg>
    </pc:docChg>
  </pc:docChgLst>
  <pc:docChgLst>
    <pc:chgData name="Brandt Redd" userId="be8ed540b98adac0" providerId="LiveId" clId="{5B37FBDD-D63F-422A-ACED-EBD34EAE0E80}"/>
    <pc:docChg chg="modSld">
      <pc:chgData name="Brandt Redd" userId="be8ed540b98adac0" providerId="LiveId" clId="{5B37FBDD-D63F-422A-ACED-EBD34EAE0E80}" dt="2022-03-11T00:34:06.825" v="3" actId="1076"/>
      <pc:docMkLst>
        <pc:docMk/>
      </pc:docMkLst>
      <pc:sldChg chg="addSp modSp mod">
        <pc:chgData name="Brandt Redd" userId="be8ed540b98adac0" providerId="LiveId" clId="{5B37FBDD-D63F-422A-ACED-EBD34EAE0E80}" dt="2022-03-11T00:34:06.825" v="3" actId="1076"/>
        <pc:sldMkLst>
          <pc:docMk/>
          <pc:sldMk cId="886637152" sldId="373"/>
        </pc:sldMkLst>
        <pc:spChg chg="add mod">
          <ac:chgData name="Brandt Redd" userId="be8ed540b98adac0" providerId="LiveId" clId="{5B37FBDD-D63F-422A-ACED-EBD34EAE0E80}" dt="2022-03-11T00:34:06.825" v="3" actId="1076"/>
          <ac:spMkLst>
            <pc:docMk/>
            <pc:sldMk cId="886637152" sldId="373"/>
            <ac:spMk id="4" creationId="{0030B758-51DC-424C-94B2-57F547AD12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B3779-D744-40DC-9A1A-B795BEA2745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D9383-7716-44A2-B1D7-C9C401411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6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ureka.co/blog/types-of-software-testin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</a:t>
            </a:r>
            <a:r>
              <a:rPr lang="en-US" dirty="0">
                <a:hlinkClick r:id="rId3"/>
              </a:rPr>
              <a:t>https://www.edureka.co/blog/types-of-software-testing/</a:t>
            </a:r>
            <a:r>
              <a:rPr lang="en-US" dirty="0"/>
              <a:t> which has a nice introduction to software testing. However, they talk about interface testing as if it should happen after the tool is developed. You should do interface testing on low-fidelity prototypes before you build the software!</a:t>
            </a:r>
          </a:p>
          <a:p>
            <a:endParaRPr lang="en-US" dirty="0"/>
          </a:p>
          <a:p>
            <a:r>
              <a:rPr lang="en-US" dirty="0"/>
              <a:t>We will be doing “unit testing” in our lab. 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ＭＳ Ｐゴシック" charset="0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+mn-cs"/>
              </a:rPr>
              <a:t>“Unit Testing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ＭＳ Ｐゴシック" charset="0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+mn-cs"/>
              </a:rPr>
              <a:t>It is a level of software testing where individual units/components of a software are tested. The purpose is to validate that each unit of the software performs as designed. A unit is the smallest testable part of any software. It usually has one or a few inputs and usually a single output.”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67053A-2ED6-4A05-9085-C6625FA7540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8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7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7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0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0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2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4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18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6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5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98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BB322-0FC1-448A-81EE-37537E5FC403}" type="datetimeFigureOut">
              <a:rPr lang="en-US" smtClean="0"/>
              <a:t>2023-10-29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345BF-0430-450D-884F-8FC83C802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8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ting-whiz.com/" TargetMode="External"/><Relationship Id="rId2" Type="http://schemas.openxmlformats.org/officeDocument/2006/relationships/hyperlink" Target="https://www.selenium.dev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tiff"/><Relationship Id="rId5" Type="http://schemas.openxmlformats.org/officeDocument/2006/relationships/image" Target="../media/image2.tiff"/><Relationship Id="rId4" Type="http://schemas.openxmlformats.org/officeDocument/2006/relationships/hyperlink" Target="https://www.radview.com/webload-download/?utm_campaign=best-load-tools&amp;utm_medium=directory-listing&amp;utm_source=Guru99&amp;utm_content=&amp;utm_term=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7B4E1-8E18-4381-85D4-589432DC2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Quality</a:t>
            </a:r>
            <a:br>
              <a:rPr lang="en-US" dirty="0"/>
            </a:br>
            <a:r>
              <a:rPr lang="en-US" dirty="0"/>
              <a:t>and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0BBF2-11E6-47AC-B2B2-CE5DF5FA3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IT210B – S22</a:t>
            </a:r>
          </a:p>
        </p:txBody>
      </p:sp>
    </p:spTree>
    <p:extLst>
      <p:ext uri="{BB962C8B-B14F-4D97-AF65-F5344CB8AC3E}">
        <p14:creationId xmlns:p14="http://schemas.microsoft.com/office/powerpoint/2010/main" val="521876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9E35-6999-4D4E-85EF-83BCFF8E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Some Dimensions of Software Quality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3620F07-0D03-4619-9A01-232F03CA1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0111557"/>
              </p:ext>
            </p:extLst>
          </p:nvPr>
        </p:nvGraphicFramePr>
        <p:xfrm>
          <a:off x="628650" y="1825625"/>
          <a:ext cx="78867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97">
                  <a:extLst>
                    <a:ext uri="{9D8B030D-6E8A-4147-A177-3AD203B41FA5}">
                      <a16:colId xmlns:a16="http://schemas.microsoft.com/office/drawing/2014/main" val="913685214"/>
                    </a:ext>
                  </a:extLst>
                </a:gridCol>
                <a:gridCol w="3696703">
                  <a:extLst>
                    <a:ext uri="{9D8B030D-6E8A-4147-A177-3AD203B41FA5}">
                      <a16:colId xmlns:a16="http://schemas.microsoft.com/office/drawing/2014/main" val="17041623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80230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Why?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How?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6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Does my app run consistently over time without problems.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Unit testing, analysis tools, code instrumentation.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00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Does my app do what’s required?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Test cases for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each scenario</a:t>
                      </a:r>
                      <a:r>
                        <a:rPr lang="en-US" sz="2000" dirty="0"/>
                        <a:t> implemented.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9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Is my app safe from intruders?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Security tools and human penetration tests.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3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System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Does the system continue to perform well under heavy load.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Scalability testing, simulated users.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524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37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0A98C1-7695-574A-BE97-E75240E80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1667933"/>
            <a:ext cx="9067800" cy="50376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4D1493-E4FD-054B-8AD1-3805CB84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342370"/>
            <a:ext cx="8477250" cy="1325563"/>
          </a:xfrm>
        </p:spPr>
        <p:txBody>
          <a:bodyPr/>
          <a:lstStyle/>
          <a:p>
            <a:r>
              <a:rPr lang="en-US" dirty="0"/>
              <a:t>Quality Assurance Engineers perform many types of tests</a:t>
            </a:r>
          </a:p>
        </p:txBody>
      </p:sp>
    </p:spTree>
    <p:extLst>
      <p:ext uri="{BB962C8B-B14F-4D97-AF65-F5344CB8AC3E}">
        <p14:creationId xmlns:p14="http://schemas.microsoft.com/office/powerpoint/2010/main" val="284507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8FBAE-FAFC-9C4E-B52D-69DE1E67F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753811"/>
          </a:xfrm>
        </p:spPr>
        <p:txBody>
          <a:bodyPr/>
          <a:lstStyle/>
          <a:p>
            <a:r>
              <a:rPr lang="en-US" dirty="0"/>
              <a:t>Methods to Perform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CE1A0-1C21-054C-8206-CE2C8CCD4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63" y="753811"/>
            <a:ext cx="7886700" cy="3866315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Manual Testing </a:t>
            </a:r>
            <a:r>
              <a:rPr lang="en-US" dirty="0"/>
              <a:t>– performed by people (e.g., game tester)</a:t>
            </a:r>
          </a:p>
          <a:p>
            <a:r>
              <a:rPr lang="en-US" dirty="0">
                <a:solidFill>
                  <a:srgbClr val="C00000"/>
                </a:solidFill>
              </a:rPr>
              <a:t>Automated Testing </a:t>
            </a:r>
            <a:r>
              <a:rPr lang="en-US" dirty="0"/>
              <a:t>– performed by code written by people (e.g., unit tests written by developers). Example “tools” include:</a:t>
            </a:r>
          </a:p>
          <a:p>
            <a:pPr lvl="1"/>
            <a:r>
              <a:rPr lang="en-US" dirty="0"/>
              <a:t>Language libraries such as Python “Requests” used in Lab 5</a:t>
            </a:r>
          </a:p>
          <a:p>
            <a:pPr lvl="1"/>
            <a:r>
              <a:rPr lang="en-US" dirty="0">
                <a:hlinkClick r:id="rId2"/>
              </a:rPr>
              <a:t>Selenium</a:t>
            </a:r>
            <a:r>
              <a:rPr lang="en-US" dirty="0"/>
              <a:t> testing framework for testing web apps. E.g., Selenium IDE lets you “record” actions in a browser and “play them back” at a later time. Also has tool for testing across browsers.</a:t>
            </a:r>
          </a:p>
          <a:p>
            <a:pPr lvl="1"/>
            <a:r>
              <a:rPr lang="en-US" dirty="0">
                <a:hlinkClick r:id="rId3"/>
              </a:rPr>
              <a:t>TestingWhiz</a:t>
            </a:r>
            <a:r>
              <a:rPr lang="en-US" dirty="0"/>
              <a:t> provides solutions for many types of testing (e.g., regression testing, database testing, web and mobile app testing)</a:t>
            </a:r>
          </a:p>
          <a:p>
            <a:pPr lvl="1"/>
            <a:r>
              <a:rPr lang="en-US" dirty="0">
                <a:hlinkClick r:id="rId4"/>
              </a:rPr>
              <a:t>WebLOAD</a:t>
            </a:r>
            <a:r>
              <a:rPr lang="en-US" dirty="0"/>
              <a:t> provides load testing capabilities (e.g., simulates heavy loads)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CB110-5688-CA4A-9AE2-F7516C585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788" y="4714500"/>
            <a:ext cx="4378212" cy="2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73A547-F9C0-C240-8F46-2FFBB76143F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0688"/>
          <a:stretch/>
        </p:blipFill>
        <p:spPr>
          <a:xfrm>
            <a:off x="324040" y="4714500"/>
            <a:ext cx="4324160" cy="2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9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2394-1A21-467C-A12E-33800622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316"/>
            <a:ext cx="7886700" cy="830179"/>
          </a:xfrm>
        </p:spPr>
        <p:txBody>
          <a:bodyPr/>
          <a:lstStyle/>
          <a:p>
            <a:r>
              <a:rPr lang="en-US" dirty="0"/>
              <a:t>Functional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9F9E1-549B-4609-B221-4D53FCC64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58779"/>
            <a:ext cx="7886700" cy="526983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Functional testing ensures that the software performs as it should.</a:t>
            </a:r>
          </a:p>
          <a:p>
            <a:r>
              <a:rPr lang="en-US" b="1" dirty="0"/>
              <a:t>Unit Testing:</a:t>
            </a:r>
            <a:r>
              <a:rPr lang="en-US" dirty="0"/>
              <a:t> Low-level testing where individual units or components of software are tested.</a:t>
            </a:r>
          </a:p>
          <a:p>
            <a:r>
              <a:rPr lang="en-US" b="1" dirty="0"/>
              <a:t>Integration Testing:</a:t>
            </a:r>
            <a:r>
              <a:rPr lang="en-US" dirty="0"/>
              <a:t> Testing the components in combination to ensure they function together as they should.</a:t>
            </a:r>
          </a:p>
          <a:p>
            <a:r>
              <a:rPr lang="en-US" b="1" dirty="0"/>
              <a:t>System Testing:</a:t>
            </a:r>
            <a:r>
              <a:rPr lang="en-US" dirty="0"/>
              <a:t> Testing the entire solution to ensure it meets the specified requirements.</a:t>
            </a:r>
          </a:p>
          <a:p>
            <a:r>
              <a:rPr lang="en-US" b="1" dirty="0"/>
              <a:t>Interface Testing:</a:t>
            </a:r>
            <a:r>
              <a:rPr lang="en-US" dirty="0"/>
              <a:t> Verifying that each API functions as it should, especially published APIs.</a:t>
            </a:r>
          </a:p>
          <a:p>
            <a:r>
              <a:rPr lang="en-US" b="1" dirty="0"/>
              <a:t>Regression Testing:</a:t>
            </a:r>
            <a:r>
              <a:rPr lang="en-US" dirty="0"/>
              <a:t> Repeating all prior tests, especially those that identified bugs, after a change has been made.</a:t>
            </a:r>
          </a:p>
          <a:p>
            <a:r>
              <a:rPr lang="en-US" b="1" dirty="0"/>
              <a:t>User Acceptance Testing:</a:t>
            </a:r>
            <a:r>
              <a:rPr lang="en-US" dirty="0"/>
              <a:t> The client, or product manager, tests to ensure the system meets the </a:t>
            </a:r>
            <a:r>
              <a:rPr lang="en-US" i="1" dirty="0"/>
              <a:t>Business Requirements.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9737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F770-4968-4118-A30B-E2CD3D0F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8401"/>
            <a:ext cx="4944979" cy="886158"/>
          </a:xfrm>
        </p:spPr>
        <p:txBody>
          <a:bodyPr/>
          <a:lstStyle/>
          <a:p>
            <a:r>
              <a:rPr lang="en-US" dirty="0"/>
              <a:t>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B173-3E2C-4B05-AC40-F52199390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55031"/>
            <a:ext cx="7886700" cy="5614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Ensuring that the system</a:t>
            </a:r>
            <a:br>
              <a:rPr lang="en-US" dirty="0"/>
            </a:br>
            <a:r>
              <a:rPr lang="en-US" dirty="0"/>
              <a:t>performs well “under load”</a:t>
            </a:r>
            <a:br>
              <a:rPr lang="en-US" dirty="0"/>
            </a:br>
            <a:r>
              <a:rPr lang="en-US" dirty="0"/>
              <a:t>with large quantities of data</a:t>
            </a:r>
            <a:br>
              <a:rPr lang="en-US" dirty="0"/>
            </a:br>
            <a:r>
              <a:rPr lang="en-US" dirty="0"/>
              <a:t>and/or a large number of users.</a:t>
            </a:r>
          </a:p>
          <a:p>
            <a:r>
              <a:rPr lang="en-US" b="1" dirty="0"/>
              <a:t>Load Testing (Scalability Testing):</a:t>
            </a:r>
            <a:r>
              <a:rPr lang="en-US" dirty="0"/>
              <a:t> Testing with thousands or millions of simulated users.</a:t>
            </a:r>
          </a:p>
          <a:p>
            <a:r>
              <a:rPr lang="en-US" b="1" dirty="0"/>
              <a:t>Stress Testing:</a:t>
            </a:r>
            <a:r>
              <a:rPr lang="en-US" dirty="0"/>
              <a:t> Testing the system beyond its specified limits.</a:t>
            </a:r>
          </a:p>
          <a:p>
            <a:r>
              <a:rPr lang="en-US" b="1" dirty="0"/>
              <a:t>Endurance Testing:</a:t>
            </a:r>
            <a:r>
              <a:rPr lang="en-US" dirty="0"/>
              <a:t> Running the system for a long time and/or with lots of transactions to see if problems accumulate.</a:t>
            </a:r>
          </a:p>
          <a:p>
            <a:r>
              <a:rPr lang="en-US" b="1" dirty="0"/>
              <a:t>Spike Testing:</a:t>
            </a:r>
            <a:r>
              <a:rPr lang="en-US" dirty="0"/>
              <a:t> Seeing how the system performs with a sudden increase in demand.</a:t>
            </a:r>
            <a:endParaRPr lang="en-US" b="1" dirty="0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74D4A5E1-423C-41D2-BB94-C49A05E20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179" y="133851"/>
            <a:ext cx="3630864" cy="2042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0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C4CB7D99-04A8-4134-BAA7-573C2068E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767" y="365127"/>
            <a:ext cx="3364331" cy="187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9AF4A8-E2E5-4CDD-828C-ABCACE48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4380"/>
            <a:ext cx="7886700" cy="709862"/>
          </a:xfrm>
        </p:spPr>
        <p:txBody>
          <a:bodyPr/>
          <a:lstStyle/>
          <a:p>
            <a:r>
              <a:rPr lang="en-US" dirty="0"/>
              <a:t>Other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BB053-A844-4425-A9AF-EEF9FE826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74989"/>
            <a:ext cx="7886700" cy="5417886"/>
          </a:xfrm>
        </p:spPr>
        <p:txBody>
          <a:bodyPr>
            <a:normAutofit/>
          </a:bodyPr>
          <a:lstStyle/>
          <a:p>
            <a:r>
              <a:rPr lang="en-US" b="1" dirty="0"/>
              <a:t>Usability Testing:</a:t>
            </a:r>
            <a:r>
              <a:rPr lang="en-US" dirty="0"/>
              <a:t> Functional</a:t>
            </a:r>
            <a:br>
              <a:rPr lang="en-US" dirty="0"/>
            </a:br>
            <a:r>
              <a:rPr lang="en-US" dirty="0"/>
              <a:t>testing verifies that the system</a:t>
            </a:r>
            <a:br>
              <a:rPr lang="en-US" dirty="0"/>
            </a:br>
            <a:r>
              <a:rPr lang="en-US" dirty="0"/>
              <a:t>performs according to</a:t>
            </a:r>
            <a:br>
              <a:rPr lang="en-US" dirty="0"/>
            </a:br>
            <a:r>
              <a:rPr lang="en-US" dirty="0"/>
              <a:t>requirements. </a:t>
            </a:r>
            <a:r>
              <a:rPr lang="en-US" i="1" dirty="0"/>
              <a:t>Usability Testing</a:t>
            </a:r>
            <a:br>
              <a:rPr lang="en-US" i="1" dirty="0"/>
            </a:br>
            <a:r>
              <a:rPr lang="en-US" dirty="0"/>
              <a:t>evaluates how well the system satisfies the users. Identifies enhancements rather than bugs.</a:t>
            </a:r>
          </a:p>
          <a:p>
            <a:r>
              <a:rPr lang="en-US" b="1" dirty="0"/>
              <a:t>Reliability Testing:</a:t>
            </a:r>
            <a:r>
              <a:rPr lang="en-US" dirty="0"/>
              <a:t> Ensures the system continues to perform over a long period of time.</a:t>
            </a:r>
          </a:p>
          <a:p>
            <a:r>
              <a:rPr lang="en-US" b="1" dirty="0"/>
              <a:t>Security Testing:</a:t>
            </a:r>
            <a:r>
              <a:rPr lang="en-US" dirty="0"/>
              <a:t> Ensuring the system is protected from unauthorized use.</a:t>
            </a:r>
          </a:p>
          <a:p>
            <a:r>
              <a:rPr lang="en-US" b="1" dirty="0"/>
              <a:t>Penetration Testing:</a:t>
            </a:r>
            <a:r>
              <a:rPr lang="en-US" dirty="0"/>
              <a:t> A form of Security Testing in which a Red Team attempts to break into a system.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05463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FF9C-FD72-437E-8292-473E50F3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8190"/>
          </a:xfrm>
        </p:spPr>
        <p:txBody>
          <a:bodyPr/>
          <a:lstStyle/>
          <a:p>
            <a:r>
              <a:rPr lang="en-US" dirty="0"/>
              <a:t>Even More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CC1EF-BC09-43F7-9EA8-87E5E004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5663"/>
            <a:ext cx="7886700" cy="4781300"/>
          </a:xfrm>
        </p:spPr>
        <p:txBody>
          <a:bodyPr/>
          <a:lstStyle/>
          <a:p>
            <a:r>
              <a:rPr lang="en-US" dirty="0"/>
              <a:t>Installation</a:t>
            </a:r>
          </a:p>
          <a:p>
            <a:r>
              <a:rPr lang="en-US" dirty="0"/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1988766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9399-FC59-4484-9AFB-48252499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Testing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969C-8DB7-4F90-8264-32B26367C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is a lot of testing! A particular product may not require every form. It’s important to balance your testing budget with your development budget and set up a testing plan from the outset.</a:t>
            </a:r>
          </a:p>
          <a:p>
            <a:r>
              <a:rPr lang="en-US" dirty="0"/>
              <a:t>Identify the qualities that should be assured and the risks that should addressed.</a:t>
            </a:r>
          </a:p>
          <a:p>
            <a:r>
              <a:rPr lang="en-US" dirty="0"/>
              <a:t>Build unit tests from the beginning.</a:t>
            </a:r>
          </a:p>
          <a:p>
            <a:r>
              <a:rPr lang="en-US" dirty="0"/>
              <a:t>Have dedicated testing staff.</a:t>
            </a:r>
          </a:p>
          <a:p>
            <a:r>
              <a:rPr lang="en-US" dirty="0"/>
              <a:t>Ensure everyone takes responsibility for quality and testing.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30B758-51DC-424C-94B2-57F547AD12EC}"/>
              </a:ext>
            </a:extLst>
          </p:cNvPr>
          <p:cNvSpPr/>
          <p:nvPr/>
        </p:nvSpPr>
        <p:spPr>
          <a:xfrm>
            <a:off x="8895144" y="6638081"/>
            <a:ext cx="150471" cy="1504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C4954A-B29A-49DA-B8B7-BD5E2C317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026" y="2043663"/>
            <a:ext cx="4578895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Unit Test Demo</a:t>
            </a:r>
          </a:p>
        </p:txBody>
      </p:sp>
    </p:spTree>
    <p:extLst>
      <p:ext uri="{BB962C8B-B14F-4D97-AF65-F5344CB8AC3E}">
        <p14:creationId xmlns:p14="http://schemas.microsoft.com/office/powerpoint/2010/main" val="66301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66369"/>
          </a:xfrm>
        </p:spPr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31496"/>
            <a:ext cx="7886700" cy="4636167"/>
          </a:xfrm>
        </p:spPr>
        <p:txBody>
          <a:bodyPr>
            <a:normAutofit/>
          </a:bodyPr>
          <a:lstStyle/>
          <a:p>
            <a:r>
              <a:rPr lang="en-US" dirty="0"/>
              <a:t>What is the difference between Functional and Non-Functional testing?</a:t>
            </a:r>
          </a:p>
          <a:p>
            <a:r>
              <a:rPr lang="en-US" dirty="0"/>
              <a:t>What are some key dimensions of software quality?</a:t>
            </a:r>
          </a:p>
          <a:p>
            <a:r>
              <a:rPr lang="en-US" dirty="0"/>
              <a:t>What is the difference between automated and manual testing?</a:t>
            </a:r>
          </a:p>
          <a:p>
            <a:r>
              <a:rPr lang="en-US" dirty="0"/>
              <a:t>How do you manage the myriad forms of testing that may be applied?</a:t>
            </a:r>
          </a:p>
          <a:p>
            <a:r>
              <a:rPr lang="en-US" dirty="0"/>
              <a:t>Who should be responsible for producing unit tests?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7727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797</Words>
  <Application>Microsoft Office PowerPoint</Application>
  <PresentationFormat>On-screen Show (4:3)</PresentationFormat>
  <Paragraphs>69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Software Quality and Testing</vt:lpstr>
      <vt:lpstr>Some Dimensions of Software Quality</vt:lpstr>
      <vt:lpstr>Quality Assurance Engineers perform many types of tests</vt:lpstr>
      <vt:lpstr>Methods to Perform Testing?</vt:lpstr>
      <vt:lpstr>Functional Testing</vt:lpstr>
      <vt:lpstr>Performance Testing</vt:lpstr>
      <vt:lpstr>Other Forms</vt:lpstr>
      <vt:lpstr>Even More Testing</vt:lpstr>
      <vt:lpstr>A Testing Plan</vt:lpstr>
      <vt:lpstr>Unit Test Demo</vt:lpstr>
      <vt:lpstr>Review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and Testing</dc:title>
  <dc:creator>Brandt Redd</dc:creator>
  <cp:lastModifiedBy>Brandt Redd</cp:lastModifiedBy>
  <cp:revision>1</cp:revision>
  <dcterms:created xsi:type="dcterms:W3CDTF">2020-11-04T06:20:09Z</dcterms:created>
  <dcterms:modified xsi:type="dcterms:W3CDTF">2023-10-30T03:59:53Z</dcterms:modified>
</cp:coreProperties>
</file>