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44" r:id="rId3"/>
    <p:sldId id="348" r:id="rId4"/>
    <p:sldId id="258" r:id="rId5"/>
    <p:sldId id="343" r:id="rId6"/>
    <p:sldId id="341" r:id="rId7"/>
    <p:sldId id="263" r:id="rId8"/>
    <p:sldId id="345" r:id="rId9"/>
    <p:sldId id="346" r:id="rId10"/>
    <p:sldId id="347" r:id="rId11"/>
    <p:sldId id="349" r:id="rId12"/>
    <p:sldId id="350" r:id="rId13"/>
    <p:sldId id="351" r:id="rId14"/>
    <p:sldId id="352" r:id="rId15"/>
    <p:sldId id="32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514E3D-73D9-426D-9419-6E4D090F497F}" v="2" dt="2025-03-07T18:35:16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/>
    <p:restoredTop sz="78296" autoAdjust="0"/>
  </p:normalViewPr>
  <p:slideViewPr>
    <p:cSldViewPr>
      <p:cViewPr varScale="1">
        <p:scale>
          <a:sx n="87" d="100"/>
          <a:sy n="87" d="100"/>
        </p:scale>
        <p:origin x="2220" y="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C30A01A0-4231-435E-9BE9-5821FD54C869}"/>
    <pc:docChg chg="undo redo custSel addSld delSld modSld">
      <pc:chgData name="Brandt Redd" userId="be8ed540b98adac0" providerId="LiveId" clId="{C30A01A0-4231-435E-9BE9-5821FD54C869}" dt="2023-11-07T00:18:33.637" v="5068" actId="6549"/>
      <pc:docMkLst>
        <pc:docMk/>
      </pc:docMkLst>
      <pc:sldChg chg="modSp mod">
        <pc:chgData name="Brandt Redd" userId="be8ed540b98adac0" providerId="LiveId" clId="{C30A01A0-4231-435E-9BE9-5821FD54C869}" dt="2023-11-03T02:19:32.752" v="6" actId="20577"/>
        <pc:sldMkLst>
          <pc:docMk/>
          <pc:sldMk cId="2997045265" sldId="256"/>
        </pc:sldMkLst>
      </pc:sldChg>
      <pc:sldChg chg="del">
        <pc:chgData name="Brandt Redd" userId="be8ed540b98adac0" providerId="LiveId" clId="{C30A01A0-4231-435E-9BE9-5821FD54C869}" dt="2023-11-03T03:28:35.522" v="1941" actId="47"/>
        <pc:sldMkLst>
          <pc:docMk/>
          <pc:sldMk cId="2707046859" sldId="257"/>
        </pc:sldMkLst>
      </pc:sldChg>
      <pc:sldChg chg="modSp del mod">
        <pc:chgData name="Brandt Redd" userId="be8ed540b98adac0" providerId="LiveId" clId="{C30A01A0-4231-435E-9BE9-5821FD54C869}" dt="2023-11-03T03:30:22.230" v="2006" actId="47"/>
        <pc:sldMkLst>
          <pc:docMk/>
          <pc:sldMk cId="2411903168" sldId="259"/>
        </pc:sldMkLst>
      </pc:sldChg>
      <pc:sldChg chg="addSp delSp modSp mod">
        <pc:chgData name="Brandt Redd" userId="be8ed540b98adac0" providerId="LiveId" clId="{C30A01A0-4231-435E-9BE9-5821FD54C869}" dt="2023-11-06T22:27:28.834" v="4396" actId="20577"/>
        <pc:sldMkLst>
          <pc:docMk/>
          <pc:sldMk cId="694783301" sldId="263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09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11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12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13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14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0" sldId="315"/>
        </pc:sldMkLst>
      </pc:sldChg>
      <pc:sldChg chg="modSp mod">
        <pc:chgData name="Brandt Redd" userId="be8ed540b98adac0" providerId="LiveId" clId="{C30A01A0-4231-435E-9BE9-5821FD54C869}" dt="2023-11-03T14:41:11.596" v="2736" actId="20577"/>
        <pc:sldMkLst>
          <pc:docMk/>
          <pc:sldMk cId="672954366" sldId="329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2760648272" sldId="339"/>
        </pc:sldMkLst>
      </pc:sldChg>
      <pc:sldChg chg="del">
        <pc:chgData name="Brandt Redd" userId="be8ed540b98adac0" providerId="LiveId" clId="{C30A01A0-4231-435E-9BE9-5821FD54C869}" dt="2023-11-03T13:54:36.863" v="2007" actId="47"/>
        <pc:sldMkLst>
          <pc:docMk/>
          <pc:sldMk cId="710239868" sldId="340"/>
        </pc:sldMkLst>
      </pc:sldChg>
      <pc:sldChg chg="del">
        <pc:chgData name="Brandt Redd" userId="be8ed540b98adac0" providerId="LiveId" clId="{C30A01A0-4231-435E-9BE9-5821FD54C869}" dt="2023-11-03T02:19:42.216" v="7" actId="47"/>
        <pc:sldMkLst>
          <pc:docMk/>
          <pc:sldMk cId="2241243509" sldId="342"/>
        </pc:sldMkLst>
      </pc:sldChg>
      <pc:sldChg chg="addSp delSp modSp new mod modClrScheme chgLayout">
        <pc:chgData name="Brandt Redd" userId="be8ed540b98adac0" providerId="LiveId" clId="{C30A01A0-4231-435E-9BE9-5821FD54C869}" dt="2023-11-03T03:26:09.516" v="1818" actId="20577"/>
        <pc:sldMkLst>
          <pc:docMk/>
          <pc:sldMk cId="996510284" sldId="344"/>
        </pc:sldMkLst>
      </pc:sldChg>
      <pc:sldChg chg="modSp new mod">
        <pc:chgData name="Brandt Redd" userId="be8ed540b98adac0" providerId="LiveId" clId="{C30A01A0-4231-435E-9BE9-5821FD54C869}" dt="2023-11-03T03:23:15.428" v="1724" actId="20577"/>
        <pc:sldMkLst>
          <pc:docMk/>
          <pc:sldMk cId="2315885257" sldId="345"/>
        </pc:sldMkLst>
      </pc:sldChg>
      <pc:sldChg chg="modSp new mod">
        <pc:chgData name="Brandt Redd" userId="be8ed540b98adac0" providerId="LiveId" clId="{C30A01A0-4231-435E-9BE9-5821FD54C869}" dt="2023-11-03T03:28:03.570" v="1940" actId="13926"/>
        <pc:sldMkLst>
          <pc:docMk/>
          <pc:sldMk cId="1142064812" sldId="346"/>
        </pc:sldMkLst>
      </pc:sldChg>
      <pc:sldChg chg="addSp delSp add del setBg delDesignElem">
        <pc:chgData name="Brandt Redd" userId="be8ed540b98adac0" providerId="LiveId" clId="{C30A01A0-4231-435E-9BE9-5821FD54C869}" dt="2023-11-03T03:29:17.687" v="1944"/>
        <pc:sldMkLst>
          <pc:docMk/>
          <pc:sldMk cId="2385129700" sldId="347"/>
        </pc:sldMkLst>
      </pc:sldChg>
      <pc:sldChg chg="modSp add mod modShow">
        <pc:chgData name="Brandt Redd" userId="be8ed540b98adac0" providerId="LiveId" clId="{C30A01A0-4231-435E-9BE9-5821FD54C869}" dt="2023-11-07T00:17:24.374" v="5012" actId="729"/>
        <pc:sldMkLst>
          <pc:docMk/>
          <pc:sldMk cId="2858167237" sldId="347"/>
        </pc:sldMkLst>
      </pc:sldChg>
      <pc:sldChg chg="modSp new mod">
        <pc:chgData name="Brandt Redd" userId="be8ed540b98adac0" providerId="LiveId" clId="{C30A01A0-4231-435E-9BE9-5821FD54C869}" dt="2023-11-03T14:00:21.459" v="2380" actId="20577"/>
        <pc:sldMkLst>
          <pc:docMk/>
          <pc:sldMk cId="3787138947" sldId="348"/>
        </pc:sldMkLst>
      </pc:sldChg>
      <pc:sldChg chg="addSp modSp new mod modClrScheme chgLayout">
        <pc:chgData name="Brandt Redd" userId="be8ed540b98adac0" providerId="LiveId" clId="{C30A01A0-4231-435E-9BE9-5821FD54C869}" dt="2023-11-06T23:33:08.099" v="4995" actId="313"/>
        <pc:sldMkLst>
          <pc:docMk/>
          <pc:sldMk cId="1374592051" sldId="349"/>
        </pc:sldMkLst>
      </pc:sldChg>
      <pc:sldChg chg="addSp modSp new mod">
        <pc:chgData name="Brandt Redd" userId="be8ed540b98adac0" providerId="LiveId" clId="{C30A01A0-4231-435E-9BE9-5821FD54C869}" dt="2023-11-06T23:33:48.627" v="5007" actId="313"/>
        <pc:sldMkLst>
          <pc:docMk/>
          <pc:sldMk cId="3950029812" sldId="350"/>
        </pc:sldMkLst>
      </pc:sldChg>
      <pc:sldChg chg="modSp add mod">
        <pc:chgData name="Brandt Redd" userId="be8ed540b98adac0" providerId="LiveId" clId="{C30A01A0-4231-435E-9BE9-5821FD54C869}" dt="2023-11-07T00:18:33.637" v="5068" actId="6549"/>
        <pc:sldMkLst>
          <pc:docMk/>
          <pc:sldMk cId="3702034561" sldId="351"/>
        </pc:sldMkLst>
      </pc:sldChg>
      <pc:sldChg chg="addSp modSp new mod">
        <pc:chgData name="Brandt Redd" userId="be8ed540b98adac0" providerId="LiveId" clId="{C30A01A0-4231-435E-9BE9-5821FD54C869}" dt="2023-11-06T23:35:08.763" v="5011" actId="6549"/>
        <pc:sldMkLst>
          <pc:docMk/>
          <pc:sldMk cId="277295879" sldId="352"/>
        </pc:sldMkLst>
      </pc:sldChg>
    </pc:docChg>
  </pc:docChgLst>
  <pc:docChgLst>
    <pc:chgData name="Brandt Redd" userId="be8ed540b98adac0" providerId="LiveId" clId="{CE7AA4D8-FC6C-47DA-BB51-2C8906BEF32B}"/>
    <pc:docChg chg="custSel addSld delSld modSld">
      <pc:chgData name="Brandt Redd" userId="be8ed540b98adac0" providerId="LiveId" clId="{CE7AA4D8-FC6C-47DA-BB51-2C8906BEF32B}" dt="2021-09-22T13:58:23.579" v="455" actId="20577"/>
      <pc:docMkLst>
        <pc:docMk/>
      </pc:docMkLst>
      <pc:sldChg chg="addSp modSp mod">
        <pc:chgData name="Brandt Redd" userId="be8ed540b98adac0" providerId="LiveId" clId="{CE7AA4D8-FC6C-47DA-BB51-2C8906BEF32B}" dt="2021-09-22T03:47:21.634" v="88" actId="6549"/>
        <pc:sldMkLst>
          <pc:docMk/>
          <pc:sldMk cId="2707046859" sldId="257"/>
        </pc:sldMkLst>
      </pc:sldChg>
      <pc:sldChg chg="addSp modSp">
        <pc:chgData name="Brandt Redd" userId="be8ed540b98adac0" providerId="LiveId" clId="{CE7AA4D8-FC6C-47DA-BB51-2C8906BEF32B}" dt="2021-09-22T04:18:40.992" v="396"/>
        <pc:sldMkLst>
          <pc:docMk/>
          <pc:sldMk cId="694783301" sldId="263"/>
        </pc:sldMkLst>
      </pc:sldChg>
      <pc:sldChg chg="del">
        <pc:chgData name="Brandt Redd" userId="be8ed540b98adac0" providerId="LiveId" clId="{CE7AA4D8-FC6C-47DA-BB51-2C8906BEF32B}" dt="2021-09-22T00:41:05.798" v="2" actId="47"/>
        <pc:sldMkLst>
          <pc:docMk/>
          <pc:sldMk cId="1926958633" sldId="264"/>
        </pc:sldMkLst>
      </pc:sldChg>
      <pc:sldChg chg="modSp mod">
        <pc:chgData name="Brandt Redd" userId="be8ed540b98adac0" providerId="LiveId" clId="{CE7AA4D8-FC6C-47DA-BB51-2C8906BEF32B}" dt="2021-09-22T13:58:23.579" v="455" actId="20577"/>
        <pc:sldMkLst>
          <pc:docMk/>
          <pc:sldMk cId="2091748500" sldId="265"/>
        </pc:sldMkLst>
      </pc:sldChg>
      <pc:sldChg chg="modSp mod">
        <pc:chgData name="Brandt Redd" userId="be8ed540b98adac0" providerId="LiveId" clId="{CE7AA4D8-FC6C-47DA-BB51-2C8906BEF32B}" dt="2021-09-22T04:22:29.838" v="430" actId="20577"/>
        <pc:sldMkLst>
          <pc:docMk/>
          <pc:sldMk cId="0" sldId="309"/>
        </pc:sldMkLst>
      </pc:sldChg>
      <pc:sldChg chg="modSp del mod">
        <pc:chgData name="Brandt Redd" userId="be8ed540b98adac0" providerId="LiveId" clId="{CE7AA4D8-FC6C-47DA-BB51-2C8906BEF32B}" dt="2021-09-22T04:17:04.624" v="390" actId="47"/>
        <pc:sldMkLst>
          <pc:docMk/>
          <pc:sldMk cId="0" sldId="310"/>
        </pc:sldMkLst>
      </pc:sldChg>
      <pc:sldChg chg="addSp modSp">
        <pc:chgData name="Brandt Redd" userId="be8ed540b98adac0" providerId="LiveId" clId="{CE7AA4D8-FC6C-47DA-BB51-2C8906BEF32B}" dt="2021-09-22T00:37:46.877" v="1" actId="1076"/>
        <pc:sldMkLst>
          <pc:docMk/>
          <pc:sldMk cId="2760648272" sldId="339"/>
        </pc:sldMkLst>
      </pc:sldChg>
      <pc:sldChg chg="addSp modSp mod">
        <pc:chgData name="Brandt Redd" userId="be8ed540b98adac0" providerId="LiveId" clId="{CE7AA4D8-FC6C-47DA-BB51-2C8906BEF32B}" dt="2021-09-22T03:51:23.995" v="377"/>
        <pc:sldMkLst>
          <pc:docMk/>
          <pc:sldMk cId="3810117567" sldId="341"/>
        </pc:sldMkLst>
      </pc:sldChg>
      <pc:sldChg chg="addSp modSp mod">
        <pc:chgData name="Brandt Redd" userId="be8ed540b98adac0" providerId="LiveId" clId="{CE7AA4D8-FC6C-47DA-BB51-2C8906BEF32B}" dt="2021-09-22T04:18:36.218" v="395" actId="1076"/>
        <pc:sldMkLst>
          <pc:docMk/>
          <pc:sldMk cId="2241243509" sldId="342"/>
        </pc:sldMkLst>
      </pc:sldChg>
      <pc:sldChg chg="addSp modSp new mod setBg">
        <pc:chgData name="Brandt Redd" userId="be8ed540b98adac0" providerId="LiveId" clId="{CE7AA4D8-FC6C-47DA-BB51-2C8906BEF32B}" dt="2021-09-22T03:50:41.178" v="375" actId="14100"/>
        <pc:sldMkLst>
          <pc:docMk/>
          <pc:sldMk cId="2780751432" sldId="343"/>
        </pc:sldMkLst>
      </pc:sldChg>
    </pc:docChg>
  </pc:docChgLst>
  <pc:docChgLst>
    <pc:chgData name="Brandt Redd" userId="be8ed540b98adac0" providerId="LiveId" clId="{BB524A1F-9081-4BDA-9A31-7B6712F0CC53}"/>
    <pc:docChg chg="modSld">
      <pc:chgData name="Brandt Redd" userId="be8ed540b98adac0" providerId="LiveId" clId="{BB524A1F-9081-4BDA-9A31-7B6712F0CC53}" dt="2022-01-26T14:53:50.983" v="54" actId="20577"/>
      <pc:docMkLst>
        <pc:docMk/>
      </pc:docMkLst>
      <pc:sldChg chg="modSp mod">
        <pc:chgData name="Brandt Redd" userId="be8ed540b98adac0" providerId="LiveId" clId="{BB524A1F-9081-4BDA-9A31-7B6712F0CC53}" dt="2022-01-26T06:37:58.353" v="31" actId="403"/>
        <pc:sldMkLst>
          <pc:docMk/>
          <pc:sldMk cId="694783301" sldId="263"/>
        </pc:sldMkLst>
      </pc:sldChg>
      <pc:sldChg chg="modSp mod">
        <pc:chgData name="Brandt Redd" userId="be8ed540b98adac0" providerId="LiveId" clId="{BB524A1F-9081-4BDA-9A31-7B6712F0CC53}" dt="2022-01-26T14:53:50.983" v="54" actId="20577"/>
        <pc:sldMkLst>
          <pc:docMk/>
          <pc:sldMk cId="0" sldId="311"/>
        </pc:sldMkLst>
      </pc:sldChg>
      <pc:sldChg chg="modSp mod">
        <pc:chgData name="Brandt Redd" userId="be8ed540b98adac0" providerId="LiveId" clId="{BB524A1F-9081-4BDA-9A31-7B6712F0CC53}" dt="2022-01-26T06:35:40.098" v="14" actId="20577"/>
        <pc:sldMkLst>
          <pc:docMk/>
          <pc:sldMk cId="2780751432" sldId="343"/>
        </pc:sldMkLst>
      </pc:sldChg>
    </pc:docChg>
  </pc:docChgLst>
  <pc:docChgLst>
    <pc:chgData name="Brandt Redd" userId="be8ed540b98adac0" providerId="LiveId" clId="{F5514E3D-73D9-426D-9419-6E4D090F497F}"/>
    <pc:docChg chg="custSel modSld">
      <pc:chgData name="Brandt Redd" userId="be8ed540b98adac0" providerId="LiveId" clId="{F5514E3D-73D9-426D-9419-6E4D090F497F}" dt="2025-03-07T18:35:34.723" v="21" actId="1036"/>
      <pc:docMkLst>
        <pc:docMk/>
      </pc:docMkLst>
      <pc:sldChg chg="addSp modSp mod">
        <pc:chgData name="Brandt Redd" userId="be8ed540b98adac0" providerId="LiveId" clId="{F5514E3D-73D9-426D-9419-6E4D090F497F}" dt="2025-03-07T18:35:34.723" v="21" actId="1036"/>
        <pc:sldMkLst>
          <pc:docMk/>
          <pc:sldMk cId="3810117567" sldId="341"/>
        </pc:sldMkLst>
        <pc:spChg chg="mod">
          <ac:chgData name="Brandt Redd" userId="be8ed540b98adac0" providerId="LiveId" clId="{F5514E3D-73D9-426D-9419-6E4D090F497F}" dt="2025-03-07T18:34:41.359" v="12" actId="14100"/>
          <ac:spMkLst>
            <pc:docMk/>
            <pc:sldMk cId="3810117567" sldId="341"/>
            <ac:spMk id="2" creationId="{4D951E0B-E8A2-4C4A-A4FD-522CD0DEBFA6}"/>
          </ac:spMkLst>
        </pc:spChg>
        <pc:spChg chg="add mod">
          <ac:chgData name="Brandt Redd" userId="be8ed540b98adac0" providerId="LiveId" clId="{F5514E3D-73D9-426D-9419-6E4D090F497F}" dt="2025-03-07T18:35:34.723" v="21" actId="1036"/>
          <ac:spMkLst>
            <pc:docMk/>
            <pc:sldMk cId="3810117567" sldId="341"/>
            <ac:spMk id="3" creationId="{7DDECE92-4AA3-D30B-5467-EAC02FFBE827}"/>
          </ac:spMkLst>
        </pc:spChg>
      </pc:sldChg>
    </pc:docChg>
  </pc:docChgLst>
  <pc:docChgLst>
    <pc:chgData name="Brandt Redd" userId="be8ed540b98adac0" providerId="LiveId" clId="{DD805DCB-4797-42D5-9D21-C97F7CFAB0EB}"/>
    <pc:docChg chg="undo custSel addSld delSld modSld sldOrd">
      <pc:chgData name="Brandt Redd" userId="be8ed540b98adac0" providerId="LiveId" clId="{DD805DCB-4797-42D5-9D21-C97F7CFAB0EB}" dt="2021-02-05T02:43:49.031" v="584" actId="27636"/>
      <pc:docMkLst>
        <pc:docMk/>
      </pc:docMkLst>
      <pc:sldChg chg="modSp mod">
        <pc:chgData name="Brandt Redd" userId="be8ed540b98adac0" providerId="LiveId" clId="{DD805DCB-4797-42D5-9D21-C97F7CFAB0EB}" dt="2021-02-03T05:08:59.043" v="4" actId="20577"/>
        <pc:sldMkLst>
          <pc:docMk/>
          <pc:sldMk cId="2091748500" sldId="265"/>
        </pc:sldMkLst>
      </pc:sldChg>
      <pc:sldChg chg="modSp add del mod">
        <pc:chgData name="Brandt Redd" userId="be8ed540b98adac0" providerId="LiveId" clId="{DD805DCB-4797-42D5-9D21-C97F7CFAB0EB}" dt="2021-02-05T02:39:45.672" v="12" actId="47"/>
        <pc:sldMkLst>
          <pc:docMk/>
          <pc:sldMk cId="1819094232" sldId="296"/>
        </pc:sldMkLst>
      </pc:sldChg>
      <pc:sldChg chg="modSp mod">
        <pc:chgData name="Brandt Redd" userId="be8ed540b98adac0" providerId="LiveId" clId="{DD805DCB-4797-42D5-9D21-C97F7CFAB0EB}" dt="2021-02-05T02:42:59.067" v="454" actId="20577"/>
        <pc:sldMkLst>
          <pc:docMk/>
          <pc:sldMk cId="672954366" sldId="329"/>
        </pc:sldMkLst>
      </pc:sldChg>
      <pc:sldChg chg="modSp mod">
        <pc:chgData name="Brandt Redd" userId="be8ed540b98adac0" providerId="LiveId" clId="{DD805DCB-4797-42D5-9D21-C97F7CFAB0EB}" dt="2021-02-03T04:24:02.305" v="1" actId="6549"/>
        <pc:sldMkLst>
          <pc:docMk/>
          <pc:sldMk cId="710239868" sldId="340"/>
        </pc:sldMkLst>
      </pc:sldChg>
      <pc:sldChg chg="ord">
        <pc:chgData name="Brandt Redd" userId="be8ed540b98adac0" providerId="LiveId" clId="{DD805DCB-4797-42D5-9D21-C97F7CFAB0EB}" dt="2021-02-03T04:30:05.750" v="3"/>
        <pc:sldMkLst>
          <pc:docMk/>
          <pc:sldMk cId="3810117567" sldId="341"/>
        </pc:sldMkLst>
      </pc:sldChg>
      <pc:sldChg chg="del">
        <pc:chgData name="Brandt Redd" userId="be8ed540b98adac0" providerId="LiveId" clId="{DD805DCB-4797-42D5-9D21-C97F7CFAB0EB}" dt="2021-02-03T04:23:18.956" v="0" actId="47"/>
        <pc:sldMkLst>
          <pc:docMk/>
          <pc:sldMk cId="811347381" sldId="342"/>
        </pc:sldMkLst>
      </pc:sldChg>
      <pc:sldChg chg="modSp new mod">
        <pc:chgData name="Brandt Redd" userId="be8ed540b98adac0" providerId="LiveId" clId="{DD805DCB-4797-42D5-9D21-C97F7CFAB0EB}" dt="2021-02-05T02:43:49.031" v="584" actId="27636"/>
        <pc:sldMkLst>
          <pc:docMk/>
          <pc:sldMk cId="2241243509" sldId="342"/>
        </pc:sldMkLst>
      </pc:sldChg>
    </pc:docChg>
  </pc:docChgLst>
  <pc:docChgLst>
    <pc:chgData name="Brandt Redd" userId="be8ed540b98adac0" providerId="LiveId" clId="{6F7D9360-60DA-416D-A6FA-9A9A2721D5F0}"/>
    <pc:docChg chg="undo redo custSel mod addSld delSld modSld">
      <pc:chgData name="Brandt Redd" userId="be8ed540b98adac0" providerId="LiveId" clId="{6F7D9360-60DA-416D-A6FA-9A9A2721D5F0}" dt="2020-09-23T04:25:13.363" v="1325" actId="1076"/>
      <pc:docMkLst>
        <pc:docMk/>
      </pc:docMkLst>
      <pc:sldChg chg="modSp mod">
        <pc:chgData name="Brandt Redd" userId="be8ed540b98adac0" providerId="LiveId" clId="{6F7D9360-60DA-416D-A6FA-9A9A2721D5F0}" dt="2020-09-23T03:53:34.061" v="58" actId="20577"/>
        <pc:sldMkLst>
          <pc:docMk/>
          <pc:sldMk cId="2997045265" sldId="256"/>
        </pc:sldMkLst>
      </pc:sldChg>
      <pc:sldChg chg="modSp">
        <pc:chgData name="Brandt Redd" userId="be8ed540b98adac0" providerId="LiveId" clId="{6F7D9360-60DA-416D-A6FA-9A9A2721D5F0}" dt="2020-09-23T03:57:50.635" v="400"/>
        <pc:sldMkLst>
          <pc:docMk/>
          <pc:sldMk cId="2707046859" sldId="257"/>
        </pc:sldMkLst>
      </pc:sldChg>
      <pc:sldChg chg="addSp modSp mod">
        <pc:chgData name="Brandt Redd" userId="be8ed540b98adac0" providerId="LiveId" clId="{6F7D9360-60DA-416D-A6FA-9A9A2721D5F0}" dt="2020-09-23T04:01:04.361" v="416" actId="20577"/>
        <pc:sldMkLst>
          <pc:docMk/>
          <pc:sldMk cId="2411903168" sldId="259"/>
        </pc:sldMkLst>
      </pc:sldChg>
      <pc:sldChg chg="del">
        <pc:chgData name="Brandt Redd" userId="be8ed540b98adac0" providerId="LiveId" clId="{6F7D9360-60DA-416D-A6FA-9A9A2721D5F0}" dt="2020-09-23T04:01:11.002" v="417" actId="47"/>
        <pc:sldMkLst>
          <pc:docMk/>
          <pc:sldMk cId="2889653672" sldId="261"/>
        </pc:sldMkLst>
      </pc:sldChg>
      <pc:sldChg chg="addSp modSp mod">
        <pc:chgData name="Brandt Redd" userId="be8ed540b98adac0" providerId="LiveId" clId="{6F7D9360-60DA-416D-A6FA-9A9A2721D5F0}" dt="2020-09-23T04:02:38.131" v="431" actId="14100"/>
        <pc:sldMkLst>
          <pc:docMk/>
          <pc:sldMk cId="1926958633" sldId="264"/>
        </pc:sldMkLst>
      </pc:sldChg>
      <pc:sldChg chg="modSp new mod">
        <pc:chgData name="Brandt Redd" userId="be8ed540b98adac0" providerId="LiveId" clId="{6F7D9360-60DA-416D-A6FA-9A9A2721D5F0}" dt="2020-09-23T04:12:42.374" v="1140" actId="27636"/>
        <pc:sldMkLst>
          <pc:docMk/>
          <pc:sldMk cId="2091748500" sldId="265"/>
        </pc:sldMkLst>
      </pc:sldChg>
      <pc:sldChg chg="add">
        <pc:chgData name="Brandt Redd" userId="be8ed540b98adac0" providerId="LiveId" clId="{6F7D9360-60DA-416D-A6FA-9A9A2721D5F0}" dt="2020-09-23T03:56:41.971" v="358"/>
        <pc:sldMkLst>
          <pc:docMk/>
          <pc:sldMk cId="0" sldId="309"/>
        </pc:sldMkLst>
      </pc:sldChg>
      <pc:sldChg chg="modSp add mod">
        <pc:chgData name="Brandt Redd" userId="be8ed540b98adac0" providerId="LiveId" clId="{6F7D9360-60DA-416D-A6FA-9A9A2721D5F0}" dt="2020-09-23T04:13:50.706" v="1233" actId="27636"/>
        <pc:sldMkLst>
          <pc:docMk/>
          <pc:sldMk cId="0" sldId="310"/>
        </pc:sldMkLst>
      </pc:sldChg>
      <pc:sldChg chg="modSp add mod">
        <pc:chgData name="Brandt Redd" userId="be8ed540b98adac0" providerId="LiveId" clId="{6F7D9360-60DA-416D-A6FA-9A9A2721D5F0}" dt="2020-09-23T04:06:28.503" v="497" actId="20577"/>
        <pc:sldMkLst>
          <pc:docMk/>
          <pc:sldMk cId="0" sldId="311"/>
        </pc:sldMkLst>
      </pc:sldChg>
      <pc:sldChg chg="add">
        <pc:chgData name="Brandt Redd" userId="be8ed540b98adac0" providerId="LiveId" clId="{6F7D9360-60DA-416D-A6FA-9A9A2721D5F0}" dt="2020-09-23T03:56:41.971" v="358"/>
        <pc:sldMkLst>
          <pc:docMk/>
          <pc:sldMk cId="0" sldId="312"/>
        </pc:sldMkLst>
      </pc:sldChg>
      <pc:sldChg chg="add">
        <pc:chgData name="Brandt Redd" userId="be8ed540b98adac0" providerId="LiveId" clId="{6F7D9360-60DA-416D-A6FA-9A9A2721D5F0}" dt="2020-09-23T03:56:41.971" v="358"/>
        <pc:sldMkLst>
          <pc:docMk/>
          <pc:sldMk cId="0" sldId="313"/>
        </pc:sldMkLst>
      </pc:sldChg>
      <pc:sldChg chg="add">
        <pc:chgData name="Brandt Redd" userId="be8ed540b98adac0" providerId="LiveId" clId="{6F7D9360-60DA-416D-A6FA-9A9A2721D5F0}" dt="2020-09-23T03:56:41.971" v="358"/>
        <pc:sldMkLst>
          <pc:docMk/>
          <pc:sldMk cId="0" sldId="314"/>
        </pc:sldMkLst>
      </pc:sldChg>
      <pc:sldChg chg="modSp add mod">
        <pc:chgData name="Brandt Redd" userId="be8ed540b98adac0" providerId="LiveId" clId="{6F7D9360-60DA-416D-A6FA-9A9A2721D5F0}" dt="2020-09-23T03:56:42.148" v="359" actId="27636"/>
        <pc:sldMkLst>
          <pc:docMk/>
          <pc:sldMk cId="0" sldId="315"/>
        </pc:sldMkLst>
      </pc:sldChg>
      <pc:sldChg chg="modSp add mod">
        <pc:chgData name="Brandt Redd" userId="be8ed540b98adac0" providerId="LiveId" clId="{6F7D9360-60DA-416D-A6FA-9A9A2721D5F0}" dt="2020-09-23T04:09:11.375" v="856" actId="20577"/>
        <pc:sldMkLst>
          <pc:docMk/>
          <pc:sldMk cId="672954366" sldId="329"/>
        </pc:sldMkLst>
      </pc:sldChg>
      <pc:sldChg chg="add">
        <pc:chgData name="Brandt Redd" userId="be8ed540b98adac0" providerId="LiveId" clId="{6F7D9360-60DA-416D-A6FA-9A9A2721D5F0}" dt="2020-09-23T03:56:41.971" v="358"/>
        <pc:sldMkLst>
          <pc:docMk/>
          <pc:sldMk cId="2760648272" sldId="339"/>
        </pc:sldMkLst>
      </pc:sldChg>
      <pc:sldChg chg="addSp delSp modSp new mod modClrScheme chgLayout">
        <pc:chgData name="Brandt Redd" userId="be8ed540b98adac0" providerId="LiveId" clId="{6F7D9360-60DA-416D-A6FA-9A9A2721D5F0}" dt="2020-09-23T03:57:14.213" v="399" actId="478"/>
        <pc:sldMkLst>
          <pc:docMk/>
          <pc:sldMk cId="710239868" sldId="340"/>
        </pc:sldMkLst>
      </pc:sldChg>
      <pc:sldChg chg="addSp delSp modSp new mod setBg modClrScheme chgLayout">
        <pc:chgData name="Brandt Redd" userId="be8ed540b98adac0" providerId="LiveId" clId="{6F7D9360-60DA-416D-A6FA-9A9A2721D5F0}" dt="2020-09-23T04:03:08.691" v="467" actId="26606"/>
        <pc:sldMkLst>
          <pc:docMk/>
          <pc:sldMk cId="3810117567" sldId="341"/>
        </pc:sldMkLst>
      </pc:sldChg>
      <pc:sldChg chg="new add del">
        <pc:chgData name="Brandt Redd" userId="be8ed540b98adac0" providerId="LiveId" clId="{6F7D9360-60DA-416D-A6FA-9A9A2721D5F0}" dt="2020-09-23T04:03:59.340" v="478" actId="47"/>
        <pc:sldMkLst>
          <pc:docMk/>
          <pc:sldMk cId="536780553" sldId="342"/>
        </pc:sldMkLst>
      </pc:sldChg>
      <pc:sldChg chg="addSp delSp modSp new mod setBg">
        <pc:chgData name="Brandt Redd" userId="be8ed540b98adac0" providerId="LiveId" clId="{6F7D9360-60DA-416D-A6FA-9A9A2721D5F0}" dt="2020-09-23T04:25:13.363" v="1325" actId="1076"/>
        <pc:sldMkLst>
          <pc:docMk/>
          <pc:sldMk cId="811347381" sldId="342"/>
        </pc:sldMkLst>
      </pc:sldChg>
    </pc:docChg>
  </pc:docChgLst>
  <pc:docChgLst>
    <pc:chgData name="Brandt Redd" userId="be8ed540b98adac0" providerId="LiveId" clId="{51097495-85F2-4695-A0EA-A963AA9F9541}"/>
    <pc:docChg chg="undo custSel modSld">
      <pc:chgData name="Brandt Redd" userId="be8ed540b98adac0" providerId="LiveId" clId="{51097495-85F2-4695-A0EA-A963AA9F9541}" dt="2022-09-21T02:03:09.444" v="123" actId="20577"/>
      <pc:docMkLst>
        <pc:docMk/>
      </pc:docMkLst>
      <pc:sldChg chg="modSp mod">
        <pc:chgData name="Brandt Redd" userId="be8ed540b98adac0" providerId="LiveId" clId="{51097495-85F2-4695-A0EA-A963AA9F9541}" dt="2022-09-21T02:03:09.444" v="123" actId="20577"/>
        <pc:sldMkLst>
          <pc:docMk/>
          <pc:sldMk cId="694783301" sldId="263"/>
        </pc:sldMkLst>
      </pc:sldChg>
      <pc:sldChg chg="mod modShow">
        <pc:chgData name="Brandt Redd" userId="be8ed540b98adac0" providerId="LiveId" clId="{51097495-85F2-4695-A0EA-A963AA9F9541}" dt="2022-09-21T01:59:50.439" v="0" actId="729"/>
        <pc:sldMkLst>
          <pc:docMk/>
          <pc:sldMk cId="2760648272" sldId="339"/>
        </pc:sldMkLst>
      </pc:sldChg>
    </pc:docChg>
  </pc:docChgLst>
  <pc:docChgLst>
    <pc:chgData name="Brandt Redd" userId="be8ed540b98adac0" providerId="LiveId" clId="{39FC4113-2E6C-4CC3-83C7-58140185F85D}"/>
    <pc:docChg chg="delSld">
      <pc:chgData name="Brandt Redd" userId="be8ed540b98adac0" providerId="LiveId" clId="{39FC4113-2E6C-4CC3-83C7-58140185F85D}" dt="2021-12-23T16:22:43.519" v="0" actId="47"/>
      <pc:docMkLst>
        <pc:docMk/>
      </pc:docMkLst>
      <pc:sldChg chg="del">
        <pc:chgData name="Brandt Redd" userId="be8ed540b98adac0" providerId="LiveId" clId="{39FC4113-2E6C-4CC3-83C7-58140185F85D}" dt="2021-12-23T16:22:43.519" v="0" actId="47"/>
        <pc:sldMkLst>
          <pc:docMk/>
          <pc:sldMk cId="209174850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D3A89-6E57-47AC-BB2E-4C10AD421E7F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361F4-E157-4E0B-89D6-3FB3077A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4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uardian.co.uk/technology/blog/2010/sep/21/twitter-bug-malicious-exploit-xs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xcess-xss.com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439" y="8684612"/>
            <a:ext cx="2972007" cy="45782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28" tIns="45714" rIns="91428" bIns="45714"/>
          <a:lstStyle/>
          <a:p>
            <a:fld id="{11F22F21-5D8C-4BC0-B5FA-0B25C938FF36}" type="slidenum">
              <a:rPr lang="en-US"/>
              <a:pPr/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145" y="4747005"/>
            <a:ext cx="6750746" cy="4039173"/>
          </a:xfrm>
        </p:spPr>
        <p:txBody>
          <a:bodyPr/>
          <a:lstStyle/>
          <a:p>
            <a:pPr marL="444294" indent="-190189" eaLnBrk="1" hangingPunct="1"/>
            <a:r>
              <a:rPr lang="en-US" dirty="0"/>
              <a:t>From</a:t>
            </a:r>
            <a:r>
              <a:rPr lang="en-US" baseline="0" dirty="0"/>
              <a:t> the </a:t>
            </a:r>
            <a:r>
              <a:rPr lang="en-US" dirty="0"/>
              <a:t>OWASP Top 10 – 2010</a:t>
            </a:r>
            <a:r>
              <a:rPr lang="en-US" sz="1050" dirty="0"/>
              <a:t>,</a:t>
            </a:r>
            <a:r>
              <a:rPr lang="en-US" sz="1050" baseline="0" dirty="0"/>
              <a:t> </a:t>
            </a:r>
            <a:r>
              <a:rPr lang="en-US" sz="1200" dirty="0"/>
              <a:t>The Top 10 Most Critical Web Application Security Risks</a:t>
            </a:r>
            <a:r>
              <a:rPr lang="en-US" sz="1200" baseline="0" dirty="0"/>
              <a:t> Presentation.</a:t>
            </a:r>
          </a:p>
          <a:p>
            <a:pPr marL="444294" indent="-190189" eaLnBrk="1" hangingPunct="1"/>
            <a:endParaRPr lang="en-US" sz="1200" baseline="0" dirty="0"/>
          </a:p>
          <a:p>
            <a:pPr marL="444294" indent="-190189" eaLnBrk="1" hangingPunct="1"/>
            <a:r>
              <a:rPr lang="en-US" sz="1200" baseline="0" dirty="0"/>
              <a:t>Note: This is an injection attack that “injects” malicious code (e.g., </a:t>
            </a:r>
            <a:r>
              <a:rPr lang="en-US" sz="1200" baseline="0" dirty="0" err="1"/>
              <a:t>Javascript</a:t>
            </a:r>
            <a:r>
              <a:rPr lang="en-US" sz="1200" baseline="0" dirty="0"/>
              <a:t>) into a website (e.g., via a </a:t>
            </a:r>
            <a:r>
              <a:rPr lang="en-US" sz="1200" baseline="0" dirty="0" err="1"/>
              <a:t>webform</a:t>
            </a:r>
            <a:r>
              <a:rPr lang="en-US" sz="1200" baseline="0" dirty="0"/>
              <a:t> or comment feature) in order to execute the malicious code in the browser of those who come to the site later.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361F4-E157-4E0B-89D6-3FB3077A9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6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>
                <a:hlinkClick r:id="rId3"/>
              </a:rPr>
              <a:t>http://www.guardian.co.uk/technology/blog/2010/sep/21/twitter-bug-malicious-exploit-xss</a:t>
            </a:r>
            <a:r>
              <a:rPr lang="en-US" dirty="0"/>
              <a:t> for an example of Twitter falling for this one.</a:t>
            </a:r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>
                <a:hlinkClick r:id="rId4"/>
              </a:rPr>
              <a:t>https://excess-xss.com/</a:t>
            </a:r>
            <a:r>
              <a:rPr lang="en-US" dirty="0"/>
              <a:t> for a detailed description of encoding and validation and how they are different.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983EC2-B5DE-4DB5-BA1A-56C78179D82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17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5361F4-E157-4E0B-89D6-3FB3077A9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702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5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1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2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4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8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0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2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8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5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2B6A6-7CEF-4A4F-B05F-0AB47796B831}" type="datetimeFigureOut">
              <a:rPr lang="en-US" smtClean="0"/>
              <a:t>2025-03-07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931B8-E818-4C79-B4B9-3F5A79F53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7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byu-itc-210.github.io/walkthrough/XS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hyperlink" Target="https://developer.mozilla.org/en-US/docs/Web/HTTP/CSP" TargetMode="External"/><Relationship Id="rId4" Type="http://schemas.openxmlformats.org/officeDocument/2006/relationships/hyperlink" Target="https://cheatsheetseries.owasp.org/cheatsheets/Cross_Site_Scripting_Prevention_Cheat_Sheet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Headers/Content-Security-Polic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Headers/Content-Security-Policy/sandbo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Headers/Set-Cooki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1"/>
            <a:ext cx="7772400" cy="2076450"/>
          </a:xfrm>
        </p:spPr>
        <p:txBody>
          <a:bodyPr>
            <a:normAutofit/>
          </a:bodyPr>
          <a:lstStyle/>
          <a:p>
            <a:r>
              <a:rPr lang="en-US" dirty="0"/>
              <a:t>Cross-Site Scripting (XSS)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IT210 – S24</a:t>
            </a:r>
          </a:p>
        </p:txBody>
      </p:sp>
    </p:spTree>
    <p:extLst>
      <p:ext uri="{BB962C8B-B14F-4D97-AF65-F5344CB8AC3E}">
        <p14:creationId xmlns:p14="http://schemas.microsoft.com/office/powerpoint/2010/main" val="299704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90FEE3-1376-EFF6-F29B-1A0D32F5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10 - 2021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33EC46-7712-E3AA-775F-4270BE317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A01:2021-Broken Access Control</a:t>
            </a:r>
          </a:p>
          <a:p>
            <a:r>
              <a:rPr lang="en-US" dirty="0"/>
              <a:t>A02:2021-Cryptographic Failures</a:t>
            </a:r>
          </a:p>
          <a:p>
            <a:r>
              <a:rPr lang="en-US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A03:2021-Injection</a:t>
            </a:r>
          </a:p>
          <a:p>
            <a:r>
              <a:rPr lang="en-US" dirty="0"/>
              <a:t>A04:2021-Insecure Design</a:t>
            </a:r>
          </a:p>
          <a:p>
            <a:r>
              <a:rPr lang="en-US" dirty="0"/>
              <a:t>A05:2021-Security Misconfiguration</a:t>
            </a:r>
          </a:p>
          <a:p>
            <a:r>
              <a:rPr lang="en-US" dirty="0"/>
              <a:t>A06:2021-Vulnerable and Outdated Components</a:t>
            </a:r>
          </a:p>
          <a:p>
            <a:r>
              <a:rPr lang="en-US" dirty="0"/>
              <a:t>A07:2021-Identification and Authentication Failures</a:t>
            </a:r>
          </a:p>
          <a:p>
            <a:r>
              <a:rPr lang="en-US" dirty="0"/>
              <a:t>A08:2021-Software and Data Integrity Failures</a:t>
            </a:r>
          </a:p>
          <a:p>
            <a:r>
              <a:rPr lang="en-US" dirty="0"/>
              <a:t>A09:2021-Security Logging and Monitoring Failures</a:t>
            </a:r>
          </a:p>
          <a:p>
            <a:r>
              <a:rPr lang="en-US" dirty="0"/>
              <a:t>A10:2021-Server-Side Request Forgery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3D4E80D6-2143-EF1C-C3AA-49638722A83F}"/>
              </a:ext>
            </a:extLst>
          </p:cNvPr>
          <p:cNvSpPr/>
          <p:nvPr/>
        </p:nvSpPr>
        <p:spPr>
          <a:xfrm>
            <a:off x="5756401" y="2057400"/>
            <a:ext cx="3048000" cy="674132"/>
          </a:xfrm>
          <a:prstGeom prst="borderCallout1">
            <a:avLst>
              <a:gd name="adj1" fmla="val 36366"/>
              <a:gd name="adj2" fmla="val -4437"/>
              <a:gd name="adj3" fmla="val 79030"/>
              <a:gd name="adj4" fmla="val -706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Includes SQL Injection and</a:t>
            </a:r>
          </a:p>
          <a:p>
            <a:r>
              <a:rPr lang="en-US" dirty="0"/>
              <a:t>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99651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78E0-B4B5-77AE-37D9-EC57D854F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XSS is a type of </a:t>
            </a:r>
            <a:r>
              <a:rPr lang="en-US" i="1" dirty="0"/>
              <a:t>injection</a:t>
            </a:r>
            <a:r>
              <a:rPr lang="en-US" dirty="0"/>
              <a:t>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1B835-C8CB-837C-65F9-86FFABCA8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SQL injection, the attacker inserts code into their submissions.</a:t>
            </a:r>
          </a:p>
          <a:p>
            <a:r>
              <a:rPr lang="en-US" dirty="0"/>
              <a:t>In this case, the site returns the content to the browser where JavaScript gets executed.</a:t>
            </a:r>
          </a:p>
          <a:p>
            <a:r>
              <a:rPr lang="en-US" dirty="0"/>
              <a:t>It can deface, steal information, and do other malicious things.</a:t>
            </a:r>
          </a:p>
        </p:txBody>
      </p:sp>
    </p:spTree>
    <p:extLst>
      <p:ext uri="{BB962C8B-B14F-4D97-AF65-F5344CB8AC3E}">
        <p14:creationId xmlns:p14="http://schemas.microsoft.com/office/powerpoint/2010/main" val="378713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Cross-Site Scripting Illustrated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gray">
          <a:xfrm>
            <a:off x="6553200" y="1912937"/>
            <a:ext cx="2362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r>
              <a:rPr lang="en-US" sz="1800" b="1"/>
              <a:t>Application with stored XSS vulnerability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2311400" y="4078287"/>
            <a:ext cx="3505200" cy="177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5816600" y="2881312"/>
            <a:ext cx="1066800" cy="7334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176134" name="Picture 6" descr="TN_hacker"/>
          <p:cNvPicPr>
            <a:picLocks noChangeAspect="1" noChangeArrowheads="1"/>
          </p:cNvPicPr>
          <p:nvPr/>
        </p:nvPicPr>
        <p:blipFill>
          <a:blip r:embed="rId5" cstate="print">
            <a:lum bright="24000" contrast="42000"/>
          </a:blip>
          <a:srcRect/>
          <a:stretch>
            <a:fillRect/>
          </a:stretch>
        </p:blipFill>
        <p:spPr bwMode="auto">
          <a:xfrm>
            <a:off x="1016000" y="1935162"/>
            <a:ext cx="1093788" cy="126841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914400" y="6180137"/>
            <a:ext cx="471488" cy="373063"/>
          </a:xfrm>
          <a:prstGeom prst="ellipse">
            <a:avLst/>
          </a:prstGeom>
          <a:solidFill>
            <a:srgbClr val="66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1701800" y="3752850"/>
            <a:ext cx="471488" cy="373062"/>
          </a:xfrm>
          <a:prstGeom prst="ellipse">
            <a:avLst/>
          </a:prstGeom>
          <a:solidFill>
            <a:srgbClr val="66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 flipH="1">
            <a:off x="5816600" y="4214812"/>
            <a:ext cx="1066800" cy="8016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gray">
          <a:xfrm>
            <a:off x="2159000" y="1350962"/>
            <a:ext cx="5181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ebdings" pitchFamily="18" charset="2"/>
              <a:buNone/>
            </a:pPr>
            <a:r>
              <a:rPr lang="en-US" sz="1800" b="1"/>
              <a:t>Attacker sets the trap – update my profile</a:t>
            </a:r>
          </a:p>
        </p:txBody>
      </p:sp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2311400" y="1679575"/>
            <a:ext cx="3505200" cy="177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3225800" y="2516187"/>
            <a:ext cx="2438400" cy="1077218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SzPct val="90000"/>
            </a:pPr>
            <a:r>
              <a:rPr lang="en-US" sz="1600" b="1" dirty="0"/>
              <a:t>Attacker enters a malicious script into a web page that stores the data on the server</a:t>
            </a:r>
          </a:p>
        </p:txBody>
      </p:sp>
      <p:sp>
        <p:nvSpPr>
          <p:cNvPr id="12301" name="Oval 13"/>
          <p:cNvSpPr>
            <a:spLocks noChangeArrowheads="1"/>
          </p:cNvSpPr>
          <p:nvPr/>
        </p:nvSpPr>
        <p:spPr bwMode="auto">
          <a:xfrm>
            <a:off x="1701800" y="1335087"/>
            <a:ext cx="471488" cy="373063"/>
          </a:xfrm>
          <a:prstGeom prst="ellipse">
            <a:avLst/>
          </a:prstGeom>
          <a:solidFill>
            <a:srgbClr val="66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gray">
          <a:xfrm>
            <a:off x="2151063" y="3751262"/>
            <a:ext cx="5181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ebdings" pitchFamily="18" charset="2"/>
              <a:buNone/>
            </a:pPr>
            <a:r>
              <a:rPr lang="en-US" sz="1800" b="1" dirty="0"/>
              <a:t>Victim views page – sees attacker profile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gray">
          <a:xfrm>
            <a:off x="1371600" y="6227762"/>
            <a:ext cx="6324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 typeface="Webdings" pitchFamily="18" charset="2"/>
              <a:buNone/>
            </a:pPr>
            <a:r>
              <a:rPr lang="en-US" sz="1800" b="1" dirty="0"/>
              <a:t>Script silently sends attacker Victim’s session cookie (or performs some other unwanted action via </a:t>
            </a:r>
            <a:r>
              <a:rPr lang="en-US" sz="1800" b="1" dirty="0" err="1"/>
              <a:t>Javascript</a:t>
            </a:r>
            <a:r>
              <a:rPr lang="en-US" sz="1800" b="1" dirty="0"/>
              <a:t>)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3225800" y="4883150"/>
            <a:ext cx="2438400" cy="1077218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SzPct val="90000"/>
            </a:pPr>
            <a:r>
              <a:rPr lang="en-US" sz="1600" b="1"/>
              <a:t>Script runs inside victim’s browser with full access to the DOM and cookies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883400" y="3281362"/>
            <a:ext cx="1455738" cy="1412875"/>
            <a:chOff x="4336" y="1870"/>
            <a:chExt cx="917" cy="890"/>
          </a:xfrm>
        </p:grpSpPr>
        <p:sp>
          <p:nvSpPr>
            <p:cNvPr id="12308" name="Rectangle 18"/>
            <p:cNvSpPr>
              <a:spLocks noChangeArrowheads="1"/>
            </p:cNvSpPr>
            <p:nvPr/>
          </p:nvSpPr>
          <p:spPr bwMode="ltGray">
            <a:xfrm>
              <a:off x="4336" y="2616"/>
              <a:ext cx="917" cy="144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>
                <a:rot lat="420000" lon="0" rev="0"/>
              </a:camera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Custom Code</a:t>
              </a:r>
            </a:p>
          </p:txBody>
        </p:sp>
        <p:sp>
          <p:nvSpPr>
            <p:cNvPr id="12309" name="Rectangle 19"/>
            <p:cNvSpPr>
              <a:spLocks noChangeArrowheads="1"/>
            </p:cNvSpPr>
            <p:nvPr/>
          </p:nvSpPr>
          <p:spPr bwMode="ltGray">
            <a:xfrm rot="-5400000">
              <a:off x="4023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Accounts</a:t>
              </a:r>
            </a:p>
          </p:txBody>
        </p:sp>
        <p:sp>
          <p:nvSpPr>
            <p:cNvPr id="12310" name="Rectangle 20"/>
            <p:cNvSpPr>
              <a:spLocks noChangeArrowheads="1"/>
            </p:cNvSpPr>
            <p:nvPr/>
          </p:nvSpPr>
          <p:spPr bwMode="ltGray">
            <a:xfrm rot="-5400000">
              <a:off x="4139" y="2193"/>
              <a:ext cx="726" cy="79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Finance</a:t>
              </a:r>
            </a:p>
          </p:txBody>
        </p:sp>
        <p:sp>
          <p:nvSpPr>
            <p:cNvPr id="12311" name="Rectangle 21"/>
            <p:cNvSpPr>
              <a:spLocks noChangeArrowheads="1"/>
            </p:cNvSpPr>
            <p:nvPr/>
          </p:nvSpPr>
          <p:spPr bwMode="ltGray">
            <a:xfrm rot="-5400000">
              <a:off x="4262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Administration</a:t>
              </a:r>
            </a:p>
          </p:txBody>
        </p:sp>
        <p:sp>
          <p:nvSpPr>
            <p:cNvPr id="12312" name="Rectangle 22"/>
            <p:cNvSpPr>
              <a:spLocks noChangeArrowheads="1"/>
            </p:cNvSpPr>
            <p:nvPr/>
          </p:nvSpPr>
          <p:spPr bwMode="ltGray">
            <a:xfrm rot="-5400000">
              <a:off x="4375" y="2193"/>
              <a:ext cx="726" cy="79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Transactions</a:t>
              </a:r>
            </a:p>
          </p:txBody>
        </p:sp>
        <p:sp>
          <p:nvSpPr>
            <p:cNvPr id="12313" name="Rectangle 23"/>
            <p:cNvSpPr>
              <a:spLocks noChangeArrowheads="1"/>
            </p:cNvSpPr>
            <p:nvPr/>
          </p:nvSpPr>
          <p:spPr bwMode="ltGray">
            <a:xfrm rot="-5400000">
              <a:off x="4498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Communication</a:t>
              </a:r>
            </a:p>
          </p:txBody>
        </p:sp>
        <p:sp>
          <p:nvSpPr>
            <p:cNvPr id="12314" name="Rectangle 24"/>
            <p:cNvSpPr>
              <a:spLocks noChangeArrowheads="1"/>
            </p:cNvSpPr>
            <p:nvPr/>
          </p:nvSpPr>
          <p:spPr bwMode="ltGray">
            <a:xfrm rot="-5400000">
              <a:off x="4609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Knowledge Mgmt</a:t>
              </a:r>
            </a:p>
          </p:txBody>
        </p:sp>
        <p:sp>
          <p:nvSpPr>
            <p:cNvPr id="12315" name="Rectangle 25"/>
            <p:cNvSpPr>
              <a:spLocks noChangeArrowheads="1"/>
            </p:cNvSpPr>
            <p:nvPr/>
          </p:nvSpPr>
          <p:spPr bwMode="ltGray">
            <a:xfrm rot="-5400000">
              <a:off x="4725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E-Commerce</a:t>
              </a:r>
            </a:p>
          </p:txBody>
        </p:sp>
        <p:sp>
          <p:nvSpPr>
            <p:cNvPr id="12316" name="Rectangle 26"/>
            <p:cNvSpPr>
              <a:spLocks noChangeArrowheads="1"/>
            </p:cNvSpPr>
            <p:nvPr/>
          </p:nvSpPr>
          <p:spPr bwMode="ltGray">
            <a:xfrm rot="-5400000">
              <a:off x="4842" y="2194"/>
              <a:ext cx="726" cy="78"/>
            </a:xfrm>
            <a:prstGeom prst="rect">
              <a:avLst/>
            </a:prstGeom>
            <a:solidFill>
              <a:srgbClr val="008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r>
                <a:rPr lang="en-US" sz="1000">
                  <a:solidFill>
                    <a:schemeClr val="bg1"/>
                  </a:solidFill>
                </a:rPr>
                <a:t>Bus. Functions</a:t>
              </a:r>
            </a:p>
          </p:txBody>
        </p:sp>
      </p:grpSp>
      <p:pic>
        <p:nvPicPr>
          <p:cNvPr id="176155" name="Picture 27" descr="businesswoma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16000" y="4349750"/>
            <a:ext cx="1050925" cy="125571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2307" name="Freeform 28"/>
          <p:cNvSpPr>
            <a:spLocks/>
          </p:cNvSpPr>
          <p:nvPr/>
        </p:nvSpPr>
        <p:spPr bwMode="auto">
          <a:xfrm>
            <a:off x="457200" y="2847975"/>
            <a:ext cx="2768600" cy="3235325"/>
          </a:xfrm>
          <a:custGeom>
            <a:avLst/>
            <a:gdLst>
              <a:gd name="T0" fmla="*/ 2147483647 w 1744"/>
              <a:gd name="T1" fmla="*/ 2147483647 h 2328"/>
              <a:gd name="T2" fmla="*/ 2147483647 w 1744"/>
              <a:gd name="T3" fmla="*/ 2147483647 h 2328"/>
              <a:gd name="T4" fmla="*/ 2147483647 w 1744"/>
              <a:gd name="T5" fmla="*/ 2147483647 h 2328"/>
              <a:gd name="T6" fmla="*/ 2147483647 w 1744"/>
              <a:gd name="T7" fmla="*/ 2147483647 h 2328"/>
              <a:gd name="T8" fmla="*/ 2147483647 w 1744"/>
              <a:gd name="T9" fmla="*/ 2147483647 h 2328"/>
              <a:gd name="T10" fmla="*/ 2147483647 w 1744"/>
              <a:gd name="T11" fmla="*/ 2147483647 h 23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44"/>
              <a:gd name="T19" fmla="*/ 0 h 2328"/>
              <a:gd name="T20" fmla="*/ 1744 w 1744"/>
              <a:gd name="T21" fmla="*/ 2328 h 23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44" h="2328">
                <a:moveTo>
                  <a:pt x="1744" y="1704"/>
                </a:moveTo>
                <a:cubicBezTo>
                  <a:pt x="1492" y="1904"/>
                  <a:pt x="1240" y="2104"/>
                  <a:pt x="976" y="2184"/>
                </a:cubicBezTo>
                <a:cubicBezTo>
                  <a:pt x="712" y="2264"/>
                  <a:pt x="320" y="2328"/>
                  <a:pt x="160" y="2184"/>
                </a:cubicBezTo>
                <a:cubicBezTo>
                  <a:pt x="0" y="2040"/>
                  <a:pt x="32" y="1648"/>
                  <a:pt x="16" y="1320"/>
                </a:cubicBezTo>
                <a:cubicBezTo>
                  <a:pt x="0" y="992"/>
                  <a:pt x="8" y="432"/>
                  <a:pt x="64" y="216"/>
                </a:cubicBezTo>
                <a:cubicBezTo>
                  <a:pt x="120" y="0"/>
                  <a:pt x="236" y="12"/>
                  <a:pt x="352" y="24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68597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53EC7-F24A-4CA0-8606-906652D4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en-US" sz="4700"/>
              <a:t>Warning</a:t>
            </a: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23008 w 2441321"/>
              <a:gd name="connsiteY2" fmla="*/ 0 h 18288"/>
              <a:gd name="connsiteX3" fmla="*/ 1782164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79817 w 2441321"/>
              <a:gd name="connsiteY6" fmla="*/ 18288 h 18288"/>
              <a:gd name="connsiteX7" fmla="*/ 1318313 w 2441321"/>
              <a:gd name="connsiteY7" fmla="*/ 18288 h 18288"/>
              <a:gd name="connsiteX8" fmla="*/ 659157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1188" y="8366"/>
                  <a:pt x="2440365" y="10017"/>
                  <a:pt x="2441321" y="18288"/>
                </a:cubicBezTo>
                <a:cubicBezTo>
                  <a:pt x="2159375" y="49009"/>
                  <a:pt x="2054495" y="45666"/>
                  <a:pt x="1830991" y="18288"/>
                </a:cubicBezTo>
                <a:cubicBezTo>
                  <a:pt x="1615846" y="7509"/>
                  <a:pt x="1521674" y="-5422"/>
                  <a:pt x="1269487" y="18288"/>
                </a:cubicBezTo>
                <a:cubicBezTo>
                  <a:pt x="1019660" y="53960"/>
                  <a:pt x="886911" y="42351"/>
                  <a:pt x="707983" y="18288"/>
                </a:cubicBezTo>
                <a:cubicBezTo>
                  <a:pt x="523434" y="27321"/>
                  <a:pt x="307885" y="34316"/>
                  <a:pt x="0" y="18288"/>
                </a:cubicBezTo>
                <a:cubicBezTo>
                  <a:pt x="-595" y="11182"/>
                  <a:pt x="-5" y="630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666" y="6144"/>
                  <a:pt x="2441358" y="10525"/>
                  <a:pt x="2441321" y="18288"/>
                </a:cubicBezTo>
                <a:cubicBezTo>
                  <a:pt x="2180658" y="18322"/>
                  <a:pt x="2084222" y="5934"/>
                  <a:pt x="1879817" y="18288"/>
                </a:cubicBezTo>
                <a:cubicBezTo>
                  <a:pt x="1668182" y="16222"/>
                  <a:pt x="1551159" y="-6477"/>
                  <a:pt x="1318313" y="18288"/>
                </a:cubicBezTo>
                <a:cubicBezTo>
                  <a:pt x="1059871" y="56395"/>
                  <a:pt x="901959" y="23831"/>
                  <a:pt x="659157" y="18288"/>
                </a:cubicBezTo>
                <a:cubicBezTo>
                  <a:pt x="444692" y="28483"/>
                  <a:pt x="245032" y="39882"/>
                  <a:pt x="0" y="18288"/>
                </a:cubicBezTo>
                <a:cubicBezTo>
                  <a:pt x="-11" y="10485"/>
                  <a:pt x="-221" y="3288"/>
                  <a:pt x="0" y="0"/>
                </a:cubicBezTo>
                <a:close/>
              </a:path>
              <a:path w="2441321" h="18288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440" y="8687"/>
                  <a:pt x="2440452" y="9944"/>
                  <a:pt x="2441321" y="18288"/>
                </a:cubicBezTo>
                <a:cubicBezTo>
                  <a:pt x="2149099" y="27348"/>
                  <a:pt x="2027305" y="56470"/>
                  <a:pt x="1830991" y="18288"/>
                </a:cubicBezTo>
                <a:cubicBezTo>
                  <a:pt x="1614571" y="-18764"/>
                  <a:pt x="1500998" y="10727"/>
                  <a:pt x="1269487" y="18288"/>
                </a:cubicBezTo>
                <a:cubicBezTo>
                  <a:pt x="1042399" y="37834"/>
                  <a:pt x="927922" y="45822"/>
                  <a:pt x="707983" y="18288"/>
                </a:cubicBezTo>
                <a:cubicBezTo>
                  <a:pt x="502575" y="-5380"/>
                  <a:pt x="350393" y="34499"/>
                  <a:pt x="0" y="18288"/>
                </a:cubicBezTo>
                <a:cubicBezTo>
                  <a:pt x="-394" y="12154"/>
                  <a:pt x="907" y="668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1321"/>
                      <a:gd name="connsiteY0" fmla="*/ 0 h 18288"/>
                      <a:gd name="connsiteX1" fmla="*/ 585917 w 2441321"/>
                      <a:gd name="connsiteY1" fmla="*/ 0 h 18288"/>
                      <a:gd name="connsiteX2" fmla="*/ 1196247 w 2441321"/>
                      <a:gd name="connsiteY2" fmla="*/ 0 h 18288"/>
                      <a:gd name="connsiteX3" fmla="*/ 1806578 w 2441321"/>
                      <a:gd name="connsiteY3" fmla="*/ 0 h 18288"/>
                      <a:gd name="connsiteX4" fmla="*/ 2441321 w 2441321"/>
                      <a:gd name="connsiteY4" fmla="*/ 0 h 18288"/>
                      <a:gd name="connsiteX5" fmla="*/ 2441321 w 2441321"/>
                      <a:gd name="connsiteY5" fmla="*/ 18288 h 18288"/>
                      <a:gd name="connsiteX6" fmla="*/ 1830991 w 2441321"/>
                      <a:gd name="connsiteY6" fmla="*/ 18288 h 18288"/>
                      <a:gd name="connsiteX7" fmla="*/ 1269487 w 2441321"/>
                      <a:gd name="connsiteY7" fmla="*/ 18288 h 18288"/>
                      <a:gd name="connsiteX8" fmla="*/ 707983 w 2441321"/>
                      <a:gd name="connsiteY8" fmla="*/ 18288 h 18288"/>
                      <a:gd name="connsiteX9" fmla="*/ 0 w 2441321"/>
                      <a:gd name="connsiteY9" fmla="*/ 18288 h 18288"/>
                      <a:gd name="connsiteX10" fmla="*/ 0 w 2441321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8288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1167" y="8655"/>
                          <a:pt x="2440437" y="9975"/>
                          <a:pt x="2441321" y="18288"/>
                        </a:cubicBezTo>
                        <a:cubicBezTo>
                          <a:pt x="2169723" y="30506"/>
                          <a:pt x="2045712" y="39140"/>
                          <a:pt x="1830991" y="18288"/>
                        </a:cubicBezTo>
                        <a:cubicBezTo>
                          <a:pt x="1616270" y="-2564"/>
                          <a:pt x="1505876" y="3949"/>
                          <a:pt x="1269487" y="18288"/>
                        </a:cubicBezTo>
                        <a:cubicBezTo>
                          <a:pt x="1033098" y="32627"/>
                          <a:pt x="908661" y="41191"/>
                          <a:pt x="707983" y="18288"/>
                        </a:cubicBezTo>
                        <a:cubicBezTo>
                          <a:pt x="507305" y="-4615"/>
                          <a:pt x="333592" y="20759"/>
                          <a:pt x="0" y="18288"/>
                        </a:cubicBezTo>
                        <a:cubicBezTo>
                          <a:pt x="-688" y="11716"/>
                          <a:pt x="875" y="6357"/>
                          <a:pt x="0" y="0"/>
                        </a:cubicBezTo>
                        <a:close/>
                      </a:path>
                      <a:path w="2441321" h="18288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735" y="5928"/>
                          <a:pt x="2441551" y="11133"/>
                          <a:pt x="2441321" y="18288"/>
                        </a:cubicBezTo>
                        <a:cubicBezTo>
                          <a:pt x="2166745" y="28773"/>
                          <a:pt x="2078726" y="15476"/>
                          <a:pt x="1879817" y="18288"/>
                        </a:cubicBezTo>
                        <a:cubicBezTo>
                          <a:pt x="1680908" y="21100"/>
                          <a:pt x="1548770" y="-4127"/>
                          <a:pt x="1318313" y="18288"/>
                        </a:cubicBezTo>
                        <a:cubicBezTo>
                          <a:pt x="1087856" y="40703"/>
                          <a:pt x="894613" y="3927"/>
                          <a:pt x="659157" y="18288"/>
                        </a:cubicBezTo>
                        <a:cubicBezTo>
                          <a:pt x="423701" y="32649"/>
                          <a:pt x="246611" y="33975"/>
                          <a:pt x="0" y="18288"/>
                        </a:cubicBezTo>
                        <a:cubicBezTo>
                          <a:pt x="-348" y="10388"/>
                          <a:pt x="-12" y="39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5023-B172-4A20-A1A8-897870594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660904"/>
            <a:ext cx="4251198" cy="3547872"/>
          </a:xfrm>
        </p:spPr>
        <p:txBody>
          <a:bodyPr anchor="t">
            <a:normAutofit/>
          </a:bodyPr>
          <a:lstStyle/>
          <a:p>
            <a:r>
              <a:rPr lang="en-US" sz="2400" dirty="0"/>
              <a:t>Only experiment with XSS or any other exploit on your own systems or site.</a:t>
            </a:r>
          </a:p>
          <a:p>
            <a:r>
              <a:rPr lang="en-US" sz="2400" dirty="0"/>
              <a:t>Breaking into any other system is illegal and can result in career-ending consequences.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7AC817BF-069D-4A0B-BC23-84921B4E3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9027" y="1752600"/>
            <a:ext cx="30194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5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81629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951E0B-E8A2-4C4A-A4FD-522CD0DE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1" y="1600200"/>
            <a:ext cx="380626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38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Walkthrough: Cross-Site Scripting</a:t>
            </a:r>
          </a:p>
        </p:txBody>
      </p:sp>
      <p:sp>
        <p:nvSpPr>
          <p:cNvPr id="1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409865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Web Design">
            <a:extLst>
              <a:ext uri="{FF2B5EF4-FFF2-40B4-BE49-F238E27FC236}">
                <a16:creationId xmlns:a16="http://schemas.microsoft.com/office/drawing/2014/main" id="{647BD9D0-1299-47D5-A988-8A10B8BCE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pic>
        <p:nvPicPr>
          <p:cNvPr id="7" name="Picture 2" descr="See the source image">
            <a:extLst>
              <a:ext uri="{FF2B5EF4-FFF2-40B4-BE49-F238E27FC236}">
                <a16:creationId xmlns:a16="http://schemas.microsoft.com/office/drawing/2014/main" id="{4C72FD41-D138-485F-BDF5-4F10E39E0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824491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DECE92-4AA3-D30B-5467-EAC02FFBE827}"/>
              </a:ext>
            </a:extLst>
          </p:cNvPr>
          <p:cNvSpPr txBox="1"/>
          <p:nvPr/>
        </p:nvSpPr>
        <p:spPr>
          <a:xfrm>
            <a:off x="4572000" y="2602468"/>
            <a:ext cx="464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7"/>
              </a:rPr>
              <a:t>https://byu-itc-210.github.io/walkthrough/XSS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1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Protecting against XSS exploits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53000"/>
          </a:xfrm>
        </p:spPr>
        <p:txBody>
          <a:bodyPr>
            <a:normAutofit lnSpcReduction="10000"/>
          </a:bodyPr>
          <a:lstStyle/>
          <a:p>
            <a:pPr marL="234950"/>
            <a:r>
              <a:rPr lang="en-US" sz="2600" dirty="0"/>
              <a:t>Eliminate the Possibility</a:t>
            </a:r>
          </a:p>
          <a:p>
            <a:pPr marL="635000" lvl="1"/>
            <a:r>
              <a:rPr lang="en-US" sz="2200" dirty="0"/>
              <a:t>Don’t include user supplied content in your output</a:t>
            </a:r>
          </a:p>
          <a:p>
            <a:pPr marL="234950"/>
            <a:r>
              <a:rPr lang="en-US" sz="2600" dirty="0"/>
              <a:t>Encode and/or Validate Content</a:t>
            </a:r>
          </a:p>
          <a:p>
            <a:pPr marL="635000" lvl="1"/>
            <a:r>
              <a:rPr lang="en-US" sz="2200" dirty="0"/>
              <a:t>Encode data (i.e., escape user input so browser interprets it as data, not code) – output encode all user supplied input.</a:t>
            </a:r>
          </a:p>
          <a:p>
            <a:pPr marL="635000" lvl="1"/>
            <a:r>
              <a:rPr lang="en-US" sz="2200" dirty="0"/>
              <a:t>Use DOM </a:t>
            </a:r>
            <a:r>
              <a:rPr lang="en-US" sz="2200" dirty="0" err="1"/>
              <a:t>textContent</a:t>
            </a:r>
            <a:r>
              <a:rPr lang="en-US" sz="2200" dirty="0"/>
              <a:t> or </a:t>
            </a:r>
            <a:r>
              <a:rPr lang="en-US" sz="2200" dirty="0" err="1"/>
              <a:t>innerText</a:t>
            </a:r>
            <a:r>
              <a:rPr lang="en-US" sz="2200" dirty="0"/>
              <a:t> properties – not </a:t>
            </a:r>
            <a:r>
              <a:rPr lang="en-US" sz="2200" dirty="0" err="1"/>
              <a:t>innerHTML</a:t>
            </a:r>
            <a:endParaRPr lang="en-US" sz="2200" dirty="0"/>
          </a:p>
          <a:p>
            <a:pPr marL="635000" lvl="1"/>
            <a:r>
              <a:rPr lang="en-US" sz="2200" dirty="0"/>
              <a:t>Validate data when rich text is required</a:t>
            </a:r>
            <a:br>
              <a:rPr lang="en-US" sz="2200" dirty="0"/>
            </a:br>
            <a:r>
              <a:rPr lang="en-US" sz="2200" dirty="0"/>
              <a:t>(i.e., filter user input to suppress unauthorized code).</a:t>
            </a:r>
          </a:p>
          <a:p>
            <a:pPr marL="234950"/>
            <a:r>
              <a:rPr lang="en-US" sz="2600" dirty="0"/>
              <a:t>Use the Content-Security-Policy Header (CSP)</a:t>
            </a:r>
          </a:p>
          <a:p>
            <a:pPr marL="635000" lvl="1"/>
            <a:r>
              <a:rPr lang="en-US" sz="2200" dirty="0"/>
              <a:t>(e.g., Content-Security-Policy: default-</a:t>
            </a:r>
            <a:r>
              <a:rPr lang="en-US" sz="2200" dirty="0" err="1"/>
              <a:t>src</a:t>
            </a:r>
            <a:r>
              <a:rPr lang="en-US" sz="2200" dirty="0"/>
              <a:t> 'self’ )</a:t>
            </a:r>
          </a:p>
          <a:p>
            <a:pPr marL="234950"/>
            <a:r>
              <a:rPr lang="en-US" sz="2600" dirty="0"/>
              <a:t>Protect Cookies</a:t>
            </a:r>
          </a:p>
          <a:p>
            <a:pPr marL="635000" lvl="1"/>
            <a:r>
              <a:rPr lang="en-US" sz="2200" dirty="0"/>
              <a:t>(e.g., Set-Cookie: Token=mytokenvalue123; Secure; </a:t>
            </a:r>
            <a:r>
              <a:rPr lang="en-US" sz="2200" dirty="0" err="1"/>
              <a:t>HttpOnly</a:t>
            </a:r>
            <a:r>
              <a:rPr lang="en-US" sz="2200" dirty="0"/>
              <a:t> )</a:t>
            </a:r>
          </a:p>
          <a:p>
            <a:pPr marL="234950"/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F9E46-3E88-59D8-1D8A-2A73F8E1669F}"/>
              </a:ext>
            </a:extLst>
          </p:cNvPr>
          <p:cNvSpPr txBox="1"/>
          <p:nvPr/>
        </p:nvSpPr>
        <p:spPr>
          <a:xfrm>
            <a:off x="2667000" y="6027003"/>
            <a:ext cx="647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See:</a:t>
            </a:r>
            <a:br>
              <a:rPr lang="en-US" sz="1200" dirty="0">
                <a:hlinkClick r:id="rId4"/>
              </a:rPr>
            </a:br>
            <a:r>
              <a:rPr lang="en-US" sz="1200" dirty="0">
                <a:hlinkClick r:id="rId4"/>
              </a:rPr>
              <a:t>https://cheatsheetseries.owasp.org/cheatsheets/Cross_Site_Scripting_Prevention_Cheat_Sheet.html</a:t>
            </a:r>
            <a:br>
              <a:rPr lang="en-US" sz="1200" dirty="0"/>
            </a:br>
            <a:r>
              <a:rPr lang="en-US" sz="1200" dirty="0">
                <a:hlinkClick r:id="rId5"/>
              </a:rPr>
              <a:t>https://developer.mozilla.org/en-US/docs/Web/HTTP/CSP</a:t>
            </a:r>
            <a:r>
              <a:rPr lang="en-US" sz="1200" dirty="0"/>
              <a:t> 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78330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4F33-80D7-50D2-4C41-96E17B78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text on the server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54ABD-18BD-106B-9A78-1453B4A3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PHP</a:t>
            </a:r>
          </a:p>
          <a:p>
            <a:pPr lvl="1"/>
            <a:r>
              <a:rPr lang="en-US" dirty="0" err="1"/>
              <a:t>htmlspecialchars</a:t>
            </a:r>
            <a:r>
              <a:rPr lang="en-US" dirty="0"/>
              <a:t>($str)</a:t>
            </a:r>
          </a:p>
          <a:p>
            <a:r>
              <a:rPr lang="en-US" dirty="0"/>
              <a:t>Node.js (Server-side JavaScript)</a:t>
            </a:r>
          </a:p>
          <a:p>
            <a:pPr lvl="1"/>
            <a:r>
              <a:rPr lang="en-US" dirty="0"/>
              <a:t>Nothing native but various sanitizers are available in libraries.</a:t>
            </a:r>
          </a:p>
          <a:p>
            <a:pPr lvl="1"/>
            <a:r>
              <a:rPr lang="en-US" dirty="0"/>
              <a:t>Write your own: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</a:rPr>
              <a:t>htmlEncode</a:t>
            </a:r>
            <a:r>
              <a:rPr lang="en-US" dirty="0">
                <a:latin typeface="Consolas" panose="020B0609020204030204" pitchFamily="49" charset="0"/>
              </a:rPr>
              <a:t>(string) 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return </a:t>
            </a:r>
            <a:r>
              <a:rPr lang="en-US" dirty="0" err="1">
                <a:latin typeface="Consolas" panose="020B0609020204030204" pitchFamily="49" charset="0"/>
              </a:rPr>
              <a:t>string.replaceAll</a:t>
            </a:r>
            <a:r>
              <a:rPr lang="en-US" dirty="0">
                <a:latin typeface="Consolas" panose="020B0609020204030204" pitchFamily="49" charset="0"/>
              </a:rPr>
              <a:t>('&amp;', '&amp;amp;')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.</a:t>
            </a:r>
            <a:r>
              <a:rPr lang="en-US" dirty="0" err="1">
                <a:latin typeface="Consolas" panose="020B0609020204030204" pitchFamily="49" charset="0"/>
              </a:rPr>
              <a:t>replaceAll</a:t>
            </a:r>
            <a:r>
              <a:rPr lang="en-US" dirty="0">
                <a:latin typeface="Consolas" panose="020B0609020204030204" pitchFamily="49" charset="0"/>
              </a:rPr>
              <a:t>('&lt;', '&amp;</a:t>
            </a:r>
            <a:r>
              <a:rPr lang="en-US" dirty="0" err="1">
                <a:latin typeface="Consolas" panose="020B0609020204030204" pitchFamily="49" charset="0"/>
              </a:rPr>
              <a:t>lt</a:t>
            </a:r>
            <a:r>
              <a:rPr lang="en-US" dirty="0">
                <a:latin typeface="Consolas" panose="020B0609020204030204" pitchFamily="49" charset="0"/>
              </a:rPr>
              <a:t>;')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.</a:t>
            </a:r>
            <a:r>
              <a:rPr lang="en-US" dirty="0" err="1">
                <a:latin typeface="Consolas" panose="020B0609020204030204" pitchFamily="49" charset="0"/>
              </a:rPr>
              <a:t>replaceAll</a:t>
            </a:r>
            <a:r>
              <a:rPr lang="en-US" dirty="0">
                <a:latin typeface="Consolas" panose="020B0609020204030204" pitchFamily="49" charset="0"/>
              </a:rPr>
              <a:t>('&gt;', '&amp;</a:t>
            </a:r>
            <a:r>
              <a:rPr lang="en-US" dirty="0" err="1">
                <a:latin typeface="Consolas" panose="020B0609020204030204" pitchFamily="49" charset="0"/>
              </a:rPr>
              <a:t>gt</a:t>
            </a:r>
            <a:r>
              <a:rPr lang="en-US" dirty="0">
                <a:latin typeface="Consolas" panose="020B0609020204030204" pitchFamily="49" charset="0"/>
              </a:rPr>
              <a:t>;')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.</a:t>
            </a:r>
            <a:r>
              <a:rPr lang="en-US" dirty="0" err="1">
                <a:latin typeface="Consolas" panose="020B0609020204030204" pitchFamily="49" charset="0"/>
              </a:rPr>
              <a:t>replaceAll</a:t>
            </a:r>
            <a:r>
              <a:rPr lang="en-US" dirty="0">
                <a:latin typeface="Consolas" panose="020B0609020204030204" pitchFamily="49" charset="0"/>
              </a:rPr>
              <a:t>('"', '&amp;</a:t>
            </a:r>
            <a:r>
              <a:rPr lang="en-US" dirty="0" err="1">
                <a:latin typeface="Consolas" panose="020B0609020204030204" pitchFamily="49" charset="0"/>
              </a:rPr>
              <a:t>quot</a:t>
            </a:r>
            <a:r>
              <a:rPr lang="en-US" dirty="0">
                <a:latin typeface="Consolas" panose="020B0609020204030204" pitchFamily="49" charset="0"/>
              </a:rPr>
              <a:t>;')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    .</a:t>
            </a:r>
            <a:r>
              <a:rPr lang="en-US" dirty="0" err="1">
                <a:latin typeface="Consolas" panose="020B0609020204030204" pitchFamily="49" charset="0"/>
              </a:rPr>
              <a:t>replaceAll</a:t>
            </a:r>
            <a:r>
              <a:rPr lang="en-US" dirty="0">
                <a:latin typeface="Consolas" panose="020B0609020204030204" pitchFamily="49" charset="0"/>
              </a:rPr>
              <a:t>("'", '&amp;apos;');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/>
              <a:t>Libraries are available to remove script while preserving formatting.</a:t>
            </a:r>
          </a:p>
          <a:p>
            <a:r>
              <a:rPr lang="en-US" dirty="0"/>
              <a:t>Other languages have their own encoding libraries.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8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9A5B-0B43-359A-61A7-1F320028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text on the browser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B541-3955-9205-ED7A-A200FEB92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highlight>
                  <a:srgbClr val="C0C0C0"/>
                </a:highlight>
              </a:rPr>
              <a:t>innerText</a:t>
            </a:r>
            <a:r>
              <a:rPr lang="en-US" dirty="0"/>
              <a:t> or </a:t>
            </a:r>
            <a:r>
              <a:rPr lang="en-US" dirty="0" err="1">
                <a:highlight>
                  <a:srgbClr val="C0C0C0"/>
                </a:highlight>
              </a:rPr>
              <a:t>textContent</a:t>
            </a:r>
            <a:endParaRPr lang="en-US" dirty="0">
              <a:highlight>
                <a:srgbClr val="C0C0C0"/>
              </a:highlight>
            </a:endParaRPr>
          </a:p>
          <a:p>
            <a:r>
              <a:rPr lang="en-US" dirty="0"/>
              <a:t>Use the same </a:t>
            </a:r>
            <a:r>
              <a:rPr lang="en-US" dirty="0" err="1">
                <a:highlight>
                  <a:srgbClr val="C0C0C0"/>
                </a:highlight>
              </a:rPr>
              <a:t>htmlEncode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function listed for server-side Node.js</a:t>
            </a:r>
          </a:p>
          <a:p>
            <a:r>
              <a:rPr lang="en-US" dirty="0"/>
              <a:t>Use </a:t>
            </a:r>
            <a:r>
              <a:rPr lang="en-US" dirty="0" err="1">
                <a:highlight>
                  <a:srgbClr val="C0C0C0"/>
                </a:highlight>
              </a:rPr>
              <a:t>document.createTextNode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206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81629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951E0B-E8A2-4C4A-A4FD-522CD0DE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569" y="1600200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8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Demo: Browser-Side Protection</a:t>
            </a:r>
          </a:p>
        </p:txBody>
      </p:sp>
      <p:sp>
        <p:nvSpPr>
          <p:cNvPr id="1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1159"/>
            <a:ext cx="409865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Graphic 5" descr="Web Design">
            <a:extLst>
              <a:ext uri="{FF2B5EF4-FFF2-40B4-BE49-F238E27FC236}">
                <a16:creationId xmlns:a16="http://schemas.microsoft.com/office/drawing/2014/main" id="{647BD9D0-1299-47D5-A988-8A10B8BCE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pic>
        <p:nvPicPr>
          <p:cNvPr id="7" name="Picture 2" descr="See the source image">
            <a:extLst>
              <a:ext uri="{FF2B5EF4-FFF2-40B4-BE49-F238E27FC236}">
                <a16:creationId xmlns:a16="http://schemas.microsoft.com/office/drawing/2014/main" id="{4C72FD41-D138-485F-BDF5-4F10E39E0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824491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16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5B5F-D187-7BAB-81CA-BB4AF998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Security Policy (CSP)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43BD-DBFA-24DA-DCE6-30E878CE5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686800" cy="5211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is bad enough:</a:t>
            </a:r>
          </a:p>
          <a:p>
            <a:pPr marL="45720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&lt;script&gt;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// Get or change some info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&lt;/script&gt;</a:t>
            </a: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dirty="0"/>
              <a:t>But with this you can do a lot more</a:t>
            </a:r>
          </a:p>
          <a:p>
            <a:pPr marL="45720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&lt;script </a:t>
            </a:r>
            <a:r>
              <a:rPr lang="en-US" sz="2400" dirty="0" err="1">
                <a:latin typeface="Consolas" panose="020B0609020204030204" pitchFamily="49" charset="0"/>
              </a:rPr>
              <a:t>src</a:t>
            </a:r>
            <a:r>
              <a:rPr lang="en-US" sz="2400" dirty="0">
                <a:latin typeface="Consolas" panose="020B0609020204030204" pitchFamily="49" charset="0"/>
              </a:rPr>
              <a:t>="nefarious.net/stealdata.js"&gt;&lt;/script&gt;</a:t>
            </a: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dirty="0"/>
              <a:t>Or what about this?</a:t>
            </a:r>
          </a:p>
          <a:p>
            <a:pPr marL="45720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latin typeface="Consolas" panose="020B0609020204030204" pitchFamily="49" charset="0"/>
              </a:rPr>
              <a:t>img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src</a:t>
            </a:r>
            <a:r>
              <a:rPr lang="en-US" sz="2200" dirty="0">
                <a:latin typeface="Consolas" panose="020B0609020204030204" pitchFamily="49" charset="0"/>
              </a:rPr>
              <a:t>="/</a:t>
            </a:r>
            <a:r>
              <a:rPr lang="en-US" sz="2200" dirty="0" err="1">
                <a:latin typeface="Consolas" panose="020B0609020204030204" pitchFamily="49" charset="0"/>
              </a:rPr>
              <a:t>api</a:t>
            </a:r>
            <a:r>
              <a:rPr lang="en-US" sz="2200" dirty="0">
                <a:latin typeface="Consolas" panose="020B0609020204030204" pitchFamily="49" charset="0"/>
              </a:rPr>
              <a:t>/data/</a:t>
            </a:r>
            <a:r>
              <a:rPr lang="en-US" sz="2200" dirty="0" err="1">
                <a:latin typeface="Consolas" panose="020B0609020204030204" pitchFamily="49" charset="0"/>
              </a:rPr>
              <a:t>delete?id</a:t>
            </a:r>
            <a:r>
              <a:rPr lang="en-US" sz="2200" dirty="0">
                <a:latin typeface="Consolas" panose="020B0609020204030204" pitchFamily="49" charset="0"/>
              </a:rPr>
              <a:t>=5"/&gt;</a:t>
            </a:r>
          </a:p>
          <a:p>
            <a:pPr marL="45720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r>
              <a:rPr lang="en-US" dirty="0"/>
              <a:t>The Content-Security-Policy header lets you set allowed sources for: scripts, images, fonts, </a:t>
            </a:r>
            <a:r>
              <a:rPr lang="en-US" dirty="0" err="1"/>
              <a:t>iframes</a:t>
            </a:r>
            <a:r>
              <a:rPr lang="en-US" dirty="0"/>
              <a:t>, audio/video, etc.</a:t>
            </a:r>
          </a:p>
        </p:txBody>
      </p:sp>
    </p:spTree>
    <p:extLst>
      <p:ext uri="{BB962C8B-B14F-4D97-AF65-F5344CB8AC3E}">
        <p14:creationId xmlns:p14="http://schemas.microsoft.com/office/powerpoint/2010/main" val="1374592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3BEC-DE61-4F08-8223-901A3BC9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4947-40BA-1AC5-78FC-B3ECCF70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Content-Security-Policy: default-</a:t>
            </a:r>
            <a:r>
              <a:rPr lang="en-US" sz="2000" dirty="0" err="1">
                <a:latin typeface="Consolas" panose="020B0609020204030204" pitchFamily="49" charset="0"/>
              </a:rPr>
              <a:t>src</a:t>
            </a:r>
            <a:r>
              <a:rPr lang="en-US" sz="2000" dirty="0">
                <a:latin typeface="Consolas" panose="020B0609020204030204" pitchFamily="49" charset="0"/>
              </a:rPr>
              <a:t> 'self';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connect-</a:t>
            </a:r>
            <a:r>
              <a:rPr lang="en-US" sz="2000" dirty="0" err="1">
                <a:latin typeface="Consolas" panose="020B0609020204030204" pitchFamily="49" charset="0"/>
              </a:rPr>
              <a:t>src</a:t>
            </a:r>
            <a:r>
              <a:rPr lang="en-US" sz="2000" dirty="0">
                <a:latin typeface="Consolas" panose="020B0609020204030204" pitchFamily="49" charset="0"/>
              </a:rPr>
              <a:t>: 'self' https://scripture.dicax.org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header indicates that all content, including scripts and images, must come from the same server that served the page. However, a JavaScript fetch() can access https://scripture.dicax.org.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5D9F0-81DE-B645-EBD2-E6A195EEEB2B}"/>
              </a:ext>
            </a:extLst>
          </p:cNvPr>
          <p:cNvSpPr txBox="1"/>
          <p:nvPr/>
        </p:nvSpPr>
        <p:spPr>
          <a:xfrm>
            <a:off x="2514600" y="6550223"/>
            <a:ext cx="662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hlinkClick r:id="rId2"/>
              </a:rPr>
              <a:t>https://developer.mozilla.org/en-US/docs/Web/HTTP/Headers/Content-Security-Policy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029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3BEC-DE61-4F08-8223-901A3BC9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CSP Sandbox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4947-40BA-1AC5-78FC-B3ECCF70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Content-Security-Policy: sandbox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puts the page in a sandbox thereby preventing popups, execution of scripts, and other actions. Using keywords, disabled features can be selectively re-enabled.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5D9F0-81DE-B645-EBD2-E6A195EEEB2B}"/>
              </a:ext>
            </a:extLst>
          </p:cNvPr>
          <p:cNvSpPr txBox="1"/>
          <p:nvPr/>
        </p:nvSpPr>
        <p:spPr>
          <a:xfrm>
            <a:off x="1905000" y="6550223"/>
            <a:ext cx="723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hlinkClick r:id="rId2"/>
              </a:rPr>
              <a:t>https://developer.mozilla.org/en-US/docs/Web/HTTP/Headers/Content-Security-Policy/sandbox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2034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E939-9E2A-3957-E070-D81BE5B7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Cookie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E0D7-6E75-A427-FC7A-FDABDBFF7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r>
              <a:rPr lang="en-US" dirty="0"/>
              <a:t>Typical Set-Cookie Headers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Token=mytokenvalue123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Token=mytokenvalue123; Expires=Wed 21 Oct 2015 07:00:00 GMT 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Token=mytokenvalue123; Max-Age=3600</a:t>
            </a:r>
          </a:p>
          <a:p>
            <a:r>
              <a:rPr lang="en-US" dirty="0"/>
              <a:t>Security Options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Token=mytokenvalue123; </a:t>
            </a:r>
            <a:r>
              <a:rPr lang="en-US" sz="1600" dirty="0" err="1">
                <a:latin typeface="Consolas" panose="020B0609020204030204" pitchFamily="49" charset="0"/>
              </a:rPr>
              <a:t>HttpOnly</a:t>
            </a:r>
            <a:endParaRPr lang="en-US" sz="16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/>
              <a:t>Forbids JavaScript from accessing the cookie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Token=mytokenvalue123; Secure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/>
              <a:t>The cookie may only be sent over HTTPS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Token-mytokenvalue123; </a:t>
            </a:r>
            <a:r>
              <a:rPr lang="en-US" sz="1600" dirty="0" err="1">
                <a:latin typeface="Consolas" panose="020B0609020204030204" pitchFamily="49" charset="0"/>
              </a:rPr>
              <a:t>HttpOnly</a:t>
            </a:r>
            <a:r>
              <a:rPr lang="en-US" sz="1600" dirty="0">
                <a:latin typeface="Consolas" panose="020B0609020204030204" pitchFamily="49" charset="0"/>
              </a:rPr>
              <a:t>; Secure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/>
              <a:t>Both Options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Token-mytokenvalue123; </a:t>
            </a:r>
            <a:r>
              <a:rPr lang="en-US" sz="1600" dirty="0" err="1">
                <a:latin typeface="Consolas" panose="020B0609020204030204" pitchFamily="49" charset="0"/>
              </a:rPr>
              <a:t>SameSite</a:t>
            </a:r>
            <a:r>
              <a:rPr lang="en-US" sz="1600" dirty="0">
                <a:latin typeface="Consolas" panose="020B0609020204030204" pitchFamily="49" charset="0"/>
              </a:rPr>
              <a:t>=Strict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/>
              <a:t>Don’t include the cookie in cross-site requests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Set-Cookie: Token-mytokenvalue123; Path=/docs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/>
              <a:t>Only include the cookie for the specified paths and </a:t>
            </a:r>
            <a:r>
              <a:rPr lang="en-US" sz="1600" dirty="0" err="1"/>
              <a:t>subpaths</a:t>
            </a:r>
            <a:r>
              <a:rPr lang="en-US" sz="1600" dirty="0"/>
              <a:t>.</a:t>
            </a:r>
            <a:endParaRPr lang="en-US" sz="16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8CFAF-E6E3-29D7-A3A8-3A1052842181}"/>
              </a:ext>
            </a:extLst>
          </p:cNvPr>
          <p:cNvSpPr txBox="1"/>
          <p:nvPr/>
        </p:nvSpPr>
        <p:spPr>
          <a:xfrm>
            <a:off x="1905000" y="6550223"/>
            <a:ext cx="723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hlinkClick r:id="rId2"/>
              </a:rPr>
              <a:t>https://developer.mozilla.org/en-US/docs/Web/HTTP/Headers</a:t>
            </a:r>
            <a:r>
              <a:rPr lang="en-US" sz="1400">
                <a:hlinkClick r:id="rId2"/>
              </a:rPr>
              <a:t>/Set-Cookie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295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0E49-26A6-4D2E-AD5D-FC8484361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7A26-C335-462B-AB3E-7AD989A0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Can server-side code be vulnerable to XSS attacks?</a:t>
            </a:r>
          </a:p>
          <a:p>
            <a:r>
              <a:rPr lang="en-US" altLang="en-US" sz="2400" dirty="0"/>
              <a:t>Can browser-side code be vulnerable to XSS attacks?</a:t>
            </a:r>
          </a:p>
          <a:p>
            <a:r>
              <a:rPr lang="en-US" altLang="en-US" sz="2400" dirty="0"/>
              <a:t>Name three methods for protecting against XSS attacks.</a:t>
            </a:r>
          </a:p>
          <a:p>
            <a:r>
              <a:rPr lang="en-US" altLang="en-US" sz="2400" dirty="0"/>
              <a:t>If you wanted the user to be able to enter raw HTML (for formatting) how would you protect against XSS attacks?</a:t>
            </a:r>
          </a:p>
          <a:p>
            <a:endParaRPr lang="en-US" altLang="en-US" sz="24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29543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TYTAG" val="EmptyTag"/>
  <p:tag name="11/13/2009" val="LastModifie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1/13/2009" val="LastModifi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1051</Words>
  <Application>Microsoft Office PowerPoint</Application>
  <PresentationFormat>On-screen Show (4:3)</PresentationFormat>
  <Paragraphs>128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Webdings</vt:lpstr>
      <vt:lpstr>Office Theme</vt:lpstr>
      <vt:lpstr>Cross-Site Scripting (XSS)</vt:lpstr>
      <vt:lpstr>OWASP Top 10 - 2021</vt:lpstr>
      <vt:lpstr>XSS is a type of injection attack</vt:lpstr>
      <vt:lpstr>Cross-Site Scripting Illustrated</vt:lpstr>
      <vt:lpstr>Warning</vt:lpstr>
      <vt:lpstr>Walkthrough: Cross-Site Scripting</vt:lpstr>
      <vt:lpstr>Protecting against XSS exploits</vt:lpstr>
      <vt:lpstr>Encoding text on the server side</vt:lpstr>
      <vt:lpstr>Encoding text on the browser side</vt:lpstr>
      <vt:lpstr>Demo: Browser-Side Protection</vt:lpstr>
      <vt:lpstr>Content Security Policy (CSP) </vt:lpstr>
      <vt:lpstr>Sample CSP</vt:lpstr>
      <vt:lpstr>CSP Sandbox</vt:lpstr>
      <vt:lpstr>Cookie Security</vt:lpstr>
      <vt:lpstr>Study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Cross-Site Scripting (XSS)</dc:title>
  <dc:creator>Brandt Redd</dc:creator>
  <cp:lastModifiedBy>Brandt Redd</cp:lastModifiedBy>
  <cp:revision>1</cp:revision>
  <dcterms:created xsi:type="dcterms:W3CDTF">2020-09-23T04:21:49Z</dcterms:created>
  <dcterms:modified xsi:type="dcterms:W3CDTF">2025-03-07T18:35:45Z</dcterms:modified>
</cp:coreProperties>
</file>