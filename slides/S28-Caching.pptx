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62" r:id="rId5"/>
    <p:sldId id="258" r:id="rId6"/>
    <p:sldId id="260" r:id="rId7"/>
    <p:sldId id="261" r:id="rId8"/>
    <p:sldId id="259" r:id="rId9"/>
    <p:sldId id="264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347188-5EB5-4091-9EC5-703895FE56EA}" v="3" dt="2024-11-10T16:49:28.6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75974" autoAdjust="0"/>
  </p:normalViewPr>
  <p:slideViewPr>
    <p:cSldViewPr snapToGrid="0">
      <p:cViewPr varScale="1">
        <p:scale>
          <a:sx n="90" d="100"/>
          <a:sy n="90" d="100"/>
        </p:scale>
        <p:origin x="537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F4752564-D735-4E46-94E9-D3BC5369769D}"/>
    <pc:docChg chg="modSld">
      <pc:chgData name="Brandt Redd" userId="be8ed540b98adac0" providerId="LiveId" clId="{F4752564-D735-4E46-94E9-D3BC5369769D}" dt="2024-03-22T04:45:09.634" v="3" actId="20577"/>
      <pc:docMkLst>
        <pc:docMk/>
      </pc:docMkLst>
      <pc:sldChg chg="modSp mod">
        <pc:chgData name="Brandt Redd" userId="be8ed540b98adac0" providerId="LiveId" clId="{F4752564-D735-4E46-94E9-D3BC5369769D}" dt="2024-03-22T04:43:06.602" v="1" actId="6549"/>
        <pc:sldMkLst>
          <pc:docMk/>
          <pc:sldMk cId="3012399458" sldId="260"/>
        </pc:sldMkLst>
        <pc:spChg chg="mod">
          <ac:chgData name="Brandt Redd" userId="be8ed540b98adac0" providerId="LiveId" clId="{F4752564-D735-4E46-94E9-D3BC5369769D}" dt="2024-03-22T04:43:06.602" v="1" actId="6549"/>
          <ac:spMkLst>
            <pc:docMk/>
            <pc:sldMk cId="3012399458" sldId="260"/>
            <ac:spMk id="3" creationId="{05F62179-D59B-1E47-06D3-268D22CF89F7}"/>
          </ac:spMkLst>
        </pc:spChg>
      </pc:sldChg>
      <pc:sldChg chg="modSp mod">
        <pc:chgData name="Brandt Redd" userId="be8ed540b98adac0" providerId="LiveId" clId="{F4752564-D735-4E46-94E9-D3BC5369769D}" dt="2024-03-22T04:45:09.634" v="3" actId="20577"/>
        <pc:sldMkLst>
          <pc:docMk/>
          <pc:sldMk cId="4229941219" sldId="264"/>
        </pc:sldMkLst>
        <pc:spChg chg="mod">
          <ac:chgData name="Brandt Redd" userId="be8ed540b98adac0" providerId="LiveId" clId="{F4752564-D735-4E46-94E9-D3BC5369769D}" dt="2024-03-22T04:45:09.634" v="3" actId="20577"/>
          <ac:spMkLst>
            <pc:docMk/>
            <pc:sldMk cId="4229941219" sldId="264"/>
            <ac:spMk id="3" creationId="{87637C12-2895-EDD1-59ED-6968B03BA91E}"/>
          </ac:spMkLst>
        </pc:spChg>
      </pc:sldChg>
    </pc:docChg>
  </pc:docChgLst>
  <pc:docChgLst>
    <pc:chgData name="Brandt Redd" userId="be8ed540b98adac0" providerId="LiveId" clId="{B8347188-5EB5-4091-9EC5-703895FE56EA}"/>
    <pc:docChg chg="custSel addSld modSld">
      <pc:chgData name="Brandt Redd" userId="be8ed540b98adac0" providerId="LiveId" clId="{B8347188-5EB5-4091-9EC5-703895FE56EA}" dt="2024-11-10T16:50:25.437" v="35" actId="1076"/>
      <pc:docMkLst>
        <pc:docMk/>
      </pc:docMkLst>
      <pc:sldChg chg="addSp delSp modSp new mod modClrScheme chgLayout">
        <pc:chgData name="Brandt Redd" userId="be8ed540b98adac0" providerId="LiveId" clId="{B8347188-5EB5-4091-9EC5-703895FE56EA}" dt="2024-11-10T16:50:25.437" v="35" actId="1076"/>
        <pc:sldMkLst>
          <pc:docMk/>
          <pc:sldMk cId="353140231" sldId="265"/>
        </pc:sldMkLst>
        <pc:spChg chg="del">
          <ac:chgData name="Brandt Redd" userId="be8ed540b98adac0" providerId="LiveId" clId="{B8347188-5EB5-4091-9EC5-703895FE56EA}" dt="2024-11-10T16:43:58.907" v="1" actId="700"/>
          <ac:spMkLst>
            <pc:docMk/>
            <pc:sldMk cId="353140231" sldId="265"/>
            <ac:spMk id="2" creationId="{2BCAB509-8B4F-0281-9873-23AC4DD1F797}"/>
          </ac:spMkLst>
        </pc:spChg>
        <pc:spChg chg="del">
          <ac:chgData name="Brandt Redd" userId="be8ed540b98adac0" providerId="LiveId" clId="{B8347188-5EB5-4091-9EC5-703895FE56EA}" dt="2024-11-10T16:43:58.907" v="1" actId="700"/>
          <ac:spMkLst>
            <pc:docMk/>
            <pc:sldMk cId="353140231" sldId="265"/>
            <ac:spMk id="3" creationId="{77EB8CEC-82F1-F7E4-C50E-DA4C58B3C0BA}"/>
          </ac:spMkLst>
        </pc:spChg>
        <pc:spChg chg="add mod">
          <ac:chgData name="Brandt Redd" userId="be8ed540b98adac0" providerId="LiveId" clId="{B8347188-5EB5-4091-9EC5-703895FE56EA}" dt="2024-11-10T16:50:25.437" v="35" actId="1076"/>
          <ac:spMkLst>
            <pc:docMk/>
            <pc:sldMk cId="353140231" sldId="265"/>
            <ac:spMk id="4" creationId="{19705BB0-E55E-95F9-71F1-6853D1D991EF}"/>
          </ac:spMkLst>
        </pc:spChg>
        <pc:picChg chg="add mod">
          <ac:chgData name="Brandt Redd" userId="be8ed540b98adac0" providerId="LiveId" clId="{B8347188-5EB5-4091-9EC5-703895FE56EA}" dt="2024-11-10T16:50:21.356" v="34" actId="1076"/>
          <ac:picMkLst>
            <pc:docMk/>
            <pc:sldMk cId="353140231" sldId="265"/>
            <ac:picMk id="3" creationId="{908083C8-0AE4-F9B4-4A05-BFBF7BFF85B5}"/>
          </ac:picMkLst>
        </pc:picChg>
        <pc:picChg chg="add del mod">
          <ac:chgData name="Brandt Redd" userId="be8ed540b98adac0" providerId="LiveId" clId="{B8347188-5EB5-4091-9EC5-703895FE56EA}" dt="2024-11-10T16:45:04.768" v="7" actId="478"/>
          <ac:picMkLst>
            <pc:docMk/>
            <pc:sldMk cId="353140231" sldId="265"/>
            <ac:picMk id="5" creationId="{AA0CDE90-87EA-64A5-9BC6-3BC7DD721F46}"/>
          </ac:picMkLst>
        </pc:picChg>
      </pc:sldChg>
    </pc:docChg>
  </pc:docChgLst>
  <pc:docChgLst>
    <pc:chgData name="Brandt Redd" userId="be8ed540b98adac0" providerId="LiveId" clId="{C6EBCFC0-F431-4C46-8B54-26CCA8DB16DE}"/>
    <pc:docChg chg="undo redo custSel addSld delSld modSld">
      <pc:chgData name="Brandt Redd" userId="be8ed540b98adac0" providerId="LiveId" clId="{C6EBCFC0-F431-4C46-8B54-26CCA8DB16DE}" dt="2023-11-13T14:53:37.902" v="4780" actId="1076"/>
      <pc:docMkLst>
        <pc:docMk/>
      </pc:docMkLst>
      <pc:sldChg chg="modSp mod">
        <pc:chgData name="Brandt Redd" userId="be8ed540b98adac0" providerId="LiveId" clId="{C6EBCFC0-F431-4C46-8B54-26CCA8DB16DE}" dt="2023-11-11T15:03:21.136" v="36" actId="20577"/>
        <pc:sldMkLst>
          <pc:docMk/>
          <pc:sldMk cId="801502539" sldId="256"/>
        </pc:sldMkLst>
        <pc:spChg chg="mod">
          <ac:chgData name="Brandt Redd" userId="be8ed540b98adac0" providerId="LiveId" clId="{C6EBCFC0-F431-4C46-8B54-26CCA8DB16DE}" dt="2023-11-11T15:03:07.627" v="18" actId="20577"/>
          <ac:spMkLst>
            <pc:docMk/>
            <pc:sldMk cId="801502539" sldId="256"/>
            <ac:spMk id="2" creationId="{CA99DC1B-AA90-B611-5C5D-00A309126515}"/>
          </ac:spMkLst>
        </pc:spChg>
        <pc:spChg chg="mod">
          <ac:chgData name="Brandt Redd" userId="be8ed540b98adac0" providerId="LiveId" clId="{C6EBCFC0-F431-4C46-8B54-26CCA8DB16DE}" dt="2023-11-11T15:03:21.136" v="36" actId="20577"/>
          <ac:spMkLst>
            <pc:docMk/>
            <pc:sldMk cId="801502539" sldId="256"/>
            <ac:spMk id="3" creationId="{E84AF8A1-2F4E-7D68-88D6-052C3F02677B}"/>
          </ac:spMkLst>
        </pc:spChg>
      </pc:sldChg>
      <pc:sldChg chg="addSp delSp modSp new mod modClrScheme chgLayout modNotesTx">
        <pc:chgData name="Brandt Redd" userId="be8ed540b98adac0" providerId="LiveId" clId="{C6EBCFC0-F431-4C46-8B54-26CCA8DB16DE}" dt="2023-11-11T15:08:34.669" v="244" actId="20577"/>
        <pc:sldMkLst>
          <pc:docMk/>
          <pc:sldMk cId="1753401116" sldId="257"/>
        </pc:sldMkLst>
        <pc:spChg chg="del">
          <ac:chgData name="Brandt Redd" userId="be8ed540b98adac0" providerId="LiveId" clId="{C6EBCFC0-F431-4C46-8B54-26CCA8DB16DE}" dt="2023-11-11T15:05:47.861" v="38" actId="700"/>
          <ac:spMkLst>
            <pc:docMk/>
            <pc:sldMk cId="1753401116" sldId="257"/>
            <ac:spMk id="2" creationId="{955E691E-0B28-E70F-E749-C1D238BA249D}"/>
          </ac:spMkLst>
        </pc:spChg>
        <pc:spChg chg="del">
          <ac:chgData name="Brandt Redd" userId="be8ed540b98adac0" providerId="LiveId" clId="{C6EBCFC0-F431-4C46-8B54-26CCA8DB16DE}" dt="2023-11-11T15:05:47.861" v="38" actId="700"/>
          <ac:spMkLst>
            <pc:docMk/>
            <pc:sldMk cId="1753401116" sldId="257"/>
            <ac:spMk id="3" creationId="{FADB6846-7D6F-743A-4E99-9E84AE313416}"/>
          </ac:spMkLst>
        </pc:spChg>
        <pc:spChg chg="add mod">
          <ac:chgData name="Brandt Redd" userId="be8ed540b98adac0" providerId="LiveId" clId="{C6EBCFC0-F431-4C46-8B54-26CCA8DB16DE}" dt="2023-11-11T15:06:33.437" v="48" actId="1076"/>
          <ac:spMkLst>
            <pc:docMk/>
            <pc:sldMk cId="1753401116" sldId="257"/>
            <ac:spMk id="4" creationId="{0DC3A2AD-AB6B-C9CE-C8AF-89638A45F436}"/>
          </ac:spMkLst>
        </pc:spChg>
        <pc:picChg chg="add mod">
          <ac:chgData name="Brandt Redd" userId="be8ed540b98adac0" providerId="LiveId" clId="{C6EBCFC0-F431-4C46-8B54-26CCA8DB16DE}" dt="2023-11-11T15:06:03.043" v="42" actId="1076"/>
          <ac:picMkLst>
            <pc:docMk/>
            <pc:sldMk cId="1753401116" sldId="257"/>
            <ac:picMk id="1026" creationId="{DEF5DECA-6C24-2C9F-3095-9F6946E9A970}"/>
          </ac:picMkLst>
        </pc:picChg>
      </pc:sldChg>
      <pc:sldChg chg="addSp delSp modSp new mod setBg modClrScheme chgLayout modNotesTx">
        <pc:chgData name="Brandt Redd" userId="be8ed540b98adac0" providerId="LiveId" clId="{C6EBCFC0-F431-4C46-8B54-26CCA8DB16DE}" dt="2023-11-11T16:17:05.305" v="2398" actId="27636"/>
        <pc:sldMkLst>
          <pc:docMk/>
          <pc:sldMk cId="758388729" sldId="258"/>
        </pc:sldMkLst>
        <pc:spChg chg="add mod">
          <ac:chgData name="Brandt Redd" userId="be8ed540b98adac0" providerId="LiveId" clId="{C6EBCFC0-F431-4C46-8B54-26CCA8DB16DE}" dt="2023-11-11T16:09:15.019" v="2301" actId="26606"/>
          <ac:spMkLst>
            <pc:docMk/>
            <pc:sldMk cId="758388729" sldId="258"/>
            <ac:spMk id="2" creationId="{8ADE1230-FB55-2B91-1AF1-037733340DFF}"/>
          </ac:spMkLst>
        </pc:spChg>
        <pc:spChg chg="add del mod">
          <ac:chgData name="Brandt Redd" userId="be8ed540b98adac0" providerId="LiveId" clId="{C6EBCFC0-F431-4C46-8B54-26CCA8DB16DE}" dt="2023-11-11T16:17:05.305" v="2398" actId="27636"/>
          <ac:spMkLst>
            <pc:docMk/>
            <pc:sldMk cId="758388729" sldId="258"/>
            <ac:spMk id="3" creationId="{CE402A39-AD59-E138-9EB6-094E1ECE6862}"/>
          </ac:spMkLst>
        </pc:spChg>
        <pc:spChg chg="add mod">
          <ac:chgData name="Brandt Redd" userId="be8ed540b98adac0" providerId="LiveId" clId="{C6EBCFC0-F431-4C46-8B54-26CCA8DB16DE}" dt="2023-11-11T16:14:23.664" v="2329" actId="1076"/>
          <ac:spMkLst>
            <pc:docMk/>
            <pc:sldMk cId="758388729" sldId="258"/>
            <ac:spMk id="4" creationId="{7C013EB7-4FAB-69BC-F8CE-D77F485F93F9}"/>
          </ac:spMkLst>
        </pc:spChg>
        <pc:spChg chg="add del">
          <ac:chgData name="Brandt Redd" userId="be8ed540b98adac0" providerId="LiveId" clId="{C6EBCFC0-F431-4C46-8B54-26CCA8DB16DE}" dt="2023-11-11T16:09:15.019" v="2301" actId="26606"/>
          <ac:spMkLst>
            <pc:docMk/>
            <pc:sldMk cId="758388729" sldId="258"/>
            <ac:spMk id="9" creationId="{1D63C574-BFD2-41A1-A567-B0C3CC7FDD4F}"/>
          </ac:spMkLst>
        </pc:spChg>
        <pc:spChg chg="add del">
          <ac:chgData name="Brandt Redd" userId="be8ed540b98adac0" providerId="LiveId" clId="{C6EBCFC0-F431-4C46-8B54-26CCA8DB16DE}" dt="2023-11-11T16:09:15.019" v="2301" actId="26606"/>
          <ac:spMkLst>
            <pc:docMk/>
            <pc:sldMk cId="758388729" sldId="258"/>
            <ac:spMk id="11" creationId="{E2A46BAB-8C31-42B2-90E8-B26DD3E81D37}"/>
          </ac:spMkLst>
        </pc:spChg>
        <pc:grpChg chg="add del">
          <ac:chgData name="Brandt Redd" userId="be8ed540b98adac0" providerId="LiveId" clId="{C6EBCFC0-F431-4C46-8B54-26CCA8DB16DE}" dt="2023-11-11T16:09:15.019" v="2301" actId="26606"/>
          <ac:grpSpMkLst>
            <pc:docMk/>
            <pc:sldMk cId="758388729" sldId="258"/>
            <ac:grpSpMk id="13" creationId="{B3F7A3C7-0737-4E57-B30E-8EEFE638B401}"/>
          </ac:grpSpMkLst>
        </pc:grpChg>
        <pc:grpChg chg="add del">
          <ac:chgData name="Brandt Redd" userId="be8ed540b98adac0" providerId="LiveId" clId="{C6EBCFC0-F431-4C46-8B54-26CCA8DB16DE}" dt="2023-11-11T16:09:15.019" v="2301" actId="26606"/>
          <ac:grpSpMkLst>
            <pc:docMk/>
            <pc:sldMk cId="758388729" sldId="258"/>
            <ac:grpSpMk id="17" creationId="{43F5E015-E085-4624-B431-B42414448684}"/>
          </ac:grpSpMkLst>
        </pc:grpChg>
        <pc:graphicFrameChg chg="add del">
          <ac:chgData name="Brandt Redd" userId="be8ed540b98adac0" providerId="LiveId" clId="{C6EBCFC0-F431-4C46-8B54-26CCA8DB16DE}" dt="2023-11-11T16:09:15.019" v="2301" actId="26606"/>
          <ac:graphicFrameMkLst>
            <pc:docMk/>
            <pc:sldMk cId="758388729" sldId="258"/>
            <ac:graphicFrameMk id="5" creationId="{ABE56207-D24B-22D9-A745-8EEF7D3EA9BA}"/>
          </ac:graphicFrameMkLst>
        </pc:graphicFrameChg>
        <pc:picChg chg="add mod">
          <ac:chgData name="Brandt Redd" userId="be8ed540b98adac0" providerId="LiveId" clId="{C6EBCFC0-F431-4C46-8B54-26CCA8DB16DE}" dt="2023-11-11T16:14:09.950" v="2327" actId="1076"/>
          <ac:picMkLst>
            <pc:docMk/>
            <pc:sldMk cId="758388729" sldId="258"/>
            <ac:picMk id="3074" creationId="{51783B3C-70EA-03E5-DC25-D2C0B7754CC5}"/>
          </ac:picMkLst>
        </pc:picChg>
      </pc:sldChg>
      <pc:sldChg chg="addSp modSp new del mod modClrScheme chgLayout">
        <pc:chgData name="Brandt Redd" userId="be8ed540b98adac0" providerId="LiveId" clId="{C6EBCFC0-F431-4C46-8B54-26CCA8DB16DE}" dt="2023-11-11T15:17:34.901" v="378" actId="2696"/>
        <pc:sldMkLst>
          <pc:docMk/>
          <pc:sldMk cId="2342351539" sldId="259"/>
        </pc:sldMkLst>
        <pc:spChg chg="add mod">
          <ac:chgData name="Brandt Redd" userId="be8ed540b98adac0" providerId="LiveId" clId="{C6EBCFC0-F431-4C46-8B54-26CCA8DB16DE}" dt="2023-11-11T15:17:01.046" v="315" actId="20577"/>
          <ac:spMkLst>
            <pc:docMk/>
            <pc:sldMk cId="2342351539" sldId="259"/>
            <ac:spMk id="2" creationId="{10E0F39F-1EA2-09FD-D7F2-DC5767256735}"/>
          </ac:spMkLst>
        </pc:spChg>
        <pc:spChg chg="add mod">
          <ac:chgData name="Brandt Redd" userId="be8ed540b98adac0" providerId="LiveId" clId="{C6EBCFC0-F431-4C46-8B54-26CCA8DB16DE}" dt="2023-11-11T15:17:21.396" v="377" actId="20577"/>
          <ac:spMkLst>
            <pc:docMk/>
            <pc:sldMk cId="2342351539" sldId="259"/>
            <ac:spMk id="3" creationId="{2629A7BF-0405-1E4B-F4DB-3CE2D1C786B2}"/>
          </ac:spMkLst>
        </pc:spChg>
      </pc:sldChg>
      <pc:sldChg chg="modSp new mod">
        <pc:chgData name="Brandt Redd" userId="be8ed540b98adac0" providerId="LiveId" clId="{C6EBCFC0-F431-4C46-8B54-26CCA8DB16DE}" dt="2023-11-11T16:31:15.430" v="3135" actId="20577"/>
        <pc:sldMkLst>
          <pc:docMk/>
          <pc:sldMk cId="3296974497" sldId="259"/>
        </pc:sldMkLst>
        <pc:spChg chg="mod">
          <ac:chgData name="Brandt Redd" userId="be8ed540b98adac0" providerId="LiveId" clId="{C6EBCFC0-F431-4C46-8B54-26CCA8DB16DE}" dt="2023-11-11T15:18:11.330" v="396" actId="20577"/>
          <ac:spMkLst>
            <pc:docMk/>
            <pc:sldMk cId="3296974497" sldId="259"/>
            <ac:spMk id="2" creationId="{BC3EE4E0-F5AA-2858-EBE0-01DCE87A68F0}"/>
          </ac:spMkLst>
        </pc:spChg>
        <pc:spChg chg="mod">
          <ac:chgData name="Brandt Redd" userId="be8ed540b98adac0" providerId="LiveId" clId="{C6EBCFC0-F431-4C46-8B54-26CCA8DB16DE}" dt="2023-11-11T16:31:15.430" v="3135" actId="20577"/>
          <ac:spMkLst>
            <pc:docMk/>
            <pc:sldMk cId="3296974497" sldId="259"/>
            <ac:spMk id="3" creationId="{6271765B-D8D7-5070-946A-160A4F2DCEC4}"/>
          </ac:spMkLst>
        </pc:spChg>
      </pc:sldChg>
      <pc:sldChg chg="addSp modSp new mod">
        <pc:chgData name="Brandt Redd" userId="be8ed540b98adac0" providerId="LiveId" clId="{C6EBCFC0-F431-4C46-8B54-26CCA8DB16DE}" dt="2023-11-11T16:25:36.383" v="2754" actId="20577"/>
        <pc:sldMkLst>
          <pc:docMk/>
          <pc:sldMk cId="3012399458" sldId="260"/>
        </pc:sldMkLst>
        <pc:spChg chg="mod">
          <ac:chgData name="Brandt Redd" userId="be8ed540b98adac0" providerId="LiveId" clId="{C6EBCFC0-F431-4C46-8B54-26CCA8DB16DE}" dt="2023-11-11T15:23:35.138" v="901" actId="20577"/>
          <ac:spMkLst>
            <pc:docMk/>
            <pc:sldMk cId="3012399458" sldId="260"/>
            <ac:spMk id="2" creationId="{06CBDA7C-A573-D71D-8FCE-1D9A9F7EC4FC}"/>
          </ac:spMkLst>
        </pc:spChg>
        <pc:spChg chg="mod">
          <ac:chgData name="Brandt Redd" userId="be8ed540b98adac0" providerId="LiveId" clId="{C6EBCFC0-F431-4C46-8B54-26CCA8DB16DE}" dt="2023-11-11T16:25:36.383" v="2754" actId="20577"/>
          <ac:spMkLst>
            <pc:docMk/>
            <pc:sldMk cId="3012399458" sldId="260"/>
            <ac:spMk id="3" creationId="{05F62179-D59B-1E47-06D3-268D22CF89F7}"/>
          </ac:spMkLst>
        </pc:spChg>
        <pc:spChg chg="add mod">
          <ac:chgData name="Brandt Redd" userId="be8ed540b98adac0" providerId="LiveId" clId="{C6EBCFC0-F431-4C46-8B54-26CCA8DB16DE}" dt="2023-11-11T16:14:29.912" v="2330"/>
          <ac:spMkLst>
            <pc:docMk/>
            <pc:sldMk cId="3012399458" sldId="260"/>
            <ac:spMk id="5" creationId="{629EB0D8-58B6-3A86-6E27-DFE289C95807}"/>
          </ac:spMkLst>
        </pc:spChg>
        <pc:picChg chg="add mod">
          <ac:chgData name="Brandt Redd" userId="be8ed540b98adac0" providerId="LiveId" clId="{C6EBCFC0-F431-4C46-8B54-26CCA8DB16DE}" dt="2023-11-11T16:14:29.912" v="2330"/>
          <ac:picMkLst>
            <pc:docMk/>
            <pc:sldMk cId="3012399458" sldId="260"/>
            <ac:picMk id="4" creationId="{FDB8FA01-4FCA-8C0E-BBAB-8824DB1E33E3}"/>
          </ac:picMkLst>
        </pc:picChg>
      </pc:sldChg>
      <pc:sldChg chg="addSp modSp new mod">
        <pc:chgData name="Brandt Redd" userId="be8ed540b98adac0" providerId="LiveId" clId="{C6EBCFC0-F431-4C46-8B54-26CCA8DB16DE}" dt="2023-11-13T14:52:49.187" v="4777" actId="20577"/>
        <pc:sldMkLst>
          <pc:docMk/>
          <pc:sldMk cId="1573306267" sldId="261"/>
        </pc:sldMkLst>
        <pc:spChg chg="mod">
          <ac:chgData name="Brandt Redd" userId="be8ed540b98adac0" providerId="LiveId" clId="{C6EBCFC0-F431-4C46-8B54-26CCA8DB16DE}" dt="2023-11-11T16:07:39.410" v="2247" actId="20577"/>
          <ac:spMkLst>
            <pc:docMk/>
            <pc:sldMk cId="1573306267" sldId="261"/>
            <ac:spMk id="2" creationId="{2BE96417-C837-4DA9-C175-49BBA21C04B6}"/>
          </ac:spMkLst>
        </pc:spChg>
        <pc:spChg chg="mod">
          <ac:chgData name="Brandt Redd" userId="be8ed540b98adac0" providerId="LiveId" clId="{C6EBCFC0-F431-4C46-8B54-26CCA8DB16DE}" dt="2023-11-13T14:52:49.187" v="4777" actId="20577"/>
          <ac:spMkLst>
            <pc:docMk/>
            <pc:sldMk cId="1573306267" sldId="261"/>
            <ac:spMk id="3" creationId="{B9F8B8FC-9F54-BA3D-5FD2-800C39CBEA2F}"/>
          </ac:spMkLst>
        </pc:spChg>
        <pc:picChg chg="add mod">
          <ac:chgData name="Brandt Redd" userId="be8ed540b98adac0" providerId="LiveId" clId="{C6EBCFC0-F431-4C46-8B54-26CCA8DB16DE}" dt="2023-11-11T16:26:47.309" v="2762" actId="14100"/>
          <ac:picMkLst>
            <pc:docMk/>
            <pc:sldMk cId="1573306267" sldId="261"/>
            <ac:picMk id="4098" creationId="{691F56A8-648F-9A46-A264-BC5776FD4CEE}"/>
          </ac:picMkLst>
        </pc:picChg>
      </pc:sldChg>
      <pc:sldChg chg="addSp modSp new mod modClrScheme chgLayout">
        <pc:chgData name="Brandt Redd" userId="be8ed540b98adac0" providerId="LiveId" clId="{C6EBCFC0-F431-4C46-8B54-26CCA8DB16DE}" dt="2023-11-11T16:13:08.515" v="2324" actId="1076"/>
        <pc:sldMkLst>
          <pc:docMk/>
          <pc:sldMk cId="1002006334" sldId="262"/>
        </pc:sldMkLst>
        <pc:spChg chg="add mod">
          <ac:chgData name="Brandt Redd" userId="be8ed540b98adac0" providerId="LiveId" clId="{C6EBCFC0-F431-4C46-8B54-26CCA8DB16DE}" dt="2023-11-11T16:03:36.730" v="2150" actId="20577"/>
          <ac:spMkLst>
            <pc:docMk/>
            <pc:sldMk cId="1002006334" sldId="262"/>
            <ac:spMk id="2" creationId="{5596A559-1A4A-F288-C5F8-E831170B01A8}"/>
          </ac:spMkLst>
        </pc:spChg>
        <pc:spChg chg="add mod">
          <ac:chgData name="Brandt Redd" userId="be8ed540b98adac0" providerId="LiveId" clId="{C6EBCFC0-F431-4C46-8B54-26CCA8DB16DE}" dt="2023-11-11T16:04:13.569" v="2230" actId="20577"/>
          <ac:spMkLst>
            <pc:docMk/>
            <pc:sldMk cId="1002006334" sldId="262"/>
            <ac:spMk id="3" creationId="{F1292355-CCF2-3579-8BE2-79CC98429361}"/>
          </ac:spMkLst>
        </pc:spChg>
        <pc:spChg chg="add mod">
          <ac:chgData name="Brandt Redd" userId="be8ed540b98adac0" providerId="LiveId" clId="{C6EBCFC0-F431-4C46-8B54-26CCA8DB16DE}" dt="2023-11-11T16:13:08.515" v="2324" actId="1076"/>
          <ac:spMkLst>
            <pc:docMk/>
            <pc:sldMk cId="1002006334" sldId="262"/>
            <ac:spMk id="4" creationId="{AB73D5D7-E870-3763-78D7-62C7D7C48BAC}"/>
          </ac:spMkLst>
        </pc:spChg>
        <pc:picChg chg="add mod">
          <ac:chgData name="Brandt Redd" userId="be8ed540b98adac0" providerId="LiveId" clId="{C6EBCFC0-F431-4C46-8B54-26CCA8DB16DE}" dt="2023-11-11T16:06:35.291" v="2234" actId="14100"/>
          <ac:picMkLst>
            <pc:docMk/>
            <pc:sldMk cId="1002006334" sldId="262"/>
            <ac:picMk id="2050" creationId="{872BFE82-E512-A309-05AD-7D57A86EB176}"/>
          </ac:picMkLst>
        </pc:picChg>
      </pc:sldChg>
      <pc:sldChg chg="modSp new mod">
        <pc:chgData name="Brandt Redd" userId="be8ed540b98adac0" providerId="LiveId" clId="{C6EBCFC0-F431-4C46-8B54-26CCA8DB16DE}" dt="2023-11-11T16:56:01.167" v="4772" actId="20577"/>
        <pc:sldMkLst>
          <pc:docMk/>
          <pc:sldMk cId="4154550815" sldId="263"/>
        </pc:sldMkLst>
        <pc:spChg chg="mod">
          <ac:chgData name="Brandt Redd" userId="be8ed540b98adac0" providerId="LiveId" clId="{C6EBCFC0-F431-4C46-8B54-26CCA8DB16DE}" dt="2023-11-11T16:31:25.276" v="3151" actId="20577"/>
          <ac:spMkLst>
            <pc:docMk/>
            <pc:sldMk cId="4154550815" sldId="263"/>
            <ac:spMk id="2" creationId="{2E889E8B-6B4A-4066-0D3A-21AD0E9FA5D1}"/>
          </ac:spMkLst>
        </pc:spChg>
        <pc:spChg chg="mod">
          <ac:chgData name="Brandt Redd" userId="be8ed540b98adac0" providerId="LiveId" clId="{C6EBCFC0-F431-4C46-8B54-26CCA8DB16DE}" dt="2023-11-11T16:56:01.167" v="4772" actId="20577"/>
          <ac:spMkLst>
            <pc:docMk/>
            <pc:sldMk cId="4154550815" sldId="263"/>
            <ac:spMk id="3" creationId="{1FFBCF77-A00B-5BDD-7541-2C6D42BB4EBC}"/>
          </ac:spMkLst>
        </pc:spChg>
      </pc:sldChg>
      <pc:sldChg chg="addSp modSp new mod">
        <pc:chgData name="Brandt Redd" userId="be8ed540b98adac0" providerId="LiveId" clId="{C6EBCFC0-F431-4C46-8B54-26CCA8DB16DE}" dt="2023-11-13T14:53:37.902" v="4780" actId="1076"/>
        <pc:sldMkLst>
          <pc:docMk/>
          <pc:sldMk cId="4229941219" sldId="264"/>
        </pc:sldMkLst>
        <pc:spChg chg="mod">
          <ac:chgData name="Brandt Redd" userId="be8ed540b98adac0" providerId="LiveId" clId="{C6EBCFC0-F431-4C46-8B54-26CCA8DB16DE}" dt="2023-11-11T16:52:49.371" v="4320" actId="14100"/>
          <ac:spMkLst>
            <pc:docMk/>
            <pc:sldMk cId="4229941219" sldId="264"/>
            <ac:spMk id="2" creationId="{16B55D1A-DAC5-881E-6134-0AC591A3879D}"/>
          </ac:spMkLst>
        </pc:spChg>
        <pc:spChg chg="mod">
          <ac:chgData name="Brandt Redd" userId="be8ed540b98adac0" providerId="LiveId" clId="{C6EBCFC0-F431-4C46-8B54-26CCA8DB16DE}" dt="2023-11-11T16:52:43.965" v="4319" actId="14100"/>
          <ac:spMkLst>
            <pc:docMk/>
            <pc:sldMk cId="4229941219" sldId="264"/>
            <ac:spMk id="3" creationId="{87637C12-2895-EDD1-59ED-6968B03BA91E}"/>
          </ac:spMkLst>
        </pc:spChg>
        <pc:spChg chg="add mod">
          <ac:chgData name="Brandt Redd" userId="be8ed540b98adac0" providerId="LiveId" clId="{C6EBCFC0-F431-4C46-8B54-26CCA8DB16DE}" dt="2023-11-13T14:53:37.902" v="4780" actId="1076"/>
          <ac:spMkLst>
            <pc:docMk/>
            <pc:sldMk cId="4229941219" sldId="264"/>
            <ac:spMk id="4" creationId="{E15A2E93-7DAD-6942-2B17-6168FE2DC3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A15D0C-778C-4C0A-A14E-49902BE5FD40}" type="datetimeFigureOut">
              <a:rPr lang="en-US" smtClean="0"/>
              <a:t>2024-11-10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AC3A1-4280-4437-AF93-01027BCB0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381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Proxy caches aren’t used much anymore because they don’t work with encrypted connections. Thus, the caching that does happen is at 1, 3, and 4 in the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AC3A1-4280-4437-AF93-01027BCB0B7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002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Cache-Control: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private – intended just for the recipient don’t cache for others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no-store – don’t keep a copy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no-cache – don’t use a cached copy, use this once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max-age – cached copy is stale after these many seconds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must-revalidate – cached copy is immediately stale and should be revalidated before using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proxy-revalidate – a proxy cache must revalidate before using its copy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Immutable – this thing never changes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AC3A1-4280-4437-AF93-01027BCB0B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49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AC3A1-4280-4437-AF93-01027BCB0B7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99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69A67-F01E-A7E7-8B1D-E19B21393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3AD65-DA9E-6A62-8C55-47F7A07674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BE5B3-AACF-E391-6976-4997C326C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8D3CE-A07F-4252-9BC2-BB78271C8EEF}" type="datetimeFigureOut">
              <a:rPr lang="en-US" smtClean="0"/>
              <a:t>2024-11-10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613A1-036E-57FC-50D9-0A637597E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116D7-7A76-9EE5-A547-C12CB3661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1450-82B9-4883-A18E-D6C54884C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23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2AEB5-A7A4-29B2-D4DE-28305C7D5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223B0-969E-1587-4503-DD28C8667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05E64-2DF6-49FD-C49F-B710DB75D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8D3CE-A07F-4252-9BC2-BB78271C8EEF}" type="datetimeFigureOut">
              <a:rPr lang="en-US" smtClean="0"/>
              <a:t>2024-11-10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7E9CF-EE76-BD78-552D-0F31DFFD2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F2747-C3E3-85D9-538E-AE41105E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1450-82B9-4883-A18E-D6C54884C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0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62256-1E51-2281-FECD-F45B82C4F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116DD-CDA6-25C8-38FA-87D18E038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2AE89-85FE-E74E-5B0F-B2B8ACB7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8D3CE-A07F-4252-9BC2-BB78271C8EEF}" type="datetimeFigureOut">
              <a:rPr lang="en-US" smtClean="0"/>
              <a:t>2024-11-10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C0FBC-5FBB-A3E8-9164-642AA777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D3B0C-FB4D-D33B-08A9-738C009C2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1450-82B9-4883-A18E-D6C54884C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058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C4713-0E31-E08E-B8CF-459B4480E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1A704-E171-62B8-8F83-F678B76DB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F6E2A-3818-2BD6-BCD0-D4063AC77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0BCEB-458F-E9F8-0761-D47C780FC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8D3CE-A07F-4252-9BC2-BB78271C8EEF}" type="datetimeFigureOut">
              <a:rPr lang="en-US" smtClean="0"/>
              <a:t>2024-11-10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A21154-94CA-E3CC-31DD-35ADF3953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17AA6-7CB2-385F-6646-36DE61F15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1450-82B9-4883-A18E-D6C54884C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38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74C28-982E-B6A4-C7DF-B0025B57A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1159F-CB81-1C6C-49FA-AFBA83C07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4711D-5AE7-1265-B8FE-29F77B958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1A1A4B-4A13-5EF9-5192-2A98D0E1C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65E8CF-D509-007B-022B-562841CAB1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BC4A46-E1AE-06AF-2AE2-31C5A3035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8D3CE-A07F-4252-9BC2-BB78271C8EEF}" type="datetimeFigureOut">
              <a:rPr lang="en-US" smtClean="0"/>
              <a:t>2024-11-10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B3B5BD-3D40-9616-EEC3-48758C99C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533A3A-4857-F260-96E1-7B285B1B8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1450-82B9-4883-A18E-D6C54884C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666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A155-72FE-C227-265C-4B0829EF9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66894-212A-E2E2-E345-C41484C29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8D3CE-A07F-4252-9BC2-BB78271C8EEF}" type="datetimeFigureOut">
              <a:rPr lang="en-US" smtClean="0"/>
              <a:t>2024-11-10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232DE-3749-CD74-1DF1-AEDF4955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C54E24-AB02-DD68-9F21-CA71F3F6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1450-82B9-4883-A18E-D6C54884C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FB54A8-AFEF-46ED-C7BD-E86131FC9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8D3CE-A07F-4252-9BC2-BB78271C8EEF}" type="datetimeFigureOut">
              <a:rPr lang="en-US" smtClean="0"/>
              <a:t>2024-11-10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B2F488-FD70-83D2-9264-8321A6097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B7041-7C31-4021-F2C8-3D37836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1450-82B9-4883-A18E-D6C54884C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56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7EB12-1B34-5DED-4314-0166D9E69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5F92B-9AB8-A6EC-E4D8-BADDB7CD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7ADE0C-E9DD-1AF0-E110-64519F46B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55347-CE34-5953-7BCE-1C687696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8D3CE-A07F-4252-9BC2-BB78271C8EEF}" type="datetimeFigureOut">
              <a:rPr lang="en-US" smtClean="0"/>
              <a:t>2024-11-10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A2A2C-6420-6E4F-DDE0-8339305CF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B6E40-36D5-35F6-1284-026CB38D1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1450-82B9-4883-A18E-D6C54884C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1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7DFC0-2FFB-9AA5-EA72-56C4DB79D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7009B4-5D74-29B6-231B-59826B9F1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5B139-C210-F832-E519-C564118E8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A239E-2F57-706C-F87C-79DF43E9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8D3CE-A07F-4252-9BC2-BB78271C8EEF}" type="datetimeFigureOut">
              <a:rPr lang="en-US" smtClean="0"/>
              <a:t>2024-11-10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116DC-B9AF-E304-2506-E5DEAF6E8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25AF9-9DCD-9708-0730-9B6E4703E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1450-82B9-4883-A18E-D6C54884C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29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473BF-46EB-DC3B-E91C-6BCC7B54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5789C6-B9F3-6B2D-7D7A-BC2C0F0B0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5DD3E-7D13-4643-2A29-69B29C581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8D3CE-A07F-4252-9BC2-BB78271C8EEF}" type="datetimeFigureOut">
              <a:rPr lang="en-US" smtClean="0"/>
              <a:t>2024-11-10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4343A-FF56-5FDB-6994-27C91E6F7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F3A8E-0AE2-1B3A-8D9D-C0EF98213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1450-82B9-4883-A18E-D6C54884C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1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C27D5F-43FF-A821-35A6-11808D1A2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6DAFFA-8B35-0614-3EFA-A55DF1763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112ED-CAAD-D9EA-A681-6BE1F649C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8D3CE-A07F-4252-9BC2-BB78271C8EEF}" type="datetimeFigureOut">
              <a:rPr lang="en-US" smtClean="0"/>
              <a:t>2024-11-10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5688A-3E89-FB3B-AD0A-D82371728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CB2FB-FE41-68DD-6117-EC6E8B6B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1450-82B9-4883-A18E-D6C54884C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78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FCD9F4-D406-5355-F21A-633F52F0E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5B354-75BE-367E-EE63-50F1779C1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D4F2C-1E13-B001-5011-A1954FFC4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8D3CE-A07F-4252-9BC2-BB78271C8EEF}" type="datetimeFigureOut">
              <a:rPr lang="en-US" smtClean="0"/>
              <a:t>2024-11-10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B6D5F-E682-ECDF-0507-9614F94AF8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A0447-8339-FED1-8D9C-AF524A4DE8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F1450-82B9-4883-A18E-D6C54884C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51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ossbytes.com/how-web-caching-works-introduction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9DC1B-AA90-B611-5C5D-00A3091265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Web Caching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4AF8A1-2F4E-7D68-88D6-052C3F0267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IT&amp;C 210B – S28</a:t>
            </a:r>
          </a:p>
        </p:txBody>
      </p:sp>
    </p:spTree>
    <p:extLst>
      <p:ext uri="{BB962C8B-B14F-4D97-AF65-F5344CB8AC3E}">
        <p14:creationId xmlns:p14="http://schemas.microsoft.com/office/powerpoint/2010/main" val="801502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nowy mountain range with red trees&#10;&#10;Description automatically generated with medium confidence">
            <a:extLst>
              <a:ext uri="{FF2B5EF4-FFF2-40B4-BE49-F238E27FC236}">
                <a16:creationId xmlns:a16="http://schemas.microsoft.com/office/drawing/2014/main" id="{908083C8-0AE4-F9B4-4A05-BFBF7BFF8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03768"/>
            <a:ext cx="7287392" cy="47368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705BB0-E55E-95F9-71F1-6853D1D991EF}"/>
              </a:ext>
            </a:extLst>
          </p:cNvPr>
          <p:cNvSpPr txBox="1"/>
          <p:nvPr/>
        </p:nvSpPr>
        <p:spPr>
          <a:xfrm>
            <a:off x="7905307" y="2211572"/>
            <a:ext cx="39535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Cache</a:t>
            </a:r>
          </a:p>
          <a:p>
            <a:r>
              <a:rPr lang="en-US" sz="280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Noun: </a:t>
            </a:r>
            <a:r>
              <a:rPr lang="en-US" sz="2800" b="0" i="0" dirty="0">
                <a:solidFill>
                  <a:srgbClr val="111111"/>
                </a:solidFill>
                <a:effectLst/>
                <a:latin typeface="Roboto" panose="02000000000000000000" pitchFamily="2" charset="0"/>
              </a:rPr>
              <a:t>a collection of items of the same type stored in a hidden or inaccessible place.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3140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eb cache">
            <a:extLst>
              <a:ext uri="{FF2B5EF4-FFF2-40B4-BE49-F238E27FC236}">
                <a16:creationId xmlns:a16="http://schemas.microsoft.com/office/drawing/2014/main" id="{DEF5DECA-6C24-2C9F-3095-9F6946E9A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63" y="425257"/>
            <a:ext cx="10813473" cy="600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C3A2AD-AB6B-C9CE-C8AF-89638A45F436}"/>
              </a:ext>
            </a:extLst>
          </p:cNvPr>
          <p:cNvSpPr txBox="1"/>
          <p:nvPr/>
        </p:nvSpPr>
        <p:spPr>
          <a:xfrm>
            <a:off x="6429895" y="6488668"/>
            <a:ext cx="5939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https://fossbytes.com/how-web-caching-works-introduction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401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A559-1A4A-F288-C5F8-E831170B0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Item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92355-CCF2-3579-8BE2-79CC98429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Fresh – can be reused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Stale – Possibly can be reused</a:t>
            </a:r>
          </a:p>
        </p:txBody>
      </p:sp>
      <p:pic>
        <p:nvPicPr>
          <p:cNvPr id="2050" name="Picture 2" descr="An illustration of fresh and stale bread">
            <a:extLst>
              <a:ext uri="{FF2B5EF4-FFF2-40B4-BE49-F238E27FC236}">
                <a16:creationId xmlns:a16="http://schemas.microsoft.com/office/drawing/2014/main" id="{872BFE82-E512-A309-05AD-7D57A86EB1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42"/>
          <a:stretch/>
        </p:blipFill>
        <p:spPr bwMode="auto">
          <a:xfrm>
            <a:off x="6021242" y="1147155"/>
            <a:ext cx="5814695" cy="3474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73D5D7-E870-3763-78D7-62C7D7C48BAC}"/>
              </a:ext>
            </a:extLst>
          </p:cNvPr>
          <p:cNvSpPr txBox="1"/>
          <p:nvPr/>
        </p:nvSpPr>
        <p:spPr>
          <a:xfrm>
            <a:off x="6096000" y="4621876"/>
            <a:ext cx="17745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Bing Image Creator</a:t>
            </a:r>
          </a:p>
        </p:txBody>
      </p:sp>
    </p:spTree>
    <p:extLst>
      <p:ext uri="{BB962C8B-B14F-4D97-AF65-F5344CB8AC3E}">
        <p14:creationId xmlns:p14="http://schemas.microsoft.com/office/powerpoint/2010/main" val="1002006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E1230-FB55-2B91-1AF1-037733340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Cache Headers: Server to Browser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402A39-AD59-E138-9EB6-094E1ECE6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793"/>
            <a:ext cx="10515600" cy="493008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Date:</a:t>
            </a:r>
          </a:p>
          <a:p>
            <a:pPr lvl="1"/>
            <a:r>
              <a:rPr lang="en-US" dirty="0"/>
              <a:t>The date and time that the page was received – in UTC</a:t>
            </a:r>
          </a:p>
          <a:p>
            <a:r>
              <a:rPr lang="en-US" dirty="0"/>
              <a:t>Last-Modified:</a:t>
            </a:r>
          </a:p>
          <a:p>
            <a:pPr lvl="1"/>
            <a:r>
              <a:rPr lang="en-US" dirty="0"/>
              <a:t>The Date/Time that the resource was last modified.</a:t>
            </a:r>
          </a:p>
          <a:p>
            <a:r>
              <a:rPr lang="en-US" dirty="0"/>
              <a:t>Expires:</a:t>
            </a:r>
          </a:p>
          <a:p>
            <a:pPr lvl="1"/>
            <a:r>
              <a:rPr lang="en-US" dirty="0"/>
              <a:t>A Date/Time after which the resource should be refreshed (see also Cache-Control: max-age)</a:t>
            </a:r>
          </a:p>
          <a:p>
            <a:r>
              <a:rPr lang="en-US" dirty="0"/>
              <a:t>Vary</a:t>
            </a:r>
          </a:p>
          <a:p>
            <a:pPr lvl="1"/>
            <a:r>
              <a:rPr lang="en-US" dirty="0"/>
              <a:t>Indicates which response headers will modify the output. For example “Content-Type”, or “Accept-Language.”</a:t>
            </a:r>
          </a:p>
          <a:p>
            <a:r>
              <a:rPr lang="en-US" dirty="0"/>
              <a:t>Cache-Control:</a:t>
            </a:r>
          </a:p>
          <a:p>
            <a:pPr lvl="1"/>
            <a:r>
              <a:rPr lang="en-US" dirty="0"/>
              <a:t>private, no-store, no-cache, max-age=60, must-revalidate, proxy-revalidate, immutable</a:t>
            </a:r>
            <a:br>
              <a:rPr lang="en-US" dirty="0"/>
            </a:br>
            <a:r>
              <a:rPr lang="en-US" dirty="0"/>
              <a:t>must-understand, stale-if-error</a:t>
            </a:r>
          </a:p>
          <a:p>
            <a:r>
              <a:rPr lang="en-US" dirty="0"/>
              <a:t>ETag:</a:t>
            </a:r>
          </a:p>
          <a:p>
            <a:pPr lvl="1"/>
            <a:r>
              <a:rPr lang="en-US" dirty="0"/>
              <a:t>A unique value generated by the server that changes if anything changes in the resource.</a:t>
            </a:r>
          </a:p>
        </p:txBody>
      </p:sp>
      <p:pic>
        <p:nvPicPr>
          <p:cNvPr id="3074" name="Picture 2" descr="an illustration showing a web browser and a web server with arrows between them representing communication">
            <a:extLst>
              <a:ext uri="{FF2B5EF4-FFF2-40B4-BE49-F238E27FC236}">
                <a16:creationId xmlns:a16="http://schemas.microsoft.com/office/drawing/2014/main" id="{51783B3C-70EA-03E5-DC25-D2C0B7754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2175" y="0"/>
            <a:ext cx="2759825" cy="275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013EB7-4FAB-69BC-F8CE-D77F485F93F9}"/>
              </a:ext>
            </a:extLst>
          </p:cNvPr>
          <p:cNvSpPr txBox="1"/>
          <p:nvPr/>
        </p:nvSpPr>
        <p:spPr>
          <a:xfrm>
            <a:off x="10466537" y="2658017"/>
            <a:ext cx="17745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Bing Image Creator</a:t>
            </a:r>
          </a:p>
        </p:txBody>
      </p:sp>
    </p:spTree>
    <p:extLst>
      <p:ext uri="{BB962C8B-B14F-4D97-AF65-F5344CB8AC3E}">
        <p14:creationId xmlns:p14="http://schemas.microsoft.com/office/powerpoint/2010/main" val="758388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BDA7C-A573-D71D-8FCE-1D9A9F7EC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Cache Headers: Browser to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62179-D59B-1E47-06D3-268D22CF8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5019675"/>
          </a:xfrm>
        </p:spPr>
        <p:txBody>
          <a:bodyPr>
            <a:normAutofit/>
          </a:bodyPr>
          <a:lstStyle/>
          <a:p>
            <a:r>
              <a:rPr lang="en-US" dirty="0"/>
              <a:t>Cache-Control:</a:t>
            </a:r>
          </a:p>
          <a:p>
            <a:pPr lvl="1"/>
            <a:r>
              <a:rPr lang="en-US" dirty="0"/>
              <a:t>max-age=0, no-cache, no-store,</a:t>
            </a:r>
            <a:br>
              <a:rPr lang="en-US" dirty="0"/>
            </a:br>
            <a:r>
              <a:rPr lang="en-US" dirty="0"/>
              <a:t>no-transform, only-if-cached</a:t>
            </a:r>
          </a:p>
          <a:p>
            <a:r>
              <a:rPr lang="en-US" dirty="0"/>
              <a:t>Pragma: no-cache</a:t>
            </a:r>
          </a:p>
          <a:p>
            <a:pPr lvl="1"/>
            <a:r>
              <a:rPr lang="en-US" dirty="0"/>
              <a:t>Deprecated HTTP 1.0 header that is equivalent to Cache-Control: no-cache</a:t>
            </a:r>
          </a:p>
          <a:p>
            <a:r>
              <a:rPr lang="en-US" dirty="0"/>
              <a:t>If-Modified-Since: &lt;date&gt;</a:t>
            </a:r>
          </a:p>
          <a:p>
            <a:pPr lvl="1"/>
            <a:r>
              <a:rPr lang="en-US" dirty="0"/>
              <a:t>Return the item if it has been modified since the specified date</a:t>
            </a:r>
          </a:p>
          <a:p>
            <a:pPr lvl="1"/>
            <a:r>
              <a:rPr lang="en-US" dirty="0"/>
              <a:t>Otherwise, return “304 Not Modified”</a:t>
            </a:r>
          </a:p>
          <a:p>
            <a:r>
              <a:rPr lang="en-US" dirty="0"/>
              <a:t>If-None-Match: &lt;</a:t>
            </a:r>
            <a:r>
              <a:rPr lang="en-US" dirty="0" err="1"/>
              <a:t>etag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Return the item if the ETag doesn’t match. </a:t>
            </a:r>
          </a:p>
          <a:p>
            <a:pPr lvl="1"/>
            <a:r>
              <a:rPr lang="en-US" dirty="0"/>
              <a:t>Otherwise, return “304 Not Modified”</a:t>
            </a:r>
          </a:p>
        </p:txBody>
      </p:sp>
      <p:pic>
        <p:nvPicPr>
          <p:cNvPr id="4" name="Picture 2" descr="an illustration showing a web browser and a web server with arrows between them representing communication">
            <a:extLst>
              <a:ext uri="{FF2B5EF4-FFF2-40B4-BE49-F238E27FC236}">
                <a16:creationId xmlns:a16="http://schemas.microsoft.com/office/drawing/2014/main" id="{FDB8FA01-4FCA-8C0E-BBAB-8824DB1E3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2175" y="0"/>
            <a:ext cx="2759825" cy="275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9EB0D8-58B6-3A86-6E27-DFE289C95807}"/>
              </a:ext>
            </a:extLst>
          </p:cNvPr>
          <p:cNvSpPr txBox="1"/>
          <p:nvPr/>
        </p:nvSpPr>
        <p:spPr>
          <a:xfrm>
            <a:off x="10466537" y="2658017"/>
            <a:ext cx="17745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Bing Image Creator</a:t>
            </a:r>
          </a:p>
        </p:txBody>
      </p:sp>
    </p:spTree>
    <p:extLst>
      <p:ext uri="{BB962C8B-B14F-4D97-AF65-F5344CB8AC3E}">
        <p14:creationId xmlns:p14="http://schemas.microsoft.com/office/powerpoint/2010/main" val="3012399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96417-C837-4DA9-C175-49BBA21C0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8B8FC-9F54-BA3D-5FD2-800C39CBE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Verbs discussed so far:</a:t>
            </a:r>
          </a:p>
          <a:p>
            <a:pPr lvl="1"/>
            <a:r>
              <a:rPr lang="en-US" dirty="0"/>
              <a:t>GET, POST, PUT, DELETE</a:t>
            </a:r>
          </a:p>
          <a:p>
            <a:pPr lvl="1"/>
            <a:r>
              <a:rPr lang="en-US" dirty="0"/>
              <a:t>OPTIONS preflight request for CORS</a:t>
            </a:r>
          </a:p>
          <a:p>
            <a:r>
              <a:rPr lang="en-US" dirty="0"/>
              <a:t>HEAD verb</a:t>
            </a:r>
          </a:p>
          <a:p>
            <a:pPr lvl="1"/>
            <a:r>
              <a:rPr lang="en-US" dirty="0"/>
              <a:t>Returns the headers that a GET would return but without the body.</a:t>
            </a:r>
          </a:p>
          <a:p>
            <a:pPr lvl="1"/>
            <a:r>
              <a:rPr lang="en-US" dirty="0"/>
              <a:t>Lets the browser determine whether a stale cached copy can be reused by comparing the Last Modified date and/or the eTag.</a:t>
            </a:r>
          </a:p>
        </p:txBody>
      </p:sp>
      <p:pic>
        <p:nvPicPr>
          <p:cNvPr id="4098" name="Picture 2" descr="Head logo Free Vector / 4Vector">
            <a:extLst>
              <a:ext uri="{FF2B5EF4-FFF2-40B4-BE49-F238E27FC236}">
                <a16:creationId xmlns:a16="http://schemas.microsoft.com/office/drawing/2014/main" id="{691F56A8-648F-9A46-A264-BC5776FD4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593" y="681036"/>
            <a:ext cx="2882586" cy="182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3306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EE4E0-F5AA-2858-EBE0-01DCE87A6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 Caching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1765B-D8D7-5070-946A-160A4F2DC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server doesn’t specify “Expires:” or “Cache-Control: max-age” then the browser has to decide when something is stale.</a:t>
            </a:r>
          </a:p>
          <a:p>
            <a:r>
              <a:rPr lang="en-US" dirty="0"/>
              <a:t>Typically, the browser will compare the “Date:” header to the “Last-Modified:” header to estimate how often the entity changes.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Heuristic: “Proceeding to a solution by trial and error or by rules that are only loosely defined.” (Bing Dictionary)</a:t>
            </a:r>
          </a:p>
        </p:txBody>
      </p:sp>
    </p:spTree>
    <p:extLst>
      <p:ext uri="{BB962C8B-B14F-4D97-AF65-F5344CB8AC3E}">
        <p14:creationId xmlns:p14="http://schemas.microsoft.com/office/powerpoint/2010/main" val="3296974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55D1A-DAC5-881E-6134-0AC591A38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3775"/>
          </a:xfrm>
        </p:spPr>
        <p:txBody>
          <a:bodyPr/>
          <a:lstStyle/>
          <a:p>
            <a:r>
              <a:rPr lang="en-US" dirty="0"/>
              <a:t>Other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37C12-2895-EDD1-59ED-6968B03BA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900"/>
            <a:ext cx="10515600" cy="5006975"/>
          </a:xfrm>
        </p:spPr>
        <p:txBody>
          <a:bodyPr>
            <a:normAutofit/>
          </a:bodyPr>
          <a:lstStyle/>
          <a:p>
            <a:r>
              <a:rPr lang="en-US" dirty="0"/>
              <a:t>Refreshing/Reloading the page</a:t>
            </a:r>
          </a:p>
          <a:p>
            <a:pPr lvl="1"/>
            <a:r>
              <a:rPr lang="en-US" dirty="0"/>
              <a:t>Regular refresh (click the refresh button or press F5)</a:t>
            </a:r>
          </a:p>
          <a:p>
            <a:pPr lvl="2"/>
            <a:r>
              <a:rPr lang="en-US" dirty="0"/>
              <a:t>Reloads the page. Only retrieves a new copy of the page or resources if the browser determines them to be stale.</a:t>
            </a:r>
          </a:p>
          <a:p>
            <a:pPr lvl="1"/>
            <a:r>
              <a:rPr lang="en-US" dirty="0"/>
              <a:t>Hard Refresh (ctrl-refresh button, ctrl-F5, or ctrl-shift-R</a:t>
            </a:r>
          </a:p>
          <a:p>
            <a:pPr lvl="2"/>
            <a:r>
              <a:rPr lang="en-US" dirty="0"/>
              <a:t>Bypasses caching and gets a fresh copy from the server</a:t>
            </a:r>
          </a:p>
          <a:p>
            <a:r>
              <a:rPr lang="en-US" dirty="0"/>
              <a:t>Caching Appliances</a:t>
            </a:r>
          </a:p>
          <a:p>
            <a:pPr lvl="1"/>
            <a:r>
              <a:rPr lang="en-US" dirty="0"/>
              <a:t>A server placed between the internet and a web server that caches content thereby reducing the load on the web server. It also handles HTTPS encryption thereby offloading that processing from the web server</a:t>
            </a:r>
          </a:p>
          <a:p>
            <a:r>
              <a:rPr lang="en-US" dirty="0"/>
              <a:t>Content Delivery Network (CDN)</a:t>
            </a:r>
          </a:p>
          <a:p>
            <a:pPr lvl="1"/>
            <a:r>
              <a:rPr lang="en-US" dirty="0"/>
              <a:t>A caching system with distributed cache servers across the internet.</a:t>
            </a:r>
          </a:p>
          <a:p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15A2E93-7DAD-6942-2B17-6168FE2DC311}"/>
              </a:ext>
            </a:extLst>
          </p:cNvPr>
          <p:cNvSpPr/>
          <p:nvPr/>
        </p:nvSpPr>
        <p:spPr>
          <a:xfrm>
            <a:off x="11924778" y="6601216"/>
            <a:ext cx="175365" cy="175365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941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89E8B-6B4A-4066-0D3A-21AD0E9FA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BCF77-A00B-5BDD-7541-2C6D42BB4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advantages of caching?</a:t>
            </a:r>
          </a:p>
          <a:p>
            <a:r>
              <a:rPr lang="en-US" dirty="0"/>
              <a:t>What problems can caching cause when not properly managed?</a:t>
            </a:r>
          </a:p>
          <a:p>
            <a:r>
              <a:rPr lang="en-US" dirty="0"/>
              <a:t>What would be the differences in cache strategy between a banking application and a news site?</a:t>
            </a:r>
          </a:p>
          <a:p>
            <a:r>
              <a:rPr lang="en-US" dirty="0"/>
              <a:t>Open a page from one of your lab applications, and examine the headers using the browser inspector. What cache headers do you </a:t>
            </a:r>
            <a:r>
              <a:rPr lang="en-US"/>
              <a:t>see?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50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666</Words>
  <Application>Microsoft Office PowerPoint</Application>
  <PresentationFormat>Widescreen</PresentationFormat>
  <Paragraphs>77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Office Theme</vt:lpstr>
      <vt:lpstr>Web Caching</vt:lpstr>
      <vt:lpstr>PowerPoint Presentation</vt:lpstr>
      <vt:lpstr>PowerPoint Presentation</vt:lpstr>
      <vt:lpstr>Cache Item State</vt:lpstr>
      <vt:lpstr>Cache Headers: Server to Browser</vt:lpstr>
      <vt:lpstr>Cache Headers: Browser to Server</vt:lpstr>
      <vt:lpstr>HEAD Request</vt:lpstr>
      <vt:lpstr>Heuristic Caching</vt:lpstr>
      <vt:lpstr>Other Notes</vt:lpstr>
      <vt:lpstr>Study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Brandt Redd</dc:creator>
  <cp:lastModifiedBy>Brandt Redd</cp:lastModifiedBy>
  <cp:revision>1</cp:revision>
  <dcterms:created xsi:type="dcterms:W3CDTF">2023-11-11T15:02:18Z</dcterms:created>
  <dcterms:modified xsi:type="dcterms:W3CDTF">2024-11-10T16:50:30Z</dcterms:modified>
</cp:coreProperties>
</file>