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91" r:id="rId2"/>
    <p:sldId id="270" r:id="rId3"/>
    <p:sldId id="287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27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211F5-F193-49A6-ACE0-7BE7813A233A}" v="34" dt="2025-03-26T04:28:06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62"/>
    <p:restoredTop sz="82013" autoAdjust="0"/>
  </p:normalViewPr>
  <p:slideViewPr>
    <p:cSldViewPr>
      <p:cViewPr varScale="1">
        <p:scale>
          <a:sx n="89" d="100"/>
          <a:sy n="89" d="100"/>
        </p:scale>
        <p:origin x="1440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02796573-70F2-4038-8775-932B9A0B498A}"/>
    <pc:docChg chg="undo custSel addSld delSld modSld">
      <pc:chgData name="Brandt Redd" userId="be8ed540b98adac0" providerId="LiveId" clId="{02796573-70F2-4038-8775-932B9A0B498A}" dt="2023-11-17T14:47:19.016" v="3367" actId="47"/>
      <pc:docMkLst>
        <pc:docMk/>
      </pc:docMkLst>
      <pc:sldChg chg="modSp mod">
        <pc:chgData name="Brandt Redd" userId="be8ed540b98adac0" providerId="LiveId" clId="{02796573-70F2-4038-8775-932B9A0B498A}" dt="2023-11-12T04:45:57.299" v="329" actId="20577"/>
        <pc:sldMkLst>
          <pc:docMk/>
          <pc:sldMk cId="2784828894" sldId="272"/>
        </pc:sldMkLst>
      </pc:sldChg>
      <pc:sldChg chg="modSp mod">
        <pc:chgData name="Brandt Redd" userId="be8ed540b98adac0" providerId="LiveId" clId="{02796573-70F2-4038-8775-932B9A0B498A}" dt="2023-11-12T04:47:04.623" v="498" actId="27636"/>
        <pc:sldMkLst>
          <pc:docMk/>
          <pc:sldMk cId="2047321338" sldId="273"/>
        </pc:sldMkLst>
      </pc:sldChg>
      <pc:sldChg chg="modSp mod">
        <pc:chgData name="Brandt Redd" userId="be8ed540b98adac0" providerId="LiveId" clId="{02796573-70F2-4038-8775-932B9A0B498A}" dt="2023-11-12T04:49:08.877" v="778" actId="14100"/>
        <pc:sldMkLst>
          <pc:docMk/>
          <pc:sldMk cId="2378035291" sldId="275"/>
        </pc:sldMkLst>
      </pc:sldChg>
      <pc:sldChg chg="modSp mod">
        <pc:chgData name="Brandt Redd" userId="be8ed540b98adac0" providerId="LiveId" clId="{02796573-70F2-4038-8775-932B9A0B498A}" dt="2023-11-12T04:49:48.309" v="801" actId="20577"/>
        <pc:sldMkLst>
          <pc:docMk/>
          <pc:sldMk cId="3028053491" sldId="276"/>
        </pc:sldMkLst>
      </pc:sldChg>
      <pc:sldChg chg="modSp mod">
        <pc:chgData name="Brandt Redd" userId="be8ed540b98adac0" providerId="LiveId" clId="{02796573-70F2-4038-8775-932B9A0B498A}" dt="2023-11-12T05:33:24.356" v="3274" actId="20577"/>
        <pc:sldMkLst>
          <pc:docMk/>
          <pc:sldMk cId="3223187665" sldId="278"/>
        </pc:sldMkLst>
      </pc:sldChg>
      <pc:sldChg chg="del">
        <pc:chgData name="Brandt Redd" userId="be8ed540b98adac0" providerId="LiveId" clId="{02796573-70F2-4038-8775-932B9A0B498A}" dt="2023-11-12T04:50:13.023" v="802" actId="47"/>
        <pc:sldMkLst>
          <pc:docMk/>
          <pc:sldMk cId="1151110647" sldId="279"/>
        </pc:sldMkLst>
      </pc:sldChg>
      <pc:sldChg chg="del">
        <pc:chgData name="Brandt Redd" userId="be8ed540b98adac0" providerId="LiveId" clId="{02796573-70F2-4038-8775-932B9A0B498A}" dt="2023-11-12T04:50:13.023" v="802" actId="47"/>
        <pc:sldMkLst>
          <pc:docMk/>
          <pc:sldMk cId="978352839" sldId="280"/>
        </pc:sldMkLst>
      </pc:sldChg>
      <pc:sldChg chg="del">
        <pc:chgData name="Brandt Redd" userId="be8ed540b98adac0" providerId="LiveId" clId="{02796573-70F2-4038-8775-932B9A0B498A}" dt="2023-11-12T04:50:13.023" v="802" actId="47"/>
        <pc:sldMkLst>
          <pc:docMk/>
          <pc:sldMk cId="3928588021" sldId="281"/>
        </pc:sldMkLst>
      </pc:sldChg>
      <pc:sldChg chg="del">
        <pc:chgData name="Brandt Redd" userId="be8ed540b98adac0" providerId="LiveId" clId="{02796573-70F2-4038-8775-932B9A0B498A}" dt="2023-11-12T04:50:13.023" v="802" actId="47"/>
        <pc:sldMkLst>
          <pc:docMk/>
          <pc:sldMk cId="3460351223" sldId="282"/>
        </pc:sldMkLst>
      </pc:sldChg>
      <pc:sldChg chg="del">
        <pc:chgData name="Brandt Redd" userId="be8ed540b98adac0" providerId="LiveId" clId="{02796573-70F2-4038-8775-932B9A0B498A}" dt="2023-11-12T04:40:05.843" v="64" actId="47"/>
        <pc:sldMkLst>
          <pc:docMk/>
          <pc:sldMk cId="732598787" sldId="283"/>
        </pc:sldMkLst>
      </pc:sldChg>
      <pc:sldChg chg="del">
        <pc:chgData name="Brandt Redd" userId="be8ed540b98adac0" providerId="LiveId" clId="{02796573-70F2-4038-8775-932B9A0B498A}" dt="2023-11-12T04:40:05.843" v="64" actId="47"/>
        <pc:sldMkLst>
          <pc:docMk/>
          <pc:sldMk cId="165476181" sldId="284"/>
        </pc:sldMkLst>
      </pc:sldChg>
      <pc:sldChg chg="del">
        <pc:chgData name="Brandt Redd" userId="be8ed540b98adac0" providerId="LiveId" clId="{02796573-70F2-4038-8775-932B9A0B498A}" dt="2023-11-12T04:40:05.843" v="64" actId="47"/>
        <pc:sldMkLst>
          <pc:docMk/>
          <pc:sldMk cId="1360933514" sldId="285"/>
        </pc:sldMkLst>
      </pc:sldChg>
      <pc:sldChg chg="del">
        <pc:chgData name="Brandt Redd" userId="be8ed540b98adac0" providerId="LiveId" clId="{02796573-70F2-4038-8775-932B9A0B498A}" dt="2023-11-12T04:40:05.843" v="64" actId="47"/>
        <pc:sldMkLst>
          <pc:docMk/>
          <pc:sldMk cId="1975448690" sldId="286"/>
        </pc:sldMkLst>
      </pc:sldChg>
      <pc:sldChg chg="del">
        <pc:chgData name="Brandt Redd" userId="be8ed540b98adac0" providerId="LiveId" clId="{02796573-70F2-4038-8775-932B9A0B498A}" dt="2023-11-12T04:50:13.023" v="802" actId="47"/>
        <pc:sldMkLst>
          <pc:docMk/>
          <pc:sldMk cId="24624936" sldId="288"/>
        </pc:sldMkLst>
      </pc:sldChg>
      <pc:sldChg chg="modSp mod">
        <pc:chgData name="Brandt Redd" userId="be8ed540b98adac0" providerId="LiveId" clId="{02796573-70F2-4038-8775-932B9A0B498A}" dt="2023-11-17T14:47:04.777" v="3354" actId="20577"/>
        <pc:sldMkLst>
          <pc:docMk/>
          <pc:sldMk cId="3459664641" sldId="291"/>
        </pc:sldMkLst>
      </pc:sldChg>
      <pc:sldChg chg="addSp delSp modSp new del mod modClrScheme chgLayout">
        <pc:chgData name="Brandt Redd" userId="be8ed540b98adac0" providerId="LiveId" clId="{02796573-70F2-4038-8775-932B9A0B498A}" dt="2023-11-17T14:47:19.016" v="3367" actId="47"/>
        <pc:sldMkLst>
          <pc:docMk/>
          <pc:sldMk cId="3121163986" sldId="292"/>
        </pc:sldMkLst>
      </pc:sldChg>
      <pc:sldChg chg="addSp delSp modSp new mod setBg modClrScheme chgLayout">
        <pc:chgData name="Brandt Redd" userId="be8ed540b98adac0" providerId="LiveId" clId="{02796573-70F2-4038-8775-932B9A0B498A}" dt="2023-11-12T04:52:18.684" v="860" actId="1076"/>
        <pc:sldMkLst>
          <pc:docMk/>
          <pc:sldMk cId="1787090240" sldId="293"/>
        </pc:sldMkLst>
      </pc:sldChg>
      <pc:sldChg chg="addSp delSp modSp new mod modClrScheme chgLayout">
        <pc:chgData name="Brandt Redd" userId="be8ed540b98adac0" providerId="LiveId" clId="{02796573-70F2-4038-8775-932B9A0B498A}" dt="2023-11-13T21:23:50.632" v="3278" actId="121"/>
        <pc:sldMkLst>
          <pc:docMk/>
          <pc:sldMk cId="1557605704" sldId="294"/>
        </pc:sldMkLst>
      </pc:sldChg>
      <pc:sldChg chg="modSp new mod">
        <pc:chgData name="Brandt Redd" userId="be8ed540b98adac0" providerId="LiveId" clId="{02796573-70F2-4038-8775-932B9A0B498A}" dt="2023-11-12T05:00:50.176" v="1454" actId="20577"/>
        <pc:sldMkLst>
          <pc:docMk/>
          <pc:sldMk cId="2321344324" sldId="295"/>
        </pc:sldMkLst>
      </pc:sldChg>
      <pc:sldChg chg="addSp modSp new mod">
        <pc:chgData name="Brandt Redd" userId="be8ed540b98adac0" providerId="LiveId" clId="{02796573-70F2-4038-8775-932B9A0B498A}" dt="2023-11-13T21:28:02.673" v="3309" actId="1076"/>
        <pc:sldMkLst>
          <pc:docMk/>
          <pc:sldMk cId="3674246713" sldId="296"/>
        </pc:sldMkLst>
      </pc:sldChg>
      <pc:sldChg chg="addSp delSp modSp new mod">
        <pc:chgData name="Brandt Redd" userId="be8ed540b98adac0" providerId="LiveId" clId="{02796573-70F2-4038-8775-932B9A0B498A}" dt="2023-11-13T21:24:55.778" v="3285" actId="21"/>
        <pc:sldMkLst>
          <pc:docMk/>
          <pc:sldMk cId="3299322593" sldId="297"/>
        </pc:sldMkLst>
      </pc:sldChg>
      <pc:sldChg chg="modSp new mod">
        <pc:chgData name="Brandt Redd" userId="be8ed540b98adac0" providerId="LiveId" clId="{02796573-70F2-4038-8775-932B9A0B498A}" dt="2023-11-12T05:29:26.835" v="2540" actId="20577"/>
        <pc:sldMkLst>
          <pc:docMk/>
          <pc:sldMk cId="207957207" sldId="298"/>
        </pc:sldMkLst>
      </pc:sldChg>
      <pc:sldChg chg="addSp modSp new mod">
        <pc:chgData name="Brandt Redd" userId="be8ed540b98adac0" providerId="LiveId" clId="{02796573-70F2-4038-8775-932B9A0B498A}" dt="2023-11-12T05:32:28.698" v="3076"/>
        <pc:sldMkLst>
          <pc:docMk/>
          <pc:sldMk cId="3814702667" sldId="299"/>
        </pc:sldMkLst>
      </pc:sldChg>
      <pc:sldChg chg="add del">
        <pc:chgData name="Brandt Redd" userId="be8ed540b98adac0" providerId="LiveId" clId="{02796573-70F2-4038-8775-932B9A0B498A}" dt="2023-11-13T21:24:36.586" v="3280"/>
        <pc:sldMkLst>
          <pc:docMk/>
          <pc:sldMk cId="895663984" sldId="300"/>
        </pc:sldMkLst>
      </pc:sldChg>
    </pc:docChg>
  </pc:docChgLst>
  <pc:docChgLst>
    <pc:chgData name="Brandt Redd" userId="be8ed540b98adac0" providerId="LiveId" clId="{87A7D948-D906-4AF8-800C-6C2E370348B6}"/>
    <pc:docChg chg="custSel modSld">
      <pc:chgData name="Brandt Redd" userId="be8ed540b98adac0" providerId="LiveId" clId="{87A7D948-D906-4AF8-800C-6C2E370348B6}" dt="2024-11-14T23:17:38.884" v="20" actId="20577"/>
      <pc:docMkLst>
        <pc:docMk/>
      </pc:docMkLst>
      <pc:sldChg chg="modSp mod">
        <pc:chgData name="Brandt Redd" userId="be8ed540b98adac0" providerId="LiveId" clId="{87A7D948-D906-4AF8-800C-6C2E370348B6}" dt="2024-11-14T23:16:55.133" v="0" actId="12"/>
        <pc:sldMkLst>
          <pc:docMk/>
          <pc:sldMk cId="1557605704" sldId="294"/>
        </pc:sldMkLst>
      </pc:sldChg>
      <pc:sldChg chg="modSp mod">
        <pc:chgData name="Brandt Redd" userId="be8ed540b98adac0" providerId="LiveId" clId="{87A7D948-D906-4AF8-800C-6C2E370348B6}" dt="2024-11-14T23:17:38.884" v="20" actId="20577"/>
        <pc:sldMkLst>
          <pc:docMk/>
          <pc:sldMk cId="207957207" sldId="298"/>
        </pc:sldMkLst>
      </pc:sldChg>
    </pc:docChg>
  </pc:docChgLst>
  <pc:docChgLst>
    <pc:chgData name="Brandt Redd" userId="be8ed540b98adac0" providerId="LiveId" clId="{B5998216-84AC-4043-B04C-DEDB276E63EE}"/>
    <pc:docChg chg="undo custSel addSld delSld modSld">
      <pc:chgData name="Brandt Redd" userId="be8ed540b98adac0" providerId="LiveId" clId="{B5998216-84AC-4043-B04C-DEDB276E63EE}" dt="2021-04-13T04:13:20.723" v="542" actId="14100"/>
      <pc:docMkLst>
        <pc:docMk/>
      </pc:docMkLst>
      <pc:sldChg chg="addSp delSp modSp del mod">
        <pc:chgData name="Brandt Redd" userId="be8ed540b98adac0" providerId="LiveId" clId="{B5998216-84AC-4043-B04C-DEDB276E63EE}" dt="2021-03-31T05:09:44.253" v="529" actId="47"/>
        <pc:sldMkLst>
          <pc:docMk/>
          <pc:sldMk cId="956496853" sldId="256"/>
        </pc:sldMkLst>
      </pc:sldChg>
      <pc:sldChg chg="modSp mod">
        <pc:chgData name="Brandt Redd" userId="be8ed540b98adac0" providerId="LiveId" clId="{B5998216-84AC-4043-B04C-DEDB276E63EE}" dt="2021-04-13T04:13:20.723" v="542" actId="14100"/>
        <pc:sldMkLst>
          <pc:docMk/>
          <pc:sldMk cId="4130493188" sldId="277"/>
        </pc:sldMkLst>
      </pc:sldChg>
      <pc:sldChg chg="modSp mod">
        <pc:chgData name="Brandt Redd" userId="be8ed540b98adac0" providerId="LiveId" clId="{B5998216-84AC-4043-B04C-DEDB276E63EE}" dt="2021-03-31T03:46:08.527" v="201" actId="27636"/>
        <pc:sldMkLst>
          <pc:docMk/>
          <pc:sldMk cId="3223187665" sldId="278"/>
        </pc:sldMkLst>
      </pc:sldChg>
      <pc:sldChg chg="modSp del mod">
        <pc:chgData name="Brandt Redd" userId="be8ed540b98adac0" providerId="LiveId" clId="{B5998216-84AC-4043-B04C-DEDB276E63EE}" dt="2021-03-31T05:09:46.258" v="530" actId="47"/>
        <pc:sldMkLst>
          <pc:docMk/>
          <pc:sldMk cId="2412329065" sldId="289"/>
        </pc:sldMkLst>
      </pc:sldChg>
      <pc:sldChg chg="modSp new mod">
        <pc:chgData name="Brandt Redd" userId="be8ed540b98adac0" providerId="LiveId" clId="{B5998216-84AC-4043-B04C-DEDB276E63EE}" dt="2021-03-31T03:46:50.356" v="263" actId="20577"/>
        <pc:sldMkLst>
          <pc:docMk/>
          <pc:sldMk cId="2997055694" sldId="290"/>
        </pc:sldMkLst>
      </pc:sldChg>
      <pc:sldChg chg="addSp modSp new mod setBg">
        <pc:chgData name="Brandt Redd" userId="be8ed540b98adac0" providerId="LiveId" clId="{B5998216-84AC-4043-B04C-DEDB276E63EE}" dt="2021-03-31T05:09:36.517" v="528" actId="403"/>
        <pc:sldMkLst>
          <pc:docMk/>
          <pc:sldMk cId="3459664641" sldId="291"/>
        </pc:sldMkLst>
      </pc:sldChg>
    </pc:docChg>
  </pc:docChgLst>
  <pc:docChgLst>
    <pc:chgData name="Brandt Redd" userId="be8ed540b98adac0" providerId="LiveId" clId="{2140C00A-D04F-40F9-A044-2D668B0597BC}"/>
    <pc:docChg chg="custSel modSld">
      <pc:chgData name="Brandt Redd" userId="be8ed540b98adac0" providerId="LiveId" clId="{2140C00A-D04F-40F9-A044-2D668B0597BC}" dt="2024-05-24T17:16:30.934" v="27" actId="27636"/>
      <pc:docMkLst>
        <pc:docMk/>
      </pc:docMkLst>
      <pc:sldChg chg="modSp mod">
        <pc:chgData name="Brandt Redd" userId="be8ed540b98adac0" providerId="LiveId" clId="{2140C00A-D04F-40F9-A044-2D668B0597BC}" dt="2024-05-24T17:16:30.934" v="27" actId="27636"/>
        <pc:sldMkLst>
          <pc:docMk/>
          <pc:sldMk cId="207957207" sldId="298"/>
        </pc:sldMkLst>
      </pc:sldChg>
    </pc:docChg>
  </pc:docChgLst>
  <pc:docChgLst>
    <pc:chgData name="Brandt Redd" userId="be8ed540b98adac0" providerId="LiveId" clId="{A3808555-3179-4C0A-805D-9C204D1F0A83}"/>
    <pc:docChg chg="undo custSel delSld modSld">
      <pc:chgData name="Brandt Redd" userId="be8ed540b98adac0" providerId="LiveId" clId="{A3808555-3179-4C0A-805D-9C204D1F0A83}" dt="2021-11-17T02:33:04.369" v="50" actId="478"/>
      <pc:docMkLst>
        <pc:docMk/>
      </pc:docMkLst>
      <pc:sldChg chg="addSp modSp">
        <pc:chgData name="Brandt Redd" userId="be8ed540b98adac0" providerId="LiveId" clId="{A3808555-3179-4C0A-805D-9C204D1F0A83}" dt="2021-11-17T02:32:42.933" v="48"/>
        <pc:sldMkLst>
          <pc:docMk/>
          <pc:sldMk cId="4130493188" sldId="277"/>
        </pc:sldMkLst>
      </pc:sldChg>
      <pc:sldChg chg="addSp delSp modSp mod">
        <pc:chgData name="Brandt Redd" userId="be8ed540b98adac0" providerId="LiveId" clId="{A3808555-3179-4C0A-805D-9C204D1F0A83}" dt="2021-11-17T02:33:04.369" v="50" actId="478"/>
        <pc:sldMkLst>
          <pc:docMk/>
          <pc:sldMk cId="1151110647" sldId="279"/>
        </pc:sldMkLst>
      </pc:sldChg>
      <pc:sldChg chg="addSp modSp mod">
        <pc:chgData name="Brandt Redd" userId="be8ed540b98adac0" providerId="LiveId" clId="{A3808555-3179-4C0A-805D-9C204D1F0A83}" dt="2021-11-17T02:32:23.409" v="45" actId="13822"/>
        <pc:sldMkLst>
          <pc:docMk/>
          <pc:sldMk cId="1975448690" sldId="286"/>
        </pc:sldMkLst>
      </pc:sldChg>
      <pc:sldChg chg="addSp modSp">
        <pc:chgData name="Brandt Redd" userId="be8ed540b98adac0" providerId="LiveId" clId="{A3808555-3179-4C0A-805D-9C204D1F0A83}" dt="2021-11-17T02:32:50.092" v="49"/>
        <pc:sldMkLst>
          <pc:docMk/>
          <pc:sldMk cId="24624936" sldId="288"/>
        </pc:sldMkLst>
      </pc:sldChg>
      <pc:sldChg chg="del">
        <pc:chgData name="Brandt Redd" userId="be8ed540b98adac0" providerId="LiveId" clId="{A3808555-3179-4C0A-805D-9C204D1F0A83}" dt="2021-11-17T02:31:40.424" v="42" actId="47"/>
        <pc:sldMkLst>
          <pc:docMk/>
          <pc:sldMk cId="2997055694" sldId="290"/>
        </pc:sldMkLst>
      </pc:sldChg>
      <pc:sldChg chg="addSp delSp modSp mod modClrScheme addAnim delAnim delDesignElem chgLayout">
        <pc:chgData name="Brandt Redd" userId="be8ed540b98adac0" providerId="LiveId" clId="{A3808555-3179-4C0A-805D-9C204D1F0A83}" dt="2021-11-17T02:31:34.175" v="41" actId="1076"/>
        <pc:sldMkLst>
          <pc:docMk/>
          <pc:sldMk cId="3459664641" sldId="291"/>
        </pc:sldMkLst>
      </pc:sldChg>
    </pc:docChg>
  </pc:docChgLst>
  <pc:docChgLst>
    <pc:chgData name="Brandt Redd" userId="be8ed540b98adac0" providerId="LiveId" clId="{DB2211F5-F193-49A6-ACE0-7BE7813A233A}"/>
    <pc:docChg chg="modSld">
      <pc:chgData name="Brandt Redd" userId="be8ed540b98adac0" providerId="LiveId" clId="{DB2211F5-F193-49A6-ACE0-7BE7813A233A}" dt="2025-03-26T04:28:47.550" v="77" actId="1035"/>
      <pc:docMkLst>
        <pc:docMk/>
      </pc:docMkLst>
      <pc:sldChg chg="delSp modSp mod">
        <pc:chgData name="Brandt Redd" userId="be8ed540b98adac0" providerId="LiveId" clId="{DB2211F5-F193-49A6-ACE0-7BE7813A233A}" dt="2025-03-26T04:14:54.327" v="22" actId="6549"/>
        <pc:sldMkLst>
          <pc:docMk/>
          <pc:sldMk cId="1400150349" sldId="274"/>
        </pc:sldMkLst>
        <pc:spChg chg="mod">
          <ac:chgData name="Brandt Redd" userId="be8ed540b98adac0" providerId="LiveId" clId="{DB2211F5-F193-49A6-ACE0-7BE7813A233A}" dt="2025-03-26T04:14:54.327" v="22" actId="6549"/>
          <ac:spMkLst>
            <pc:docMk/>
            <pc:sldMk cId="1400150349" sldId="274"/>
            <ac:spMk id="3" creationId="{00000000-0000-0000-0000-000000000000}"/>
          </ac:spMkLst>
        </pc:spChg>
        <pc:picChg chg="del">
          <ac:chgData name="Brandt Redd" userId="be8ed540b98adac0" providerId="LiveId" clId="{DB2211F5-F193-49A6-ACE0-7BE7813A233A}" dt="2025-03-26T04:14:46.040" v="0" actId="478"/>
          <ac:picMkLst>
            <pc:docMk/>
            <pc:sldMk cId="1400150349" sldId="274"/>
            <ac:picMk id="1030" creationId="{00000000-0000-0000-0000-000000000000}"/>
          </ac:picMkLst>
        </pc:picChg>
      </pc:sldChg>
      <pc:sldChg chg="addSp delSp modSp mod">
        <pc:chgData name="Brandt Redd" userId="be8ed540b98adac0" providerId="LiveId" clId="{DB2211F5-F193-49A6-ACE0-7BE7813A233A}" dt="2025-03-26T04:28:47.550" v="77" actId="1035"/>
        <pc:sldMkLst>
          <pc:docMk/>
          <pc:sldMk cId="3028053491" sldId="276"/>
        </pc:sldMkLst>
        <pc:spChg chg="add mod">
          <ac:chgData name="Brandt Redd" userId="be8ed540b98adac0" providerId="LiveId" clId="{DB2211F5-F193-49A6-ACE0-7BE7813A233A}" dt="2025-03-26T04:28:47.550" v="77" actId="1035"/>
          <ac:spMkLst>
            <pc:docMk/>
            <pc:sldMk cId="3028053491" sldId="276"/>
            <ac:spMk id="11" creationId="{1F210E66-B8F8-E266-0061-24A1A7F4CAAC}"/>
          </ac:spMkLst>
        </pc:spChg>
        <pc:picChg chg="add mod">
          <ac:chgData name="Brandt Redd" userId="be8ed540b98adac0" providerId="LiveId" clId="{DB2211F5-F193-49A6-ACE0-7BE7813A233A}" dt="2025-03-26T04:21:42.475" v="52" actId="571"/>
          <ac:picMkLst>
            <pc:docMk/>
            <pc:sldMk cId="3028053491" sldId="276"/>
            <ac:picMk id="4" creationId="{EE8BE1F8-52F5-28A3-F40A-62E27D912AFA}"/>
          </ac:picMkLst>
        </pc:picChg>
        <pc:picChg chg="del mod">
          <ac:chgData name="Brandt Redd" userId="be8ed540b98adac0" providerId="LiveId" clId="{DB2211F5-F193-49A6-ACE0-7BE7813A233A}" dt="2025-03-26T04:24:24.150" v="53" actId="478"/>
          <ac:picMkLst>
            <pc:docMk/>
            <pc:sldMk cId="3028053491" sldId="276"/>
            <ac:picMk id="5" creationId="{00000000-0000-0000-0000-000000000000}"/>
          </ac:picMkLst>
        </pc:picChg>
        <pc:picChg chg="mod">
          <ac:chgData name="Brandt Redd" userId="be8ed540b98adac0" providerId="LiveId" clId="{DB2211F5-F193-49A6-ACE0-7BE7813A233A}" dt="2025-03-26T04:19:01.305" v="29" actId="1076"/>
          <ac:picMkLst>
            <pc:docMk/>
            <pc:sldMk cId="3028053491" sldId="276"/>
            <ac:picMk id="6" creationId="{00000000-0000-0000-0000-000000000000}"/>
          </ac:picMkLst>
        </pc:picChg>
        <pc:picChg chg="del mod">
          <ac:chgData name="Brandt Redd" userId="be8ed540b98adac0" providerId="LiveId" clId="{DB2211F5-F193-49A6-ACE0-7BE7813A233A}" dt="2025-03-26T04:19:57.861" v="38" actId="478"/>
          <ac:picMkLst>
            <pc:docMk/>
            <pc:sldMk cId="3028053491" sldId="276"/>
            <ac:picMk id="7" creationId="{00000000-0000-0000-0000-000000000000}"/>
          </ac:picMkLst>
        </pc:picChg>
        <pc:picChg chg="del mod">
          <ac:chgData name="Brandt Redd" userId="be8ed540b98adac0" providerId="LiveId" clId="{DB2211F5-F193-49A6-ACE0-7BE7813A233A}" dt="2025-03-26T04:21:00.548" v="47" actId="478"/>
          <ac:picMkLst>
            <pc:docMk/>
            <pc:sldMk cId="3028053491" sldId="276"/>
            <ac:picMk id="8" creationId="{00000000-0000-0000-0000-000000000000}"/>
          </ac:picMkLst>
        </pc:picChg>
        <pc:picChg chg="del mod">
          <ac:chgData name="Brandt Redd" userId="be8ed540b98adac0" providerId="LiveId" clId="{DB2211F5-F193-49A6-ACE0-7BE7813A233A}" dt="2025-03-26T04:19:26.908" v="36" actId="478"/>
          <ac:picMkLst>
            <pc:docMk/>
            <pc:sldMk cId="3028053491" sldId="276"/>
            <ac:picMk id="9" creationId="{00000000-0000-0000-0000-000000000000}"/>
          </ac:picMkLst>
        </pc:picChg>
        <pc:picChg chg="add mod">
          <ac:chgData name="Brandt Redd" userId="be8ed540b98adac0" providerId="LiveId" clId="{DB2211F5-F193-49A6-ACE0-7BE7813A233A}" dt="2025-03-26T04:26:43.308" v="54" actId="571"/>
          <ac:picMkLst>
            <pc:docMk/>
            <pc:sldMk cId="3028053491" sldId="276"/>
            <ac:picMk id="10" creationId="{E13B24EE-FC67-0BFE-76E5-04EBA0DB71A2}"/>
          </ac:picMkLst>
        </pc:picChg>
        <pc:picChg chg="add mod">
          <ac:chgData name="Brandt Redd" userId="be8ed540b98adac0" providerId="LiveId" clId="{DB2211F5-F193-49A6-ACE0-7BE7813A233A}" dt="2025-03-26T04:19:09.349" v="32" actId="1076"/>
          <ac:picMkLst>
            <pc:docMk/>
            <pc:sldMk cId="3028053491" sldId="276"/>
            <ac:picMk id="1026" creationId="{455FA417-1E09-6FB1-5898-CC357CB0D5F0}"/>
          </ac:picMkLst>
        </pc:picChg>
        <pc:picChg chg="add mod">
          <ac:chgData name="Brandt Redd" userId="be8ed540b98adac0" providerId="LiveId" clId="{DB2211F5-F193-49A6-ACE0-7BE7813A233A}" dt="2025-03-26T04:20:15.117" v="46" actId="1076"/>
          <ac:picMkLst>
            <pc:docMk/>
            <pc:sldMk cId="3028053491" sldId="276"/>
            <ac:picMk id="1028" creationId="{B0D4B47D-30B4-3B4B-9C5E-F29D239BBD4F}"/>
          </ac:picMkLst>
        </pc:picChg>
        <pc:picChg chg="add mod">
          <ac:chgData name="Brandt Redd" userId="be8ed540b98adac0" providerId="LiveId" clId="{DB2211F5-F193-49A6-ACE0-7BE7813A233A}" dt="2025-03-26T04:21:11.766" v="51" actId="1076"/>
          <ac:picMkLst>
            <pc:docMk/>
            <pc:sldMk cId="3028053491" sldId="276"/>
            <ac:picMk id="1030" creationId="{10949A6C-0BD6-65F1-E178-9301E8E85B7E}"/>
          </ac:picMkLst>
        </pc:picChg>
      </pc:sldChg>
    </pc:docChg>
  </pc:docChgLst>
  <pc:docChgLst>
    <pc:chgData name="Brandt Redd" userId="be8ed540b98adac0" providerId="LiveId" clId="{8853A597-C041-4D7B-9C63-618CF04D9EA9}"/>
    <pc:docChg chg="custSel modSld">
      <pc:chgData name="Brandt Redd" userId="be8ed540b98adac0" providerId="LiveId" clId="{8853A597-C041-4D7B-9C63-618CF04D9EA9}" dt="2024-03-27T03:41:32.338" v="79" actId="20577"/>
      <pc:docMkLst>
        <pc:docMk/>
      </pc:docMkLst>
      <pc:sldChg chg="modSp mod">
        <pc:chgData name="Brandt Redd" userId="be8ed540b98adac0" providerId="LiveId" clId="{8853A597-C041-4D7B-9C63-618CF04D9EA9}" dt="2024-03-27T03:40:00.052" v="77" actId="20577"/>
        <pc:sldMkLst>
          <pc:docMk/>
          <pc:sldMk cId="3028053491" sldId="276"/>
        </pc:sldMkLst>
      </pc:sldChg>
      <pc:sldChg chg="modSp mod">
        <pc:chgData name="Brandt Redd" userId="be8ed540b98adac0" providerId="LiveId" clId="{8853A597-C041-4D7B-9C63-618CF04D9EA9}" dt="2024-03-27T03:41:32.338" v="79" actId="20577"/>
        <pc:sldMkLst>
          <pc:docMk/>
          <pc:sldMk cId="207957207" sldId="298"/>
        </pc:sldMkLst>
      </pc:sldChg>
    </pc:docChg>
  </pc:docChgLst>
  <pc:docChgLst>
    <pc:chgData name="Brandt Redd" userId="be8ed540b98adac0" providerId="LiveId" clId="{D1F7D957-94FB-40CA-8A32-B9CB4A96AEB2}"/>
    <pc:docChg chg="undo custSel addSld delSld modSld">
      <pc:chgData name="Brandt Redd" userId="be8ed540b98adac0" providerId="LiveId" clId="{D1F7D957-94FB-40CA-8A32-B9CB4A96AEB2}" dt="2020-11-18T14:21:12.867" v="1357" actId="5793"/>
      <pc:docMkLst>
        <pc:docMk/>
      </pc:docMkLst>
      <pc:sldChg chg="modSp mod">
        <pc:chgData name="Brandt Redd" userId="be8ed540b98adac0" providerId="LiveId" clId="{D1F7D957-94FB-40CA-8A32-B9CB4A96AEB2}" dt="2020-11-17T22:23:18.386" v="27" actId="20577"/>
        <pc:sldMkLst>
          <pc:docMk/>
          <pc:sldMk cId="956496853" sldId="256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2066435762" sldId="257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2851748319" sldId="258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2114574070" sldId="259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3061032900" sldId="260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3212119450" sldId="261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837688727" sldId="262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2843735698" sldId="263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3695247379" sldId="264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2139073247" sldId="265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1454060273" sldId="266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3967022909" sldId="267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32386840" sldId="268"/>
        </pc:sldMkLst>
      </pc:sldChg>
      <pc:sldChg chg="del">
        <pc:chgData name="Brandt Redd" userId="be8ed540b98adac0" providerId="LiveId" clId="{D1F7D957-94FB-40CA-8A32-B9CB4A96AEB2}" dt="2020-11-17T22:07:45.431" v="19" actId="47"/>
        <pc:sldMkLst>
          <pc:docMk/>
          <pc:sldMk cId="1530266260" sldId="269"/>
        </pc:sldMkLst>
      </pc:sldChg>
      <pc:sldChg chg="addSp modSp mod">
        <pc:chgData name="Brandt Redd" userId="be8ed540b98adac0" providerId="LiveId" clId="{D1F7D957-94FB-40CA-8A32-B9CB4A96AEB2}" dt="2020-11-17T22:29:51.653" v="215" actId="1076"/>
        <pc:sldMkLst>
          <pc:docMk/>
          <pc:sldMk cId="1568062038" sldId="270"/>
        </pc:sldMkLst>
      </pc:sldChg>
      <pc:sldChg chg="modSp mod">
        <pc:chgData name="Brandt Redd" userId="be8ed540b98adac0" providerId="LiveId" clId="{D1F7D957-94FB-40CA-8A32-B9CB4A96AEB2}" dt="2020-11-17T21:56:14.120" v="14" actId="14100"/>
        <pc:sldMkLst>
          <pc:docMk/>
          <pc:sldMk cId="2047321338" sldId="273"/>
        </pc:sldMkLst>
      </pc:sldChg>
      <pc:sldChg chg="modSp mod">
        <pc:chgData name="Brandt Redd" userId="be8ed540b98adac0" providerId="LiveId" clId="{D1F7D957-94FB-40CA-8A32-B9CB4A96AEB2}" dt="2020-11-17T22:32:03.450" v="231" actId="20577"/>
        <pc:sldMkLst>
          <pc:docMk/>
          <pc:sldMk cId="4130493188" sldId="277"/>
        </pc:sldMkLst>
      </pc:sldChg>
      <pc:sldChg chg="modSp mod">
        <pc:chgData name="Brandt Redd" userId="be8ed540b98adac0" providerId="LiveId" clId="{D1F7D957-94FB-40CA-8A32-B9CB4A96AEB2}" dt="2020-11-17T22:36:15.728" v="295" actId="20577"/>
        <pc:sldMkLst>
          <pc:docMk/>
          <pc:sldMk cId="3223187665" sldId="278"/>
        </pc:sldMkLst>
      </pc:sldChg>
      <pc:sldChg chg="addSp modSp mod">
        <pc:chgData name="Brandt Redd" userId="be8ed540b98adac0" providerId="LiveId" clId="{D1F7D957-94FB-40CA-8A32-B9CB4A96AEB2}" dt="2020-11-17T22:49:19.880" v="693" actId="1076"/>
        <pc:sldMkLst>
          <pc:docMk/>
          <pc:sldMk cId="1151110647" sldId="279"/>
        </pc:sldMkLst>
      </pc:sldChg>
      <pc:sldChg chg="modSp mod">
        <pc:chgData name="Brandt Redd" userId="be8ed540b98adac0" providerId="LiveId" clId="{D1F7D957-94FB-40CA-8A32-B9CB4A96AEB2}" dt="2020-11-17T22:24:43.789" v="192" actId="14100"/>
        <pc:sldMkLst>
          <pc:docMk/>
          <pc:sldMk cId="732598787" sldId="283"/>
        </pc:sldMkLst>
      </pc:sldChg>
      <pc:sldChg chg="modSp mod">
        <pc:chgData name="Brandt Redd" userId="be8ed540b98adac0" providerId="LiveId" clId="{D1F7D957-94FB-40CA-8A32-B9CB4A96AEB2}" dt="2020-11-17T21:54:16.955" v="12" actId="6549"/>
        <pc:sldMkLst>
          <pc:docMk/>
          <pc:sldMk cId="297274932" sldId="287"/>
        </pc:sldMkLst>
      </pc:sldChg>
      <pc:sldChg chg="modSp new mod">
        <pc:chgData name="Brandt Redd" userId="be8ed540b98adac0" providerId="LiveId" clId="{D1F7D957-94FB-40CA-8A32-B9CB4A96AEB2}" dt="2020-11-17T22:47:54.442" v="691" actId="14100"/>
        <pc:sldMkLst>
          <pc:docMk/>
          <pc:sldMk cId="24624936" sldId="288"/>
        </pc:sldMkLst>
      </pc:sldChg>
      <pc:sldChg chg="del">
        <pc:chgData name="Brandt Redd" userId="be8ed540b98adac0" providerId="LiveId" clId="{D1F7D957-94FB-40CA-8A32-B9CB4A96AEB2}" dt="2020-11-17T22:07:25.685" v="18" actId="47"/>
        <pc:sldMkLst>
          <pc:docMk/>
          <pc:sldMk cId="1297855983" sldId="288"/>
        </pc:sldMkLst>
      </pc:sldChg>
      <pc:sldChg chg="modSp new mod">
        <pc:chgData name="Brandt Redd" userId="be8ed540b98adac0" providerId="LiveId" clId="{D1F7D957-94FB-40CA-8A32-B9CB4A96AEB2}" dt="2020-11-18T14:21:12.867" v="1357" actId="5793"/>
        <pc:sldMkLst>
          <pc:docMk/>
          <pc:sldMk cId="2412329065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35723-E761-4C01-BAE6-493B84414545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A5F715-130B-4A8E-A9C8-18358F1D6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01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com/resources/virtualization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user.com/questions/836116/hyper-v-appears-to-runs-on-top-of-the-host-os-so-why-is-it-considered-a-nativ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https://opensource.com/resources/virtualization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5F715-130B-4A8E-A9C8-18358F1D62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2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Virtual</a:t>
            </a:r>
            <a:r>
              <a:rPr lang="en-US" baseline="0" dirty="0"/>
              <a:t> Machines are something you’re all familiar with! (you use two of them for this class) You’ve seen and experienced their practical uses and can probably imagine more.</a:t>
            </a:r>
            <a:br>
              <a:rPr lang="en-US" baseline="0" dirty="0"/>
            </a:br>
            <a:br>
              <a:rPr lang="en-US" baseline="0" dirty="0"/>
            </a:br>
            <a:r>
              <a:rPr lang="en-US" baseline="0" dirty="0"/>
              <a:t>Containers are useful for lots of things, but largely used in development. Your live servers are all containers! You didn’t think we gave each of you a physical server, did you? ;)</a:t>
            </a:r>
            <a:br>
              <a:rPr lang="en-US" baseline="0" dirty="0"/>
            </a:br>
            <a:br>
              <a:rPr lang="en-US" baseline="0" dirty="0"/>
            </a:br>
            <a:r>
              <a:rPr lang="en-US" baseline="0" dirty="0"/>
              <a:t>Hypervisors are ubiquitous throughout the industry! Our own IT infrastructure is supported by two main hypervisors.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B4C60-0F3C-490D-B073-A6A87755B6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21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Virtual Machines</a:t>
            </a:r>
            <a:r>
              <a:rPr lang="en-US" baseline="0" dirty="0"/>
              <a:t> are something you’re all familiar with (and likely the only kind of virtualization you know)</a:t>
            </a:r>
            <a:endParaRPr lang="en-US" dirty="0"/>
          </a:p>
          <a:p>
            <a:endParaRPr lang="en-US" dirty="0"/>
          </a:p>
          <a:p>
            <a:r>
              <a:rPr lang="en-US" dirty="0"/>
              <a:t>Pros: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Multiple OS’s exist on the same machine, but isolated from one another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Cheaper than owning x physical PC’s (don’t need to buy new hardware!)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aseline="0" dirty="0"/>
              <a:t>Cons: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/>
              <a:t>Significant overhead (host OS + virtualization software + guest OS + app + .... Etc.)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aseline="0" dirty="0"/>
              <a:t>Resource bottlenecks more likely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B4C60-0F3C-490D-B073-A6A87755B6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9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/>
              <a:t>Less</a:t>
            </a:r>
            <a:r>
              <a:rPr lang="en-US" baseline="0" dirty="0"/>
              <a:t> resource-intensive than VMs (bins/libs are shared </a:t>
            </a:r>
            <a:r>
              <a:rPr lang="en-US" baseline="0" dirty="0" err="1"/>
              <a:t>acrosscontainers</a:t>
            </a:r>
            <a:r>
              <a:rPr lang="en-US" baseline="0" dirty="0"/>
              <a:t>)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Containers easily built/destroyed 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Easily portable (build an app in a container and you don’t have to worry about the host OS)</a:t>
            </a:r>
          </a:p>
          <a:p>
            <a:endParaRPr lang="en-US" dirty="0"/>
          </a:p>
          <a:p>
            <a:r>
              <a:rPr lang="en-US" dirty="0"/>
              <a:t>Cons: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/>
              <a:t>Not as isolated (if that’s important to you)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/>
              <a:t>Potential dependency issues if container is moved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/>
              <a:t>Not a full operating system (if</a:t>
            </a:r>
            <a:r>
              <a:rPr lang="en-US" baseline="0" dirty="0"/>
              <a:t> that’s what you want!)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B4C60-0F3C-490D-B073-A6A87755B6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46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210 live servers are an example of an OS container. From the user perspective, they are essentially indistinguishable from a VM. From a management perspective they</a:t>
            </a:r>
            <a:r>
              <a:rPr lang="en-US" baseline="0" dirty="0"/>
              <a:t> are a more efficient use of resources.</a:t>
            </a:r>
          </a:p>
          <a:p>
            <a:r>
              <a:rPr lang="en-US" baseline="0" dirty="0"/>
              <a:t>(</a:t>
            </a:r>
            <a:r>
              <a:rPr lang="en-US" baseline="0" dirty="0" err="1"/>
              <a:t>OpenVZ</a:t>
            </a:r>
            <a:r>
              <a:rPr lang="en-US" baseline="0" dirty="0"/>
              <a:t>, LXC). They each get their own IP address as you know, which is a good example of how they act as if they are a full “OS” even though they are all leveraging the resources of the host OS.</a:t>
            </a:r>
          </a:p>
          <a:p>
            <a:endParaRPr lang="en-US" baseline="0" dirty="0"/>
          </a:p>
          <a:p>
            <a:r>
              <a:rPr lang="en-US" baseline="0" dirty="0"/>
              <a:t>Docker is an example of an app container service. Some companies/developers choose to develop their apps in app containers to make deployment easier (as it is a controlled environment). </a:t>
            </a:r>
          </a:p>
          <a:p>
            <a:r>
              <a:rPr lang="en-US" baseline="0" dirty="0"/>
              <a:t>(docker, </a:t>
            </a:r>
            <a:r>
              <a:rPr lang="en-US" baseline="0" dirty="0" err="1"/>
              <a:t>rkt</a:t>
            </a:r>
            <a:r>
              <a:rPr lang="en-US" baseline="0" dirty="0"/>
              <a:t>). They do not receive their own IP address, since they are designed to be at the application level, not the OS-level.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B4C60-0F3C-490D-B073-A6A87755B6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64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Pros: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/>
              <a:t>Much more efficient way to run VMs! (eliminate the redundant Host OS)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/>
              <a:t>Basically all the other Pro’s of</a:t>
            </a:r>
            <a:r>
              <a:rPr lang="en-US" baseline="0" dirty="0"/>
              <a:t> VMs</a:t>
            </a:r>
          </a:p>
          <a:p>
            <a:pPr marL="171450" indent="-171450">
              <a:buFont typeface="Arial" charset="0"/>
              <a:buChar char="•"/>
            </a:pPr>
            <a:endParaRPr lang="en-US" dirty="0"/>
          </a:p>
          <a:p>
            <a:r>
              <a:rPr lang="en-US" dirty="0"/>
              <a:t>Cons: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/>
              <a:t>Have</a:t>
            </a:r>
            <a:r>
              <a:rPr lang="en-US" baseline="0" dirty="0"/>
              <a:t> to give up physical hardware to the use of a hypervisor (no functioning host OS)</a:t>
            </a:r>
          </a:p>
          <a:p>
            <a:pPr marL="628650" lvl="1" indent="-171450">
              <a:buFont typeface="Arial" charset="0"/>
              <a:buChar char="•"/>
            </a:pPr>
            <a:r>
              <a:rPr lang="en-US" baseline="0" dirty="0"/>
              <a:t>This kind of varies with implementation. e.g. Hyper-V can display a VM as if it were a host (you can manage your hypervisor through the VM), but ESX can only be interfaced with remotely</a:t>
            </a:r>
          </a:p>
          <a:p>
            <a:pPr marL="628650" lvl="1" indent="-171450">
              <a:buFont typeface="Arial" charset="0"/>
              <a:buChar char="•"/>
            </a:pPr>
            <a:endParaRPr lang="en-US" baseline="0" dirty="0"/>
          </a:p>
          <a:p>
            <a:pPr marL="171450" lvl="0" indent="-171450">
              <a:buFont typeface="Arial" charset="0"/>
              <a:buChar char="•"/>
            </a:pPr>
            <a:r>
              <a:rPr lang="en-US" baseline="0" dirty="0"/>
              <a:t>Technically, VMware Workstation/Fusion/</a:t>
            </a:r>
            <a:r>
              <a:rPr lang="en-US" baseline="0" dirty="0" err="1"/>
              <a:t>Virtualbox</a:t>
            </a:r>
            <a:r>
              <a:rPr lang="en-US" baseline="0" dirty="0"/>
              <a:t> are “type 2 hypervisors” (hypervisors that run on top of a host OS)… but for the sake of learning I wouldn’t think about them that way.</a:t>
            </a:r>
          </a:p>
          <a:p>
            <a:pPr marL="171450" lvl="0" indent="-171450">
              <a:buFont typeface="Arial" charset="0"/>
              <a:buChar char="•"/>
            </a:pPr>
            <a:endParaRPr lang="en-US" baseline="0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0B4C60-0F3C-490D-B073-A6A87755B6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94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may notice that Hyper-V is a Type 1, but it seems like it should be a Type 2 because it ”comes with” Windows. However, Hyper-V isn’t actually installed on the host OS (i.e., Windows)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setup converts the original OS in something like a VM and puts the hypervisor below. This is what is called the root or parent partition of Hyper-V. That's why you experience the same speed in what you see as the "real machine" and the virtual machines. - </a:t>
            </a:r>
            <a:r>
              <a:rPr lang="en-US" dirty="0">
                <a:hlinkClick r:id="rId3"/>
              </a:rPr>
              <a:t>https://superuser.com/questions/836116/hyper-v-appears-to-runs-on-top-of-the-host-os-so-why-is-it-considered-a-native</a:t>
            </a:r>
            <a:endParaRPr lang="en-US" dirty="0"/>
          </a:p>
          <a:p>
            <a:endParaRPr lang="en-US" dirty="0"/>
          </a:p>
          <a:p>
            <a:r>
              <a:rPr lang="en-US" dirty="0"/>
              <a:t>Note: speed may vary!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B4C60-0F3C-490D-B073-A6A87755B6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34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A5F715-130B-4A8E-A9C8-18358F1D627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55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B4C60-0F3C-490D-B073-A6A87755B6F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1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4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9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3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28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1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2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1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2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04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BE1C0-46F7-45B5-BB5F-68847F37112B}" type="datetimeFigureOut">
              <a:rPr lang="en-US" smtClean="0"/>
              <a:t>03/25/2025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8662B-C17E-4773-BD04-CC58ED01F6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8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irtual_machine" TargetMode="External"/><Relationship Id="rId3" Type="http://schemas.openxmlformats.org/officeDocument/2006/relationships/hyperlink" Target="https://en.wikipedia.org/wiki/Execution_model" TargetMode="External"/><Relationship Id="rId7" Type="http://schemas.openxmlformats.org/officeDocument/2006/relationships/hyperlink" Target="https://en.wikipedia.org/wiki/Fault_tolerance" TargetMode="External"/><Relationship Id="rId2" Type="http://schemas.openxmlformats.org/officeDocument/2006/relationships/hyperlink" Target="https://en.wikipedia.org/wiki/Cloud_comput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apacity_planning" TargetMode="External"/><Relationship Id="rId5" Type="http://schemas.openxmlformats.org/officeDocument/2006/relationships/hyperlink" Target="https://en.wikipedia.org/wiki/Misnomer" TargetMode="External"/><Relationship Id="rId4" Type="http://schemas.openxmlformats.org/officeDocument/2006/relationships/hyperlink" Target="https://en.wikipedia.org/wiki/Server_(computing)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11573-B7ED-465F-A6AF-2AA5AA60D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614" y="818984"/>
            <a:ext cx="5970252" cy="3268520"/>
          </a:xfrm>
        </p:spPr>
        <p:txBody>
          <a:bodyPr>
            <a:normAutofit fontScale="90000"/>
          </a:bodyPr>
          <a:lstStyle/>
          <a:p>
            <a:pPr algn="r">
              <a:lnSpc>
                <a:spcPct val="90000"/>
              </a:lnSpc>
            </a:pPr>
            <a:br>
              <a:rPr lang="en-US" sz="4200" dirty="0">
                <a:solidFill>
                  <a:srgbClr val="FFFFFF"/>
                </a:solidFill>
              </a:rPr>
            </a:br>
            <a:r>
              <a:rPr lang="en-US" sz="4200" dirty="0">
                <a:solidFill>
                  <a:srgbClr val="FFFFFF"/>
                </a:solidFill>
              </a:rPr>
              <a:t> Virtualization &amp; Containers</a:t>
            </a:r>
            <a:br>
              <a:rPr lang="en-US" sz="4200" dirty="0">
                <a:solidFill>
                  <a:srgbClr val="FFFFFF"/>
                </a:solidFill>
              </a:rPr>
            </a:br>
            <a:r>
              <a:rPr lang="en-US" sz="4200" dirty="0">
                <a:solidFill>
                  <a:srgbClr val="FFFFFF"/>
                </a:solidFill>
              </a:rPr>
              <a:t>Serverless Hosting</a:t>
            </a:r>
            <a:br>
              <a:rPr lang="en-US" sz="4200" dirty="0">
                <a:solidFill>
                  <a:srgbClr val="FFFFFF"/>
                </a:solidFill>
              </a:rPr>
            </a:br>
            <a:br>
              <a:rPr lang="en-US" sz="4200" dirty="0">
                <a:solidFill>
                  <a:srgbClr val="FFFFFF"/>
                </a:solidFill>
              </a:rPr>
            </a:br>
            <a:endParaRPr lang="en-US" sz="4200" dirty="0">
              <a:solidFill>
                <a:srgbClr val="FFFFFF"/>
              </a:solidFill>
            </a:endParaRPr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1F8E8E6-3D57-4FC6-ABCC-9C870D851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rgbClr val="FFFFFF"/>
                </a:solidFill>
              </a:rPr>
              <a:t>IT&amp;C 210B – S30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Virtualization</a:t>
            </a:r>
          </a:p>
        </p:txBody>
      </p:sp>
      <p:pic>
        <p:nvPicPr>
          <p:cNvPr id="1026" name="Picture 2" descr="Image result for vmwar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649" y="457200"/>
            <a:ext cx="1749425" cy="125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parallel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207" y="657225"/>
            <a:ext cx="1444625" cy="144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hyper-v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88" y="5070475"/>
            <a:ext cx="3333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vsphere 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657600"/>
            <a:ext cx="3048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openvz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750" y="3600450"/>
            <a:ext cx="1368425" cy="136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docker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6" y="2166764"/>
            <a:ext cx="2603197" cy="2322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virtualbox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096433"/>
            <a:ext cx="1427406" cy="145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libvirt logo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962" y="244200"/>
            <a:ext cx="1857650" cy="18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B78D45-12BD-4577-961D-1FD83D30772F}"/>
              </a:ext>
            </a:extLst>
          </p:cNvPr>
          <p:cNvSpPr txBox="1"/>
          <p:nvPr/>
        </p:nvSpPr>
        <p:spPr>
          <a:xfrm>
            <a:off x="7676232" y="5461684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Oracle</a:t>
            </a:r>
            <a:br>
              <a:rPr lang="en-US" dirty="0"/>
            </a:br>
            <a:r>
              <a:rPr lang="en-US" dirty="0"/>
              <a:t>VirtualBox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14898-1205-4BFF-9884-AE0671AB12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8597" y="2081188"/>
            <a:ext cx="1209844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062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0366-58D2-CA49-994E-CFBB6E194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Defined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320BB-5BAE-9D44-93F4-B53229F01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“Virtualization is the process of running a virtual instance of a computer system in a layer abstracted from the actual hardware.”</a:t>
            </a:r>
          </a:p>
          <a:p>
            <a:r>
              <a:rPr lang="en-US" dirty="0"/>
              <a:t>To software running on a virtualized machine, it appears they are on their own dedicated machine.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Flexibility in OSs that can run on one machine</a:t>
            </a:r>
          </a:p>
          <a:p>
            <a:pPr lvl="1"/>
            <a:r>
              <a:rPr lang="en-US" dirty="0"/>
              <a:t>Segment large systems into parts for security and for ease of management (e.g., supporting different users like we do with our live servers)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74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Machines</a:t>
            </a:r>
          </a:p>
          <a:p>
            <a:r>
              <a:rPr lang="en-US" dirty="0"/>
              <a:t>Containers</a:t>
            </a:r>
          </a:p>
          <a:p>
            <a:r>
              <a:rPr lang="en-US" dirty="0"/>
              <a:t>Hypervisors</a:t>
            </a:r>
          </a:p>
        </p:txBody>
      </p:sp>
    </p:spTree>
    <p:extLst>
      <p:ext uri="{BB962C8B-B14F-4D97-AF65-F5344CB8AC3E}">
        <p14:creationId xmlns:p14="http://schemas.microsoft.com/office/powerpoint/2010/main" val="265844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5400"/>
            <a:ext cx="8229600" cy="127392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Virtualization layer presents virtual hardware including I/O, CPU, and Memory which is mapped to actual hardware on the host operating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587" y="4083060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48429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463526"/>
            <a:ext cx="28194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7300" y="4572217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Traditional Machines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9800" y="4583668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Machines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09637" y="4083319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5450" y="3548688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5450" y="3015686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Virtualization Software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5450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05450" y="142182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4150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4150" y="142182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62850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2850" y="1421827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5450" y="194725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4150" y="194725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62850" y="1947257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001507"/>
            <a:ext cx="28194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Bins/Libs</a:t>
            </a:r>
          </a:p>
        </p:txBody>
      </p:sp>
    </p:spTree>
    <p:extLst>
      <p:ext uri="{BB962C8B-B14F-4D97-AF65-F5344CB8AC3E}">
        <p14:creationId xmlns:p14="http://schemas.microsoft.com/office/powerpoint/2010/main" val="2784828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4787" y="4083319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600" y="3548688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3015686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Virtualization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600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90600" y="142182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9300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9300" y="142182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0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8000" y="1421827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194725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9300" y="194725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8000" y="1947257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4387" y="4083319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10200" y="3548688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0200" y="3014057"/>
            <a:ext cx="12192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05601" y="3014057"/>
            <a:ext cx="75252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0200" y="1922176"/>
            <a:ext cx="363682" cy="10575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 rot="5400000">
            <a:off x="5195069" y="2297222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34950" y="1918806"/>
            <a:ext cx="363682" cy="10667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 rot="5400000">
            <a:off x="5652269" y="2293852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5718" y="1927975"/>
            <a:ext cx="363682" cy="10575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 rot="5400000">
            <a:off x="6050587" y="2303021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01770" y="1927975"/>
            <a:ext cx="357120" cy="105759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 rot="5400000">
            <a:off x="6480077" y="2303021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94438" y="1927975"/>
            <a:ext cx="363682" cy="105759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 rot="5400000">
            <a:off x="6888787" y="2303021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34" name="TextBox 33"/>
          <p:cNvSpPr txBox="1"/>
          <p:nvPr/>
        </p:nvSpPr>
        <p:spPr>
          <a:xfrm rot="5400000">
            <a:off x="7303147" y="2303021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36" name="TextBox 35"/>
          <p:cNvSpPr txBox="1"/>
          <p:nvPr/>
        </p:nvSpPr>
        <p:spPr>
          <a:xfrm rot="5400000">
            <a:off x="7666829" y="2313053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25204" y="1927975"/>
            <a:ext cx="704396" cy="158642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 rot="5400000">
            <a:off x="7143218" y="2408896"/>
            <a:ext cx="1468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Virtualization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Software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4475" y="4583668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Machines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1699" y="4583150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41" name="Content Placeholder 2"/>
          <p:cNvSpPr txBox="1">
            <a:spLocks/>
          </p:cNvSpPr>
          <p:nvPr/>
        </p:nvSpPr>
        <p:spPr>
          <a:xfrm>
            <a:off x="457200" y="5129136"/>
            <a:ext cx="8229600" cy="1615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Virtualization software projects the operating system as if it were dedicated to each container when, in fact, it’s shared.</a:t>
            </a:r>
          </a:p>
        </p:txBody>
      </p:sp>
    </p:spTree>
    <p:extLst>
      <p:ext uri="{BB962C8B-B14F-4D97-AF65-F5344CB8AC3E}">
        <p14:creationId xmlns:p14="http://schemas.microsoft.com/office/powerpoint/2010/main" val="2047321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pt.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OS vs App containers</a:t>
            </a:r>
          </a:p>
          <a:p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OS containers share elements of the host OS, but provide an isolated user workspace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App containers provide an isolated environment typically used by a single application</a:t>
            </a:r>
          </a:p>
        </p:txBody>
      </p:sp>
      <p:pic>
        <p:nvPicPr>
          <p:cNvPr id="5" name="Picture 10" descr="Image result for openvz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733800"/>
            <a:ext cx="741207" cy="741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 descr="Image result for dock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678" y="5396819"/>
            <a:ext cx="996250" cy="88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rkt contain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617199"/>
            <a:ext cx="1063625" cy="44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15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2211" y="4083319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8024" y="3548688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8024" y="3015686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Virtualization Software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8024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8024" y="142182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46724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46724" y="142182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75424" y="248188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75424" y="1421827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8024" y="194725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46724" y="194725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75424" y="1947257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41899" y="4583668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Machines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12657" y="4050399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0200" y="3516035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Virtualization Software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10200" y="2982237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10200" y="1922176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38900" y="2982237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38900" y="1922176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67600" y="2982237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67600" y="1922176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B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10200" y="2447606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38900" y="2447606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67600" y="2447606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24550" y="4552604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Hypervisors</a:t>
            </a:r>
          </a:p>
        </p:txBody>
      </p:sp>
      <p:sp>
        <p:nvSpPr>
          <p:cNvPr id="74" name="Content Placeholder 2"/>
          <p:cNvSpPr>
            <a:spLocks noGrp="1"/>
          </p:cNvSpPr>
          <p:nvPr>
            <p:ph idx="1"/>
          </p:nvPr>
        </p:nvSpPr>
        <p:spPr>
          <a:xfrm>
            <a:off x="457200" y="5334000"/>
            <a:ext cx="8229600" cy="141081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Hypervisor runs directly on the host hardware. Typically, it does not have a UI or has a minimal one. Rather the UI is provided by one of the guest operating systems or on another system entirely that connects to the virtualization API.</a:t>
            </a:r>
          </a:p>
        </p:txBody>
      </p:sp>
    </p:spTree>
    <p:extLst>
      <p:ext uri="{BB962C8B-B14F-4D97-AF65-F5344CB8AC3E}">
        <p14:creationId xmlns:p14="http://schemas.microsoft.com/office/powerpoint/2010/main" val="237803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Hypervisors pt.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1 vs. Type 2 hypervisors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Type 1 is what is generally called a hypervisor and it runs directly on the hardware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Type 2 is virtualization software that runs VMs on top of a host OS. It’s the same as what we previously called a “Virtual Machine.”</a:t>
            </a:r>
          </a:p>
        </p:txBody>
      </p:sp>
      <p:pic>
        <p:nvPicPr>
          <p:cNvPr id="6" name="Picture 8" descr="Image result for vsphere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462" y="3335956"/>
            <a:ext cx="1325338" cy="41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oxmox Virtual Environment (VE) Review | Enterprise Storage Forum">
            <a:extLst>
              <a:ext uri="{FF2B5EF4-FFF2-40B4-BE49-F238E27FC236}">
                <a16:creationId xmlns:a16="http://schemas.microsoft.com/office/drawing/2014/main" id="{455FA417-1E09-6FB1-5898-CC357CB0D5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55" r="36667"/>
          <a:stretch/>
        </p:blipFill>
        <p:spPr bwMode="auto">
          <a:xfrm>
            <a:off x="2094249" y="3230335"/>
            <a:ext cx="840216" cy="72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mware Workstation Logo Png Free Transparent PNG Clipart, 60% OFF">
            <a:extLst>
              <a:ext uri="{FF2B5EF4-FFF2-40B4-BE49-F238E27FC236}">
                <a16:creationId xmlns:a16="http://schemas.microsoft.com/office/drawing/2014/main" id="{B0D4B47D-30B4-3B4B-9C5E-F29D239BB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974" y="5458187"/>
            <a:ext cx="152400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rallels">
            <a:extLst>
              <a:ext uri="{FF2B5EF4-FFF2-40B4-BE49-F238E27FC236}">
                <a16:creationId xmlns:a16="http://schemas.microsoft.com/office/drawing/2014/main" id="{10949A6C-0BD6-65F1-E178-9301E8E85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976" y="5625338"/>
            <a:ext cx="1853685" cy="39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Image result for hyper-v logo">
            <a:extLst>
              <a:ext uri="{FF2B5EF4-FFF2-40B4-BE49-F238E27FC236}">
                <a16:creationId xmlns:a16="http://schemas.microsoft.com/office/drawing/2014/main" id="{EE8BE1F8-52F5-28A3-F40A-62E27D912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353" y="5568384"/>
            <a:ext cx="1375619" cy="58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mage result for hyper-v logo">
            <a:extLst>
              <a:ext uri="{FF2B5EF4-FFF2-40B4-BE49-F238E27FC236}">
                <a16:creationId xmlns:a16="http://schemas.microsoft.com/office/drawing/2014/main" id="{E13B24EE-FC67-0BFE-76E5-04EBA0DB7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230335"/>
            <a:ext cx="1375619" cy="58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210E66-B8F8-E266-0061-24A1A7F4CAAC}"/>
              </a:ext>
            </a:extLst>
          </p:cNvPr>
          <p:cNvSpPr txBox="1"/>
          <p:nvPr/>
        </p:nvSpPr>
        <p:spPr>
          <a:xfrm>
            <a:off x="5384864" y="3656807"/>
            <a:ext cx="5533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05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82553" y="4490292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366" y="3955661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366" y="3422659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Virtualization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366" y="2888861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366" y="1828800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9" name="Rectangle 8"/>
          <p:cNvSpPr/>
          <p:nvPr/>
        </p:nvSpPr>
        <p:spPr>
          <a:xfrm>
            <a:off x="1307066" y="2888861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066" y="1828800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5766" y="2888861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5766" y="1828800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366" y="2354230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07066" y="2354230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5766" y="2354230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96749" y="4484493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92562" y="3949862"/>
            <a:ext cx="28194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2562" y="3415231"/>
            <a:ext cx="12192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7963" y="3415231"/>
            <a:ext cx="75252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92562" y="2323350"/>
            <a:ext cx="363682" cy="10802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 rot="5400000">
            <a:off x="2977431" y="2698396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7312" y="2319980"/>
            <a:ext cx="363682" cy="10651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 rot="5400000">
            <a:off x="3434631" y="2695026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48080" y="2329149"/>
            <a:ext cx="363682" cy="10575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 rot="5400000">
            <a:off x="3832949" y="2704195"/>
            <a:ext cx="799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77570" y="2329149"/>
            <a:ext cx="363682" cy="105759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 rot="5400000">
            <a:off x="4262439" y="2704195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800" y="2329149"/>
            <a:ext cx="363682" cy="105759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 rot="5400000">
            <a:off x="4671149" y="2704195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B</a:t>
            </a:r>
          </a:p>
        </p:txBody>
      </p:sp>
      <p:sp>
        <p:nvSpPr>
          <p:cNvPr id="30" name="TextBox 29"/>
          <p:cNvSpPr txBox="1"/>
          <p:nvPr/>
        </p:nvSpPr>
        <p:spPr>
          <a:xfrm rot="5400000">
            <a:off x="5085509" y="2704195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31" name="TextBox 30"/>
          <p:cNvSpPr txBox="1"/>
          <p:nvPr/>
        </p:nvSpPr>
        <p:spPr>
          <a:xfrm rot="5400000">
            <a:off x="5449191" y="2714227"/>
            <a:ext cx="79959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 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7566" y="2329149"/>
            <a:ext cx="704396" cy="158642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 rot="5400000">
            <a:off x="4925580" y="2818671"/>
            <a:ext cx="1468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Virtualization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Software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241" y="4990641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Machines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4061" y="4984324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Containers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6758" y="4487590"/>
            <a:ext cx="2819400" cy="5003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 Hardware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04301" y="3953226"/>
            <a:ext cx="2819400" cy="50034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Virtualization Software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4301" y="341942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04301" y="235936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3001" y="341942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3001" y="2359367"/>
            <a:ext cx="762000" cy="50034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1701" y="3419428"/>
            <a:ext cx="762000" cy="50034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Guest 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61701" y="2359367"/>
            <a:ext cx="762000" cy="500349"/>
          </a:xfrm>
          <a:prstGeom prst="rect">
            <a:avLst/>
          </a:prstGeom>
          <a:solidFill>
            <a:srgbClr val="64BC58"/>
          </a:solidFill>
          <a:ln>
            <a:solidFill>
              <a:srgbClr val="499C3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 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4301" y="288479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3001" y="2884797"/>
            <a:ext cx="762000" cy="50034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61701" y="2884797"/>
            <a:ext cx="762000" cy="5003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Bins/ Libs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7000" y="4989795"/>
            <a:ext cx="2209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Hypervisor (Type 1)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E92DA92-DAF1-40F4-9A1D-CF1F9CAE97E9}"/>
              </a:ext>
            </a:extLst>
          </p:cNvPr>
          <p:cNvSpPr/>
          <p:nvPr/>
        </p:nvSpPr>
        <p:spPr>
          <a:xfrm>
            <a:off x="8863069" y="6575233"/>
            <a:ext cx="228600" cy="228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93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5A130E-1688-9342-F1E4-214E80F82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2376" y="323764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Serverless Computing</a:t>
            </a:r>
          </a:p>
        </p:txBody>
      </p:sp>
      <p:pic>
        <p:nvPicPr>
          <p:cNvPr id="8" name="Graphic 7" descr="Computer">
            <a:extLst>
              <a:ext uri="{FF2B5EF4-FFF2-40B4-BE49-F238E27FC236}">
                <a16:creationId xmlns:a16="http://schemas.microsoft.com/office/drawing/2014/main" id="{6278C7DB-7B99-F109-6724-1716764C7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7090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6A6346-56F8-A8D9-8BC4-4F0F7EE7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Serverless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849FB3-A2F2-5E71-F8F2-A31BC2B17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“… a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2" tooltip="Cloud computing"/>
              </a:rPr>
              <a:t>cloud computing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Execution model"/>
              </a:rPr>
              <a:t>execution model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which the cloud provider allocates machine resources on demand, taking care of the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Server (computing)"/>
              </a:rPr>
              <a:t>servers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on behalf of their customers. "Serverless" is a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Misnomer"/>
              </a:rPr>
              <a:t>misnomer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in the sense that servers are still used by cloud service providers to execute code for developers. However, developers of serverless applications are not concerned with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Capacity planning"/>
              </a:rPr>
              <a:t>capacity planning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configuration, management, maintenance,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Fault tolerance"/>
              </a:rPr>
              <a:t>fault tolerance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or scaling of containers, </a:t>
            </a:r>
            <a:r>
              <a:rPr lang="en-US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Virtual machine"/>
              </a:rPr>
              <a:t>VMs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or physical servers.”</a:t>
            </a:r>
          </a:p>
          <a:p>
            <a:pPr marL="0" indent="0" algn="r">
              <a:lnSpc>
                <a:spcPct val="120000"/>
              </a:lnSpc>
              <a:buNone/>
            </a:pPr>
            <a:b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</a:b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(Wikipedia: Serverless Computing)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6057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526B-FB37-EA6B-CBAD-B65A1925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Serverless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44B9F-C9D1-B8B7-DD3E-77B5CDB1C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No need to provision a server. You simply manage the functions.</a:t>
            </a:r>
          </a:p>
          <a:p>
            <a:r>
              <a:rPr lang="en-US" dirty="0"/>
              <a:t>Functions can be triggered by HTTP requests, by timers (according to a schedule), by a change in a file, by a queue manager, and other specialty events (e.g. GitHub </a:t>
            </a:r>
            <a:r>
              <a:rPr lang="en-US" dirty="0" err="1"/>
              <a:t>WebHooks</a:t>
            </a:r>
            <a:r>
              <a:rPr lang="en-US" dirty="0"/>
              <a:t>).</a:t>
            </a:r>
          </a:p>
          <a:p>
            <a:r>
              <a:rPr lang="en-US" dirty="0"/>
              <a:t>When an event happens, the function host loads the corresponding code (quickly) and executes the function.</a:t>
            </a:r>
          </a:p>
          <a:p>
            <a:r>
              <a:rPr lang="en-US" dirty="0"/>
              <a:t>When demand is high, the function host may load multiple copies of the function on different servers.</a:t>
            </a:r>
          </a:p>
        </p:txBody>
      </p:sp>
    </p:spTree>
    <p:extLst>
      <p:ext uri="{BB962C8B-B14F-4D97-AF65-F5344CB8AC3E}">
        <p14:creationId xmlns:p14="http://schemas.microsoft.com/office/powerpoint/2010/main" val="2321344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4F7D-376C-26A3-E123-E6C224F9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41142-3D1B-2B63-133B-49D7009BA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rmAutofit/>
          </a:bodyPr>
          <a:lstStyle/>
          <a:p>
            <a:r>
              <a:rPr lang="en-US" dirty="0"/>
              <a:t>AWS Lambda – Popularized the concept.</a:t>
            </a:r>
          </a:p>
          <a:p>
            <a:pPr lvl="1"/>
            <a:r>
              <a:rPr lang="en-US" dirty="0"/>
              <a:t>Node.js, Python, Java, Ruby, and C#</a:t>
            </a:r>
          </a:p>
          <a:p>
            <a:r>
              <a:rPr lang="en-US" dirty="0"/>
              <a:t>Google Cloud Functions</a:t>
            </a:r>
          </a:p>
          <a:p>
            <a:pPr lvl="1"/>
            <a:r>
              <a:rPr lang="en-US" dirty="0"/>
              <a:t>Node.js, Java, Python, and Go.</a:t>
            </a:r>
          </a:p>
          <a:p>
            <a:r>
              <a:rPr lang="en-US" dirty="0"/>
              <a:t>Oracle Cloud Functions</a:t>
            </a:r>
          </a:p>
          <a:p>
            <a:pPr lvl="1"/>
            <a:r>
              <a:rPr lang="en-US" dirty="0"/>
              <a:t>Python, Go, Java, Ruby, and Node.js</a:t>
            </a:r>
          </a:p>
          <a:p>
            <a:r>
              <a:rPr lang="en-US" dirty="0"/>
              <a:t>Azure Functions</a:t>
            </a:r>
          </a:p>
          <a:p>
            <a:pPr lvl="1"/>
            <a:r>
              <a:rPr lang="en-US" dirty="0"/>
              <a:t>C#, Java, JavaScript,</a:t>
            </a:r>
            <a:br>
              <a:rPr lang="en-US" dirty="0"/>
            </a:br>
            <a:r>
              <a:rPr lang="en-US" dirty="0"/>
              <a:t>TypeScript, PowerShell, Python</a:t>
            </a:r>
          </a:p>
          <a:p>
            <a:endParaRPr lang="en-US" dirty="0"/>
          </a:p>
        </p:txBody>
      </p:sp>
      <p:pic>
        <p:nvPicPr>
          <p:cNvPr id="4" name="Picture 2" descr="Demystifying AWS Lambda: How AWS Lambda works in simple words | by Saurav Sharma | Medium">
            <a:extLst>
              <a:ext uri="{FF2B5EF4-FFF2-40B4-BE49-F238E27FC236}">
                <a16:creationId xmlns:a16="http://schemas.microsoft.com/office/drawing/2014/main" id="{6BC3AB7E-43B0-114B-474F-F81CDE740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574" y="1096495"/>
            <a:ext cx="1011526" cy="101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oogle Cloud Functions — SignalFx documentation">
            <a:extLst>
              <a:ext uri="{FF2B5EF4-FFF2-40B4-BE49-F238E27FC236}">
                <a16:creationId xmlns:a16="http://schemas.microsoft.com/office/drawing/2014/main" id="{71E9D837-A9BB-9099-310F-E512CD0AA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2282031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E728129-8467-FF0E-5A8A-5F6CC0885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983253"/>
            <a:ext cx="1428750" cy="83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zure Functions 3.0 beschikbaar - ParTech">
            <a:extLst>
              <a:ext uri="{FF2B5EF4-FFF2-40B4-BE49-F238E27FC236}">
                <a16:creationId xmlns:a16="http://schemas.microsoft.com/office/drawing/2014/main" id="{49FABDBB-A758-5983-23BE-74AD055E1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572000"/>
            <a:ext cx="2082019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246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57A7E-63B0-D681-526F-40391B941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Concept: Function as a Service (</a:t>
            </a:r>
            <a:r>
              <a:rPr lang="en-US" dirty="0" err="1"/>
              <a:t>FaaS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677F-1630-D004-0B42-E8F2B118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new entrant in the cloud computing hierarchy.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Solution can be available 24/7 but you only pay for usage.</a:t>
            </a:r>
          </a:p>
          <a:p>
            <a:pPr lvl="1"/>
            <a:r>
              <a:rPr lang="en-US" dirty="0"/>
              <a:t>Insulates the developer from lots of deployment headaches.</a:t>
            </a:r>
          </a:p>
          <a:p>
            <a:pPr lvl="1"/>
            <a:r>
              <a:rPr lang="en-US" dirty="0"/>
              <a:t>Scales easily and automatically from very low demand to extremely high demand.</a:t>
            </a:r>
          </a:p>
        </p:txBody>
      </p:sp>
    </p:spTree>
    <p:extLst>
      <p:ext uri="{BB962C8B-B14F-4D97-AF65-F5344CB8AC3E}">
        <p14:creationId xmlns:p14="http://schemas.microsoft.com/office/powerpoint/2010/main" val="3299322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DAD63-8A49-EEA0-EFE5-E41B862D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Azure Functions we use in this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77AAA-37DE-9D76-2463-717615FF7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TA Help Queue</a:t>
            </a:r>
          </a:p>
          <a:p>
            <a:r>
              <a:rPr lang="en-US" dirty="0"/>
              <a:t>echo.dicax.org</a:t>
            </a:r>
          </a:p>
          <a:p>
            <a:r>
              <a:rPr lang="en-US" dirty="0"/>
              <a:t>dns.itc210.net</a:t>
            </a:r>
          </a:p>
          <a:p>
            <a:r>
              <a:rPr lang="en-US" dirty="0"/>
              <a:t>restspace.dicax.org</a:t>
            </a:r>
          </a:p>
          <a:p>
            <a:r>
              <a:rPr lang="en-US" dirty="0"/>
              <a:t>scripture.dicax.org</a:t>
            </a:r>
          </a:p>
          <a:p>
            <a:r>
              <a:rPr lang="en-US" dirty="0"/>
              <a:t>scriptboard.dicax.org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 use </a:t>
            </a:r>
            <a:r>
              <a:rPr lang="en-US" dirty="0" err="1"/>
              <a:t>FaaS</a:t>
            </a:r>
            <a:r>
              <a:rPr lang="en-US" dirty="0"/>
              <a:t> because it lets me keep these up at all times and yet the total cost of all these combined is less </a:t>
            </a:r>
            <a:r>
              <a:rPr lang="en-US"/>
              <a:t>than 75 cents </a:t>
            </a:r>
            <a:r>
              <a:rPr lang="en-US" dirty="0"/>
              <a:t>a month.</a:t>
            </a:r>
          </a:p>
        </p:txBody>
      </p:sp>
    </p:spTree>
    <p:extLst>
      <p:ext uri="{BB962C8B-B14F-4D97-AF65-F5344CB8AC3E}">
        <p14:creationId xmlns:p14="http://schemas.microsoft.com/office/powerpoint/2010/main" val="207957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D2A2D-A301-FB30-CB76-65679568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Serverless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08E5-635A-2AE2-94A8-490EE1374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New technology, runtime libraries may be immature.</a:t>
            </a:r>
          </a:p>
          <a:p>
            <a:r>
              <a:rPr lang="en-US" dirty="0"/>
              <a:t>Each implementation is proprietary – hard to move applications from, for example, Amazon Lambda to Azure Functions. Vendor lock-in may be a concern.</a:t>
            </a:r>
          </a:p>
          <a:p>
            <a:r>
              <a:rPr lang="en-US" dirty="0"/>
              <a:t>There is a small latency with the first call after a period of idleness because the code has to be loaded.</a:t>
            </a:r>
          </a:p>
          <a:p>
            <a:r>
              <a:rPr lang="en-US" dirty="0"/>
              <a:t>Recent claims that, at large scale, serverless costs more than conventional cloud hosting.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B43AF5D-A688-415C-DB30-6A8F22441806}"/>
              </a:ext>
            </a:extLst>
          </p:cNvPr>
          <p:cNvSpPr/>
          <p:nvPr/>
        </p:nvSpPr>
        <p:spPr>
          <a:xfrm>
            <a:off x="8863069" y="6575233"/>
            <a:ext cx="228600" cy="22860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02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9DCA-00E9-F14D-8FE4-3EC9D771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27839-FCB4-F64B-8177-CA3EB85D7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dirty="0"/>
              <a:t>Define the three types of virtualization</a:t>
            </a:r>
          </a:p>
          <a:p>
            <a:r>
              <a:rPr lang="en-US" dirty="0"/>
              <a:t>What are the pros and cons of each one?</a:t>
            </a:r>
          </a:p>
          <a:p>
            <a:r>
              <a:rPr lang="en-US" dirty="0"/>
              <a:t>Given a scenario, justify why one virtualization method is better to use than another.</a:t>
            </a:r>
          </a:p>
          <a:p>
            <a:r>
              <a:rPr lang="en-US" dirty="0"/>
              <a:t>What are some advantages of serverless or </a:t>
            </a:r>
            <a:r>
              <a:rPr lang="en-US" dirty="0" err="1"/>
              <a:t>FaaS</a:t>
            </a:r>
            <a:r>
              <a:rPr lang="en-US" dirty="0"/>
              <a:t> hosting?</a:t>
            </a:r>
          </a:p>
          <a:p>
            <a:r>
              <a:rPr lang="en-US" dirty="0"/>
              <a:t>What are some disadvantages?</a:t>
            </a:r>
          </a:p>
          <a:p>
            <a:r>
              <a:rPr lang="en-US" dirty="0"/>
              <a:t>What would be a good candidate for </a:t>
            </a:r>
            <a:r>
              <a:rPr lang="en-US"/>
              <a:t>serverless hosting?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187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3867</TotalTime>
  <Words>1689</Words>
  <Application>Microsoft Office PowerPoint</Application>
  <PresentationFormat>On-screen Show (4:3)</PresentationFormat>
  <Paragraphs>229</Paragraphs>
  <Slides>18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  Virtualization &amp; Containers Serverless Hosting  </vt:lpstr>
      <vt:lpstr>Virtualization</vt:lpstr>
      <vt:lpstr>Virtualization Defined</vt:lpstr>
      <vt:lpstr>Types of Virtualization</vt:lpstr>
      <vt:lpstr>Virtual Machines</vt:lpstr>
      <vt:lpstr>Containers</vt:lpstr>
      <vt:lpstr>Containers pt. 2</vt:lpstr>
      <vt:lpstr>Hypervisors</vt:lpstr>
      <vt:lpstr>Hypervisors pt. 2</vt:lpstr>
      <vt:lpstr>Virtualization Summary</vt:lpstr>
      <vt:lpstr>Serverless Computing</vt:lpstr>
      <vt:lpstr>Serverless Computing</vt:lpstr>
      <vt:lpstr>Serverless Characteristics</vt:lpstr>
      <vt:lpstr>Examples</vt:lpstr>
      <vt:lpstr>Concept: Function as a Service (FaaS)</vt:lpstr>
      <vt:lpstr>Azure Functions we use in this class</vt:lpstr>
      <vt:lpstr>Disadvantages of Serverless</vt:lpstr>
      <vt:lpstr>Study Questions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</dc:title>
  <dc:creator>Derek Hansen</dc:creator>
  <cp:lastModifiedBy>Brandt Redd</cp:lastModifiedBy>
  <cp:revision>34</cp:revision>
  <dcterms:created xsi:type="dcterms:W3CDTF">2011-10-22T07:30:30Z</dcterms:created>
  <dcterms:modified xsi:type="dcterms:W3CDTF">2025-03-26T04:28:51Z</dcterms:modified>
</cp:coreProperties>
</file>