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26"/>
  </p:notesMasterIdLst>
  <p:handoutMasterIdLst>
    <p:handoutMasterId r:id="rId27"/>
  </p:handoutMasterIdLst>
  <p:sldIdLst>
    <p:sldId id="256" r:id="rId2"/>
    <p:sldId id="387" r:id="rId3"/>
    <p:sldId id="365" r:id="rId4"/>
    <p:sldId id="366" r:id="rId5"/>
    <p:sldId id="389" r:id="rId6"/>
    <p:sldId id="369" r:id="rId7"/>
    <p:sldId id="384" r:id="rId8"/>
    <p:sldId id="388" r:id="rId9"/>
    <p:sldId id="386" r:id="rId10"/>
    <p:sldId id="373" r:id="rId11"/>
    <p:sldId id="374" r:id="rId12"/>
    <p:sldId id="379" r:id="rId13"/>
    <p:sldId id="375" r:id="rId14"/>
    <p:sldId id="376" r:id="rId15"/>
    <p:sldId id="344" r:id="rId16"/>
    <p:sldId id="345" r:id="rId17"/>
    <p:sldId id="347" r:id="rId18"/>
    <p:sldId id="346" r:id="rId19"/>
    <p:sldId id="348" r:id="rId20"/>
    <p:sldId id="351" r:id="rId21"/>
    <p:sldId id="385" r:id="rId22"/>
    <p:sldId id="363" r:id="rId23"/>
    <p:sldId id="362" r:id="rId24"/>
    <p:sldId id="381" r:id="rId2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535701-2401-492E-BBC2-44401D2A4864}" v="3" dt="2025-03-30T22:01:02.4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5" autoAdjust="0"/>
    <p:restoredTop sz="77358" autoAdjust="0"/>
  </p:normalViewPr>
  <p:slideViewPr>
    <p:cSldViewPr>
      <p:cViewPr varScale="1">
        <p:scale>
          <a:sx n="84" d="100"/>
          <a:sy n="84" d="100"/>
        </p:scale>
        <p:origin x="2661" y="2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Windows Live" clId="Web-{11B3A9F0-9C5F-41CA-8F8F-9B36449EE0A7}"/>
    <pc:docChg chg="addSld delSld">
      <pc:chgData name="Brandt Redd" userId="be8ed540b98adac0" providerId="Windows Live" clId="Web-{11B3A9F0-9C5F-41CA-8F8F-9B36449EE0A7}" dt="2023-11-26T23:50:24.804" v="1"/>
      <pc:docMkLst>
        <pc:docMk/>
      </pc:docMkLst>
      <pc:sldChg chg="add del">
        <pc:chgData name="Brandt Redd" userId="be8ed540b98adac0" providerId="Windows Live" clId="Web-{11B3A9F0-9C5F-41CA-8F8F-9B36449EE0A7}" dt="2023-11-26T23:50:24.804" v="1"/>
        <pc:sldMkLst>
          <pc:docMk/>
          <pc:sldMk cId="0" sldId="380"/>
        </pc:sldMkLst>
      </pc:sldChg>
    </pc:docChg>
  </pc:docChgLst>
  <pc:docChgLst>
    <pc:chgData name="Brandt Redd" userId="be8ed540b98adac0" providerId="LiveId" clId="{25C8707A-F0AC-4265-8691-32BE7518D6F1}"/>
    <pc:docChg chg="undo custSel addSld delSld modSld">
      <pc:chgData name="Brandt Redd" userId="be8ed540b98adac0" providerId="LiveId" clId="{25C8707A-F0AC-4265-8691-32BE7518D6F1}" dt="2024-11-20T05:23:21.861" v="283" actId="47"/>
      <pc:docMkLst>
        <pc:docMk/>
      </pc:docMkLst>
      <pc:sldChg chg="modSp mod">
        <pc:chgData name="Brandt Redd" userId="be8ed540b98adac0" providerId="LiveId" clId="{25C8707A-F0AC-4265-8691-32BE7518D6F1}" dt="2024-11-20T05:20:45.875" v="264" actId="20577"/>
        <pc:sldMkLst>
          <pc:docMk/>
          <pc:sldMk cId="0" sldId="344"/>
        </pc:sldMkLst>
      </pc:sldChg>
      <pc:sldChg chg="delSp modSp">
        <pc:chgData name="Brandt Redd" userId="be8ed540b98adac0" providerId="LiveId" clId="{25C8707A-F0AC-4265-8691-32BE7518D6F1}" dt="2024-11-20T05:22:46.714" v="282" actId="1076"/>
        <pc:sldMkLst>
          <pc:docMk/>
          <pc:sldMk cId="0" sldId="345"/>
        </pc:sldMkLst>
      </pc:sldChg>
      <pc:sldChg chg="delSp modSp">
        <pc:chgData name="Brandt Redd" userId="be8ed540b98adac0" providerId="LiveId" clId="{25C8707A-F0AC-4265-8691-32BE7518D6F1}" dt="2024-11-20T05:22:29.325" v="280" actId="1076"/>
        <pc:sldMkLst>
          <pc:docMk/>
          <pc:sldMk cId="0" sldId="346"/>
        </pc:sldMkLst>
      </pc:sldChg>
      <pc:sldChg chg="modSp mod">
        <pc:chgData name="Brandt Redd" userId="be8ed540b98adac0" providerId="LiveId" clId="{25C8707A-F0AC-4265-8691-32BE7518D6F1}" dt="2024-11-20T05:21:53.269" v="275" actId="20577"/>
        <pc:sldMkLst>
          <pc:docMk/>
          <pc:sldMk cId="0" sldId="347"/>
        </pc:sldMkLst>
      </pc:sldChg>
      <pc:sldChg chg="addSp delSp modSp mod modClrScheme chgLayout">
        <pc:chgData name="Brandt Redd" userId="be8ed540b98adac0" providerId="LiveId" clId="{25C8707A-F0AC-4265-8691-32BE7518D6F1}" dt="2024-11-20T00:58:01.673" v="118" actId="1076"/>
        <pc:sldMkLst>
          <pc:docMk/>
          <pc:sldMk cId="0" sldId="369"/>
        </pc:sldMkLst>
      </pc:sldChg>
      <pc:sldChg chg="del">
        <pc:chgData name="Brandt Redd" userId="be8ed540b98adac0" providerId="LiveId" clId="{25C8707A-F0AC-4265-8691-32BE7518D6F1}" dt="2024-11-20T00:55:55.607" v="105" actId="47"/>
        <pc:sldMkLst>
          <pc:docMk/>
          <pc:sldMk cId="0" sldId="371"/>
        </pc:sldMkLst>
      </pc:sldChg>
      <pc:sldChg chg="addSp modSp">
        <pc:chgData name="Brandt Redd" userId="be8ed540b98adac0" providerId="LiveId" clId="{25C8707A-F0AC-4265-8691-32BE7518D6F1}" dt="2024-11-20T01:41:31.511" v="130" actId="1076"/>
        <pc:sldMkLst>
          <pc:docMk/>
          <pc:sldMk cId="0" sldId="374"/>
        </pc:sldMkLst>
      </pc:sldChg>
      <pc:sldChg chg="addSp delSp modSp mod">
        <pc:chgData name="Brandt Redd" userId="be8ed540b98adac0" providerId="LiveId" clId="{25C8707A-F0AC-4265-8691-32BE7518D6F1}" dt="2024-11-20T03:47:43.169" v="162" actId="1076"/>
        <pc:sldMkLst>
          <pc:docMk/>
          <pc:sldMk cId="0" sldId="376"/>
        </pc:sldMkLst>
      </pc:sldChg>
      <pc:sldChg chg="del">
        <pc:chgData name="Brandt Redd" userId="be8ed540b98adac0" providerId="LiveId" clId="{25C8707A-F0AC-4265-8691-32BE7518D6F1}" dt="2024-11-20T05:23:21.861" v="283" actId="47"/>
        <pc:sldMkLst>
          <pc:docMk/>
          <pc:sldMk cId="0" sldId="380"/>
        </pc:sldMkLst>
      </pc:sldChg>
      <pc:sldChg chg="addSp delSp modSp new mod modClrScheme chgLayout">
        <pc:chgData name="Brandt Redd" userId="be8ed540b98adac0" providerId="LiveId" clId="{25C8707A-F0AC-4265-8691-32BE7518D6F1}" dt="2024-11-20T00:55:40.890" v="104" actId="1076"/>
        <pc:sldMkLst>
          <pc:docMk/>
          <pc:sldMk cId="3217773540" sldId="389"/>
        </pc:sldMkLst>
      </pc:sldChg>
    </pc:docChg>
  </pc:docChgLst>
  <pc:docChgLst>
    <pc:chgData name="Brandt Redd" userId="be8ed540b98adac0" providerId="LiveId" clId="{6D2C5D34-EE9F-4B14-80AE-EFD79D4D88F3}"/>
    <pc:docChg chg="modSld">
      <pc:chgData name="Brandt Redd" userId="be8ed540b98adac0" providerId="LiveId" clId="{6D2C5D34-EE9F-4B14-80AE-EFD79D4D88F3}" dt="2022-11-14T05:13:13.816" v="138" actId="20577"/>
      <pc:docMkLst>
        <pc:docMk/>
      </pc:docMkLst>
      <pc:sldChg chg="modSp mod">
        <pc:chgData name="Brandt Redd" userId="be8ed540b98adac0" providerId="LiveId" clId="{6D2C5D34-EE9F-4B14-80AE-EFD79D4D88F3}" dt="2022-11-14T05:13:13.816" v="138" actId="20577"/>
        <pc:sldMkLst>
          <pc:docMk/>
          <pc:sldMk cId="0" sldId="347"/>
        </pc:sldMkLst>
      </pc:sldChg>
    </pc:docChg>
  </pc:docChgLst>
  <pc:docChgLst>
    <pc:chgData name="Brandt Redd" userId="be8ed540b98adac0" providerId="LiveId" clId="{3150CDF1-53A4-43E1-8E49-AF3E54998C51}"/>
    <pc:docChg chg="undo custSel delSld modSld">
      <pc:chgData name="Brandt Redd" userId="be8ed540b98adac0" providerId="LiveId" clId="{3150CDF1-53A4-43E1-8E49-AF3E54998C51}" dt="2021-03-29T13:58:30.812" v="192" actId="20577"/>
      <pc:docMkLst>
        <pc:docMk/>
      </pc:docMkLst>
      <pc:sldChg chg="modSp mod">
        <pc:chgData name="Brandt Redd" userId="be8ed540b98adac0" providerId="LiveId" clId="{3150CDF1-53A4-43E1-8E49-AF3E54998C51}" dt="2021-03-29T04:19:46.477" v="148" actId="20577"/>
        <pc:sldMkLst>
          <pc:docMk/>
          <pc:sldMk cId="0" sldId="256"/>
        </pc:sldMkLst>
      </pc:sldChg>
      <pc:sldChg chg="modSp mod">
        <pc:chgData name="Brandt Redd" userId="be8ed540b98adac0" providerId="LiveId" clId="{3150CDF1-53A4-43E1-8E49-AF3E54998C51}" dt="2021-03-29T04:07:04.772" v="3" actId="20577"/>
        <pc:sldMkLst>
          <pc:docMk/>
          <pc:sldMk cId="0" sldId="347"/>
        </pc:sldMkLst>
      </pc:sldChg>
      <pc:sldChg chg="modSp mod">
        <pc:chgData name="Brandt Redd" userId="be8ed540b98adac0" providerId="LiveId" clId="{3150CDF1-53A4-43E1-8E49-AF3E54998C51}" dt="2021-03-29T04:09:11.399" v="143" actId="404"/>
        <pc:sldMkLst>
          <pc:docMk/>
          <pc:sldMk cId="0" sldId="348"/>
        </pc:sldMkLst>
      </pc:sldChg>
      <pc:sldChg chg="modSp mod">
        <pc:chgData name="Brandt Redd" userId="be8ed540b98adac0" providerId="LiveId" clId="{3150CDF1-53A4-43E1-8E49-AF3E54998C51}" dt="2021-03-29T13:58:30.812" v="192" actId="20577"/>
        <pc:sldMkLst>
          <pc:docMk/>
          <pc:sldMk cId="3606765021" sldId="382"/>
        </pc:sldMkLst>
      </pc:sldChg>
      <pc:sldChg chg="del">
        <pc:chgData name="Brandt Redd" userId="be8ed540b98adac0" providerId="LiveId" clId="{3150CDF1-53A4-43E1-8E49-AF3E54998C51}" dt="2021-03-29T04:03:07.266" v="2" actId="47"/>
        <pc:sldMkLst>
          <pc:docMk/>
          <pc:sldMk cId="3994500534" sldId="383"/>
        </pc:sldMkLst>
      </pc:sldChg>
    </pc:docChg>
  </pc:docChgLst>
  <pc:docChgLst>
    <pc:chgData name="Brandt Redd" userId="be8ed540b98adac0" providerId="LiveId" clId="{0C2DBEA7-25F0-4E5E-A4FD-C5591F6EE1CF}"/>
    <pc:docChg chg="undo custSel mod addSld delSld modSld">
      <pc:chgData name="Brandt Redd" userId="be8ed540b98adac0" providerId="LiveId" clId="{0C2DBEA7-25F0-4E5E-A4FD-C5591F6EE1CF}" dt="2020-11-16T06:04:11.348" v="995" actId="20577"/>
      <pc:docMkLst>
        <pc:docMk/>
      </pc:docMkLst>
      <pc:sldChg chg="del">
        <pc:chgData name="Brandt Redd" userId="be8ed540b98adac0" providerId="LiveId" clId="{0C2DBEA7-25F0-4E5E-A4FD-C5591F6EE1CF}" dt="2020-11-16T05:49:43.298" v="240" actId="47"/>
        <pc:sldMkLst>
          <pc:docMk/>
          <pc:sldMk cId="0" sldId="377"/>
        </pc:sldMkLst>
      </pc:sldChg>
      <pc:sldChg chg="del">
        <pc:chgData name="Brandt Redd" userId="be8ed540b98adac0" providerId="LiveId" clId="{0C2DBEA7-25F0-4E5E-A4FD-C5591F6EE1CF}" dt="2020-11-16T05:49:43.298" v="240" actId="47"/>
        <pc:sldMkLst>
          <pc:docMk/>
          <pc:sldMk cId="0" sldId="378"/>
        </pc:sldMkLst>
      </pc:sldChg>
      <pc:sldChg chg="modSp mod">
        <pc:chgData name="Brandt Redd" userId="be8ed540b98adac0" providerId="LiveId" clId="{0C2DBEA7-25F0-4E5E-A4FD-C5591F6EE1CF}" dt="2020-11-16T06:04:11.348" v="995" actId="20577"/>
        <pc:sldMkLst>
          <pc:docMk/>
          <pc:sldMk cId="0" sldId="381"/>
        </pc:sldMkLst>
      </pc:sldChg>
      <pc:sldChg chg="modSp mod">
        <pc:chgData name="Brandt Redd" userId="be8ed540b98adac0" providerId="LiveId" clId="{0C2DBEA7-25F0-4E5E-A4FD-C5591F6EE1CF}" dt="2020-11-16T05:14:50.928" v="164" actId="20577"/>
        <pc:sldMkLst>
          <pc:docMk/>
          <pc:sldMk cId="3606765021" sldId="382"/>
        </pc:sldMkLst>
      </pc:sldChg>
      <pc:sldChg chg="addSp delSp modSp new mod setBg modClrScheme chgLayout">
        <pc:chgData name="Brandt Redd" userId="be8ed540b98adac0" providerId="LiveId" clId="{0C2DBEA7-25F0-4E5E-A4FD-C5591F6EE1CF}" dt="2020-11-16T05:15:29.015" v="172" actId="26606"/>
        <pc:sldMkLst>
          <pc:docMk/>
          <pc:sldMk cId="3994500534" sldId="383"/>
        </pc:sldMkLst>
      </pc:sldChg>
      <pc:sldChg chg="addSp delSp modSp new mod">
        <pc:chgData name="Brandt Redd" userId="be8ed540b98adac0" providerId="LiveId" clId="{0C2DBEA7-25F0-4E5E-A4FD-C5591F6EE1CF}" dt="2020-11-16T05:36:46.880" v="239" actId="1076"/>
        <pc:sldMkLst>
          <pc:docMk/>
          <pc:sldMk cId="3614402907" sldId="384"/>
        </pc:sldMkLst>
      </pc:sldChg>
      <pc:sldChg chg="modSp new mod">
        <pc:chgData name="Brandt Redd" userId="be8ed540b98adac0" providerId="LiveId" clId="{0C2DBEA7-25F0-4E5E-A4FD-C5591F6EE1CF}" dt="2020-11-16T06:02:27.799" v="759" actId="20577"/>
        <pc:sldMkLst>
          <pc:docMk/>
          <pc:sldMk cId="8443170" sldId="385"/>
        </pc:sldMkLst>
      </pc:sldChg>
    </pc:docChg>
  </pc:docChgLst>
  <pc:docChgLst>
    <pc:chgData name="Brandt Redd" userId="be8ed540b98adac0" providerId="LiveId" clId="{3AAD4B9A-04F8-40B3-841C-80AFDE826D42}"/>
    <pc:docChg chg="custSel addSld modSld">
      <pc:chgData name="Brandt Redd" userId="be8ed540b98adac0" providerId="LiveId" clId="{3AAD4B9A-04F8-40B3-841C-80AFDE826D42}" dt="2023-12-04T21:33:56.425" v="717" actId="20577"/>
      <pc:docMkLst>
        <pc:docMk/>
      </pc:docMkLst>
      <pc:sldChg chg="modSp mod">
        <pc:chgData name="Brandt Redd" userId="be8ed540b98adac0" providerId="LiveId" clId="{3AAD4B9A-04F8-40B3-841C-80AFDE826D42}" dt="2023-11-13T16:05:52" v="7" actId="20577"/>
        <pc:sldMkLst>
          <pc:docMk/>
          <pc:sldMk cId="0" sldId="256"/>
        </pc:sldMkLst>
      </pc:sldChg>
      <pc:sldChg chg="modSp mod">
        <pc:chgData name="Brandt Redd" userId="be8ed540b98adac0" providerId="LiveId" clId="{3AAD4B9A-04F8-40B3-841C-80AFDE826D42}" dt="2023-12-04T21:33:56.425" v="717" actId="20577"/>
        <pc:sldMkLst>
          <pc:docMk/>
          <pc:sldMk cId="0" sldId="351"/>
        </pc:sldMkLst>
      </pc:sldChg>
      <pc:sldChg chg="delSp mod">
        <pc:chgData name="Brandt Redd" userId="be8ed540b98adac0" providerId="LiveId" clId="{3AAD4B9A-04F8-40B3-841C-80AFDE826D42}" dt="2023-11-27T00:13:21.469" v="186" actId="21"/>
        <pc:sldMkLst>
          <pc:docMk/>
          <pc:sldMk cId="3614402907" sldId="384"/>
        </pc:sldMkLst>
      </pc:sldChg>
      <pc:sldChg chg="addSp delSp modSp new mod modClrScheme chgLayout">
        <pc:chgData name="Brandt Redd" userId="be8ed540b98adac0" providerId="LiveId" clId="{3AAD4B9A-04F8-40B3-841C-80AFDE826D42}" dt="2023-11-27T00:13:24.170" v="187"/>
        <pc:sldMkLst>
          <pc:docMk/>
          <pc:sldMk cId="3137807756" sldId="388"/>
        </pc:sldMkLst>
      </pc:sldChg>
    </pc:docChg>
  </pc:docChgLst>
  <pc:docChgLst>
    <pc:chgData name="Brandt Redd" userId="be8ed540b98adac0" providerId="LiveId" clId="{5DCCF8CA-35A4-421C-B67C-6B56B38EC7F8}"/>
    <pc:docChg chg="undo custSel addSld delSld modSld">
      <pc:chgData name="Brandt Redd" userId="be8ed540b98adac0" providerId="LiveId" clId="{5DCCF8CA-35A4-421C-B67C-6B56B38EC7F8}" dt="2021-11-15T04:38:27.089" v="700" actId="20577"/>
      <pc:docMkLst>
        <pc:docMk/>
      </pc:docMkLst>
      <pc:sldChg chg="modSp mod">
        <pc:chgData name="Brandt Redd" userId="be8ed540b98adac0" providerId="LiveId" clId="{5DCCF8CA-35A4-421C-B67C-6B56B38EC7F8}" dt="2021-11-14T22:55:18.649" v="328" actId="20577"/>
        <pc:sldMkLst>
          <pc:docMk/>
          <pc:sldMk cId="0" sldId="256"/>
        </pc:sldMkLst>
      </pc:sldChg>
      <pc:sldChg chg="modSp mod">
        <pc:chgData name="Brandt Redd" userId="be8ed540b98adac0" providerId="LiveId" clId="{5DCCF8CA-35A4-421C-B67C-6B56B38EC7F8}" dt="2021-11-14T22:50:07.313" v="219" actId="20577"/>
        <pc:sldMkLst>
          <pc:docMk/>
          <pc:sldMk cId="0" sldId="348"/>
        </pc:sldMkLst>
      </pc:sldChg>
      <pc:sldChg chg="modNotesTx">
        <pc:chgData name="Brandt Redd" userId="be8ed540b98adac0" providerId="LiveId" clId="{5DCCF8CA-35A4-421C-B67C-6B56B38EC7F8}" dt="2021-11-15T04:38:27.089" v="700" actId="20577"/>
        <pc:sldMkLst>
          <pc:docMk/>
          <pc:sldMk cId="0" sldId="366"/>
        </pc:sldMkLst>
      </pc:sldChg>
      <pc:sldChg chg="addSp delSp modSp mod">
        <pc:chgData name="Brandt Redd" userId="be8ed540b98adac0" providerId="LiveId" clId="{5DCCF8CA-35A4-421C-B67C-6B56B38EC7F8}" dt="2021-11-14T22:40:50.452" v="51" actId="1035"/>
        <pc:sldMkLst>
          <pc:docMk/>
          <pc:sldMk cId="0" sldId="369"/>
        </pc:sldMkLst>
      </pc:sldChg>
      <pc:sldChg chg="addSp delSp">
        <pc:chgData name="Brandt Redd" userId="be8ed540b98adac0" providerId="LiveId" clId="{5DCCF8CA-35A4-421C-B67C-6B56B38EC7F8}" dt="2021-11-14T22:37:42.666" v="36"/>
        <pc:sldMkLst>
          <pc:docMk/>
          <pc:sldMk cId="0" sldId="371"/>
        </pc:sldMkLst>
      </pc:sldChg>
      <pc:sldChg chg="modSp mod">
        <pc:chgData name="Brandt Redd" userId="be8ed540b98adac0" providerId="LiveId" clId="{5DCCF8CA-35A4-421C-B67C-6B56B38EC7F8}" dt="2021-11-14T22:48:21.163" v="148" actId="20577"/>
        <pc:sldMkLst>
          <pc:docMk/>
          <pc:sldMk cId="0" sldId="379"/>
        </pc:sldMkLst>
      </pc:sldChg>
      <pc:sldChg chg="addSp modSp">
        <pc:chgData name="Brandt Redd" userId="be8ed540b98adac0" providerId="LiveId" clId="{5DCCF8CA-35A4-421C-B67C-6B56B38EC7F8}" dt="2021-11-14T22:57:25.012" v="329"/>
        <pc:sldMkLst>
          <pc:docMk/>
          <pc:sldMk cId="0" sldId="380"/>
        </pc:sldMkLst>
      </pc:sldChg>
      <pc:sldChg chg="del">
        <pc:chgData name="Brandt Redd" userId="be8ed540b98adac0" providerId="LiveId" clId="{5DCCF8CA-35A4-421C-B67C-6B56B38EC7F8}" dt="2021-11-14T22:31:53.084" v="34" actId="2696"/>
        <pc:sldMkLst>
          <pc:docMk/>
          <pc:sldMk cId="3606765021" sldId="382"/>
        </pc:sldMkLst>
      </pc:sldChg>
      <pc:sldChg chg="addSp modSp">
        <pc:chgData name="Brandt Redd" userId="be8ed540b98adac0" providerId="LiveId" clId="{5DCCF8CA-35A4-421C-B67C-6B56B38EC7F8}" dt="2021-11-14T22:52:13.257" v="225"/>
        <pc:sldMkLst>
          <pc:docMk/>
          <pc:sldMk cId="3614402907" sldId="384"/>
        </pc:sldMkLst>
      </pc:sldChg>
      <pc:sldChg chg="addSp modSp mod">
        <pc:chgData name="Brandt Redd" userId="be8ed540b98adac0" providerId="LiveId" clId="{5DCCF8CA-35A4-421C-B67C-6B56B38EC7F8}" dt="2021-11-14T22:51:36.889" v="224" actId="208"/>
        <pc:sldMkLst>
          <pc:docMk/>
          <pc:sldMk cId="8443170" sldId="385"/>
        </pc:sldMkLst>
      </pc:sldChg>
      <pc:sldChg chg="addSp delSp modSp new mod setBg modClrScheme chgLayout">
        <pc:chgData name="Brandt Redd" userId="be8ed540b98adac0" providerId="LiveId" clId="{5DCCF8CA-35A4-421C-B67C-6B56B38EC7F8}" dt="2021-11-14T22:53:02.760" v="244" actId="478"/>
        <pc:sldMkLst>
          <pc:docMk/>
          <pc:sldMk cId="3739366489" sldId="386"/>
        </pc:sldMkLst>
      </pc:sldChg>
      <pc:sldChg chg="addSp delSp modSp new add del mod setBg modClrScheme chgLayout">
        <pc:chgData name="Brandt Redd" userId="be8ed540b98adac0" providerId="LiveId" clId="{5DCCF8CA-35A4-421C-B67C-6B56B38EC7F8}" dt="2021-11-14T22:54:15.411" v="289" actId="478"/>
        <pc:sldMkLst>
          <pc:docMk/>
          <pc:sldMk cId="340279915" sldId="387"/>
        </pc:sldMkLst>
      </pc:sldChg>
      <pc:sldChg chg="delSp modSp add del mod setBg delDesignElem">
        <pc:chgData name="Brandt Redd" userId="be8ed540b98adac0" providerId="LiveId" clId="{5DCCF8CA-35A4-421C-B67C-6B56B38EC7F8}" dt="2021-11-14T22:55:05.244" v="290" actId="47"/>
        <pc:sldMkLst>
          <pc:docMk/>
          <pc:sldMk cId="2188860927" sldId="388"/>
        </pc:sldMkLst>
      </pc:sldChg>
    </pc:docChg>
  </pc:docChgLst>
  <pc:docChgLst>
    <pc:chgData name="Brandt Redd" userId="be8ed540b98adac0" providerId="LiveId" clId="{D8535701-2401-492E-BBC2-44401D2A4864}"/>
    <pc:docChg chg="modSld">
      <pc:chgData name="Brandt Redd" userId="be8ed540b98adac0" providerId="LiveId" clId="{D8535701-2401-492E-BBC2-44401D2A4864}" dt="2025-03-30T22:01:20.455" v="10" actId="1076"/>
      <pc:docMkLst>
        <pc:docMk/>
      </pc:docMkLst>
      <pc:sldChg chg="addSp modSp mod">
        <pc:chgData name="Brandt Redd" userId="be8ed540b98adac0" providerId="LiveId" clId="{D8535701-2401-492E-BBC2-44401D2A4864}" dt="2025-03-30T22:01:20.455" v="10" actId="1076"/>
        <pc:sldMkLst>
          <pc:docMk/>
          <pc:sldMk cId="0" sldId="362"/>
        </pc:sldMkLst>
        <pc:spChg chg="add mod">
          <ac:chgData name="Brandt Redd" userId="be8ed540b98adac0" providerId="LiveId" clId="{D8535701-2401-492E-BBC2-44401D2A4864}" dt="2025-03-30T22:01:20.455" v="10" actId="1076"/>
          <ac:spMkLst>
            <pc:docMk/>
            <pc:sldMk cId="0" sldId="362"/>
            <ac:spMk id="2" creationId="{01AA4E6B-2F77-1503-BFFF-8D118528BF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EC6255-0981-624F-8886-96D571F866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charset="0"/>
                <a:ea typeface="MS PGothic" charset="-128"/>
              </a:defRPr>
            </a:lvl1pPr>
          </a:lstStyle>
          <a:p>
            <a:pPr>
              <a:defRPr/>
            </a:pPr>
            <a:endParaRPr lang="en-US"/>
          </a:p>
        </p:txBody>
      </p:sp>
      <p:sp>
        <p:nvSpPr>
          <p:cNvPr id="3" name="Date Placeholder 2">
            <a:extLst>
              <a:ext uri="{FF2B5EF4-FFF2-40B4-BE49-F238E27FC236}">
                <a16:creationId xmlns:a16="http://schemas.microsoft.com/office/drawing/2014/main" id="{4BCBE266-7612-B247-84AD-C2EB60132F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Arial" charset="0"/>
                <a:ea typeface="MS PGothic" charset="-128"/>
              </a:defRPr>
            </a:lvl1pPr>
          </a:lstStyle>
          <a:p>
            <a:pPr>
              <a:defRPr/>
            </a:pPr>
            <a:fld id="{F4D52477-1D5B-4F0F-B36F-02FDBE21DFDB}" type="datetimeFigureOut">
              <a:rPr lang="en-US"/>
              <a:pPr>
                <a:defRPr/>
              </a:pPr>
              <a:t>03/30/2025</a:t>
            </a:fld>
            <a:endParaRPr lang="en-US"/>
          </a:p>
        </p:txBody>
      </p:sp>
      <p:sp>
        <p:nvSpPr>
          <p:cNvPr id="4" name="Footer Placeholder 3">
            <a:extLst>
              <a:ext uri="{FF2B5EF4-FFF2-40B4-BE49-F238E27FC236}">
                <a16:creationId xmlns:a16="http://schemas.microsoft.com/office/drawing/2014/main" id="{40053ECB-49FE-BB4E-BE18-420D99ECA0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Arial" charset="0"/>
                <a:ea typeface="MS PGothic" charset="-128"/>
              </a:defRPr>
            </a:lvl1pPr>
          </a:lstStyle>
          <a:p>
            <a:pPr>
              <a:defRPr/>
            </a:pPr>
            <a:endParaRPr lang="en-US"/>
          </a:p>
        </p:txBody>
      </p:sp>
      <p:sp>
        <p:nvSpPr>
          <p:cNvPr id="5" name="Slide Number Placeholder 4">
            <a:extLst>
              <a:ext uri="{FF2B5EF4-FFF2-40B4-BE49-F238E27FC236}">
                <a16:creationId xmlns:a16="http://schemas.microsoft.com/office/drawing/2014/main" id="{97A03B75-665E-BC44-B51C-29C308E8D3B6}"/>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18BDB0D-63A5-46E4-B0BC-724515F9DF5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6165C853-1054-8C43-908C-81FCA0140B4B}"/>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0EBDF58C-AA56-8646-B1EE-CED4C7368DF9}"/>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30724" name="Rectangle 4">
            <a:extLst>
              <a:ext uri="{FF2B5EF4-FFF2-40B4-BE49-F238E27FC236}">
                <a16:creationId xmlns:a16="http://schemas.microsoft.com/office/drawing/2014/main" id="{16DB8B27-272A-7C45-8ED5-FD8105F9ECD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3077" name="Rectangle 5">
            <a:extLst>
              <a:ext uri="{FF2B5EF4-FFF2-40B4-BE49-F238E27FC236}">
                <a16:creationId xmlns:a16="http://schemas.microsoft.com/office/drawing/2014/main" id="{7EE12AF7-93F2-544A-B3DC-83EEA50F1BB7}"/>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BAC541C7-4103-4B46-9FCD-CFDC489AB9D0}"/>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56C60AC1-E552-E74F-B9E9-646726391415}"/>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fld id="{58F97E62-D12A-46DB-A718-73141745C8B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upport.google.com/analytics/answer/6367342?utm_source=GA%20Education&amp;utm_medium=affiliate&amp;utm_content=GA%20blog&amp;utm_campaign=Demo%20Accoun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code.google.com/apis/analytics/docs/concepts/gaConceptsOverview.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52DC76D2-4F22-4260-89EE-22753E4A9972}"/>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BA6EA94-6BAA-45EB-B22A-F318DA7423E9}" type="slidenum">
              <a:rPr lang="en-US" altLang="en-US" sz="1200"/>
              <a:pPr/>
              <a:t>1</a:t>
            </a:fld>
            <a:endParaRPr lang="en-US" altLang="en-US" sz="1200"/>
          </a:p>
        </p:txBody>
      </p:sp>
      <p:sp>
        <p:nvSpPr>
          <p:cNvPr id="31747" name="Rectangle 2">
            <a:extLst>
              <a:ext uri="{FF2B5EF4-FFF2-40B4-BE49-F238E27FC236}">
                <a16:creationId xmlns:a16="http://schemas.microsoft.com/office/drawing/2014/main" id="{1939473A-AEE1-4F4C-BDDC-455992EF9B1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1B85DD35-B1EF-405A-9BA7-EEB3408D89A4}"/>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4236103-6E3A-4ABA-A7C0-F85EC0EAF01E}"/>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6B34A5F-F2EB-4EFA-BE0C-A44740D0D09F}" type="slidenum">
              <a:rPr lang="en-US" altLang="en-US" sz="1200"/>
              <a:pPr/>
              <a:t>3</a:t>
            </a:fld>
            <a:endParaRPr lang="en-US" altLang="en-US" sz="1200"/>
          </a:p>
        </p:txBody>
      </p:sp>
      <p:sp>
        <p:nvSpPr>
          <p:cNvPr id="32771" name="Rectangle 2">
            <a:extLst>
              <a:ext uri="{FF2B5EF4-FFF2-40B4-BE49-F238E27FC236}">
                <a16:creationId xmlns:a16="http://schemas.microsoft.com/office/drawing/2014/main" id="{F09EB8F2-1FD2-1648-880C-01BB853C88AA}"/>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84A9107F-9E65-42FD-B235-F96BE226994C}"/>
              </a:ext>
            </a:extLst>
          </p:cNvPr>
          <p:cNvSpPr>
            <a:spLocks noGrp="1" noChangeArrowheads="1"/>
          </p:cNvSpPr>
          <p:nvPr>
            <p:ph type="body" idx="1"/>
          </p:nvPr>
        </p:nvSpPr>
        <p:spPr>
          <a:noFill/>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media is a great business because your members provide the content for free. You don’t have to pay for it anywhere. However, that means its financial basis is advertising. Therefore, operators’ interest is focused on keeping your attention which may not be the best service.</a:t>
            </a:r>
          </a:p>
        </p:txBody>
      </p:sp>
      <p:sp>
        <p:nvSpPr>
          <p:cNvPr id="4" name="Slide Number Placeholder 3"/>
          <p:cNvSpPr>
            <a:spLocks noGrp="1"/>
          </p:cNvSpPr>
          <p:nvPr>
            <p:ph type="sldNum" sz="quarter" idx="5"/>
          </p:nvPr>
        </p:nvSpPr>
        <p:spPr/>
        <p:txBody>
          <a:bodyPr/>
          <a:lstStyle/>
          <a:p>
            <a:fld id="{58F97E62-D12A-46DB-A718-73141745C8B9}" type="slidenum">
              <a:rPr lang="en-US" altLang="en-US" smtClean="0"/>
              <a:pPr/>
              <a:t>4</a:t>
            </a:fld>
            <a:endParaRPr lang="en-US" altLang="en-US"/>
          </a:p>
        </p:txBody>
      </p:sp>
    </p:spTree>
    <p:extLst>
      <p:ext uri="{BB962C8B-B14F-4D97-AF65-F5344CB8AC3E}">
        <p14:creationId xmlns:p14="http://schemas.microsoft.com/office/powerpoint/2010/main" val="3816812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78799-339C-9F48-9AD3-EFEF2E634E4D}"/>
              </a:ext>
            </a:extLst>
          </p:cNvPr>
          <p:cNvSpPr>
            <a:spLocks noGrp="1" noRot="1" noChangeAspect="1"/>
          </p:cNvSpPr>
          <p:nvPr>
            <p:ph type="sldImg"/>
          </p:nvPr>
        </p:nvSpPr>
        <p:spPr/>
      </p:sp>
      <p:sp>
        <p:nvSpPr>
          <p:cNvPr id="22530" name="Notes Placeholder 2">
            <a:extLst>
              <a:ext uri="{FF2B5EF4-FFF2-40B4-BE49-F238E27FC236}">
                <a16:creationId xmlns:a16="http://schemas.microsoft.com/office/drawing/2014/main" id="{AABC57C0-5270-4C3E-858A-F7E7B53192FD}"/>
              </a:ext>
            </a:extLst>
          </p:cNvPr>
          <p:cNvSpPr>
            <a:spLocks noGrp="1" noChangeArrowheads="1"/>
          </p:cNvSpPr>
          <p:nvPr>
            <p:ph type="body" idx="1"/>
          </p:nvPr>
        </p:nvSpPr>
        <p:spPr>
          <a:noFill/>
        </p:spPr>
        <p:txBody>
          <a:bodyPr/>
          <a:lstStyle/>
          <a:p>
            <a:r>
              <a:rPr lang="en-US" altLang="en-US">
                <a:latin typeface="Arial" panose="020B0604020202020204" pitchFamily="34" charset="0"/>
              </a:rPr>
              <a:t>Note the huge growth in </a:t>
            </a:r>
          </a:p>
        </p:txBody>
      </p:sp>
      <p:sp>
        <p:nvSpPr>
          <p:cNvPr id="22531" name="Slide Number Placeholder 3">
            <a:extLst>
              <a:ext uri="{FF2B5EF4-FFF2-40B4-BE49-F238E27FC236}">
                <a16:creationId xmlns:a16="http://schemas.microsoft.com/office/drawing/2014/main" id="{FB1398D4-C76B-4647-B37F-6C83AA89775C}"/>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4B0D33B-B68A-4024-B2C6-CCDB98B43A33}" type="slidenum">
              <a:rPr lang="en-US" altLang="en-US" sz="1200"/>
              <a:pPr/>
              <a:t>6</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F97E62-D12A-46DB-A718-73141745C8B9}" type="slidenum">
              <a:rPr lang="en-US" altLang="en-US" smtClean="0"/>
              <a:pPr/>
              <a:t>7</a:t>
            </a:fld>
            <a:endParaRPr lang="en-US" altLang="en-US"/>
          </a:p>
        </p:txBody>
      </p:sp>
    </p:spTree>
    <p:extLst>
      <p:ext uri="{BB962C8B-B14F-4D97-AF65-F5344CB8AC3E}">
        <p14:creationId xmlns:p14="http://schemas.microsoft.com/office/powerpoint/2010/main" val="3268078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F97E62-D12A-46DB-A718-73141745C8B9}" type="slidenum">
              <a:rPr lang="en-US" altLang="en-US" smtClean="0"/>
              <a:pPr/>
              <a:t>9</a:t>
            </a:fld>
            <a:endParaRPr lang="en-US" altLang="en-US"/>
          </a:p>
        </p:txBody>
      </p:sp>
    </p:spTree>
    <p:extLst>
      <p:ext uri="{BB962C8B-B14F-4D97-AF65-F5344CB8AC3E}">
        <p14:creationId xmlns:p14="http://schemas.microsoft.com/office/powerpoint/2010/main" val="3390204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5A943321-0101-4CF4-A839-308471F017A7}"/>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10456A0-9AFB-4979-94F0-302F7ECF60E1}" type="slidenum">
              <a:rPr lang="en-US" altLang="en-US" sz="1200"/>
              <a:pPr/>
              <a:t>10</a:t>
            </a:fld>
            <a:endParaRPr lang="en-US" altLang="en-US" sz="1200"/>
          </a:p>
        </p:txBody>
      </p:sp>
      <p:sp>
        <p:nvSpPr>
          <p:cNvPr id="38915" name="Slide Image Placeholder 1">
            <a:extLst>
              <a:ext uri="{FF2B5EF4-FFF2-40B4-BE49-F238E27FC236}">
                <a16:creationId xmlns:a16="http://schemas.microsoft.com/office/drawing/2014/main" id="{96DBB007-998A-6E41-9832-AF77FD333BE3}"/>
              </a:ext>
            </a:extLst>
          </p:cNvPr>
          <p:cNvSpPr>
            <a:spLocks noGrp="1" noRot="1" noChangeAspect="1" noTextEdit="1"/>
          </p:cNvSpPr>
          <p:nvPr>
            <p:ph type="sldImg"/>
          </p:nvPr>
        </p:nvSpPr>
        <p:spPr>
          <a:solidFill>
            <a:srgbClr val="FFFFFF"/>
          </a:solidFill>
          <a:ln/>
        </p:spPr>
      </p:sp>
      <p:sp>
        <p:nvSpPr>
          <p:cNvPr id="24579" name="Notes Placeholder 2">
            <a:extLst>
              <a:ext uri="{FF2B5EF4-FFF2-40B4-BE49-F238E27FC236}">
                <a16:creationId xmlns:a16="http://schemas.microsoft.com/office/drawing/2014/main" id="{025623F5-60D8-434D-BD24-084D52441082}"/>
              </a:ext>
            </a:extLst>
          </p:cNvPr>
          <p:cNvSpPr>
            <a:spLocks noGrp="1"/>
          </p:cNvSpPr>
          <p:nvPr>
            <p:ph type="body" idx="1"/>
          </p:nvPr>
        </p:nvSpPr>
        <p:spPr>
          <a:xfrm>
            <a:off x="685800" y="4343400"/>
            <a:ext cx="5486400" cy="4114800"/>
          </a:xfrm>
          <a:solidFill>
            <a:srgbClr val="FFFFFF"/>
          </a:solidFill>
          <a:ln>
            <a:solidFill>
              <a:srgbClr val="000000"/>
            </a:solidFill>
            <a:miter lim="800000"/>
            <a:headEnd/>
            <a:tailEnd/>
          </a:ln>
        </p:spPr>
        <p:txBody>
          <a:bodyPr/>
          <a:lstStyle/>
          <a:p>
            <a:pPr eaLnBrk="1" hangingPunct="1">
              <a:spcBef>
                <a:spcPct val="0"/>
              </a:spcBef>
            </a:pPr>
            <a:r>
              <a:rPr lang="en-US" altLang="en-US" dirty="0">
                <a:latin typeface="Arial" panose="020B0604020202020204" pitchFamily="34" charset="0"/>
              </a:rPr>
              <a:t>One key characteristic of technology-mediated communication is that it can (and typically does) capture detailed data on social interactions.</a:t>
            </a:r>
          </a:p>
          <a:p>
            <a:pPr eaLnBrk="1" hangingPunct="1">
              <a:spcBef>
                <a:spcPct val="0"/>
              </a:spcBef>
            </a:pPr>
            <a:r>
              <a:rPr lang="en-US" altLang="en-US" dirty="0">
                <a:latin typeface="Arial" panose="020B0604020202020204" pitchFamily="34" charset="0"/>
              </a:rPr>
              <a:t>Just like footprints left on the sand tell a story about walking a dog on the beach, our digital footprints tell stories about our online behaviors and interactions.</a:t>
            </a:r>
          </a:p>
          <a:p>
            <a:pPr eaLnBrk="1" hangingPunct="1">
              <a:spcBef>
                <a:spcPct val="0"/>
              </a:spcBef>
            </a:pPr>
            <a:r>
              <a:rPr lang="en-US" altLang="en-US" dirty="0">
                <a:latin typeface="Arial" panose="020B0604020202020204" pitchFamily="34" charset="0"/>
              </a:rPr>
              <a:t>The mass of data created by social media has the potential to usher in a golden age of social science and data-driven decision making.</a:t>
            </a:r>
          </a:p>
          <a:p>
            <a:pPr eaLnBrk="1" hangingPunct="1">
              <a:spcBef>
                <a:spcPct val="0"/>
              </a:spcBef>
            </a:pPr>
            <a:r>
              <a:rPr lang="en-US" altLang="en-US" dirty="0">
                <a:latin typeface="Arial" panose="020B0604020202020204" pitchFamily="34" charset="0"/>
              </a:rPr>
              <a:t>However, to put this social data to good use by researchers, as well as non-technical community managers and decision makers, </a:t>
            </a:r>
          </a:p>
          <a:p>
            <a:pPr eaLnBrk="1" hangingPunct="1">
              <a:spcBef>
                <a:spcPct val="0"/>
              </a:spcBef>
            </a:pPr>
            <a:r>
              <a:rPr lang="en-US" altLang="en-US" dirty="0">
                <a:latin typeface="Arial" panose="020B0604020202020204" pitchFamily="34" charset="0"/>
              </a:rPr>
              <a:t>we need usable and powerful tools that support social media data analysis.</a:t>
            </a:r>
          </a:p>
        </p:txBody>
      </p:sp>
      <p:sp>
        <p:nvSpPr>
          <p:cNvPr id="24580" name="Slide Number Placeholder 3">
            <a:extLst>
              <a:ext uri="{FF2B5EF4-FFF2-40B4-BE49-F238E27FC236}">
                <a16:creationId xmlns:a16="http://schemas.microsoft.com/office/drawing/2014/main" id="{34F3A3F1-9BC2-467C-BF49-71B00A76E08D}"/>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fld id="{38E45B9F-D4B2-46E1-B631-23B54626870D}" type="slidenum">
              <a:rPr lang="en-US" altLang="en-US" sz="1200">
                <a:latin typeface="Calibri" panose="020F0502020204030204" pitchFamily="34" charset="0"/>
              </a:rPr>
              <a:pPr algn="r" eaLnBrk="1" hangingPunct="1"/>
              <a:t>10</a:t>
            </a:fld>
            <a:endParaRPr lang="en-US" altLang="en-US" sz="1200">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F8883-1E6C-F948-A15B-B9274FF72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09A7B-6248-6B47-8D6A-5D3714DAE049}"/>
              </a:ext>
            </a:extLst>
          </p:cNvPr>
          <p:cNvSpPr>
            <a:spLocks noGrp="1"/>
          </p:cNvSpPr>
          <p:nvPr>
            <p:ph type="body" idx="1"/>
          </p:nvPr>
        </p:nvSpPr>
        <p:spPr/>
        <p:txBody>
          <a:bodyPr/>
          <a:lstStyle/>
          <a:p>
            <a:pPr>
              <a:defRPr/>
            </a:pPr>
            <a:r>
              <a:rPr lang="en-US" dirty="0"/>
              <a:t>What questions can be answered with website data? What insights can you gain?</a:t>
            </a:r>
          </a:p>
          <a:p>
            <a:pPr marL="171450" indent="-171450">
              <a:buFontTx/>
              <a:buChar char="-"/>
              <a:defRPr/>
            </a:pPr>
            <a:r>
              <a:rPr lang="en-US" dirty="0"/>
              <a:t>Who is your “real” audience?</a:t>
            </a:r>
          </a:p>
          <a:p>
            <a:pPr marL="171450" indent="-171450">
              <a:buFontTx/>
              <a:buChar char="-"/>
              <a:defRPr/>
            </a:pPr>
            <a:r>
              <a:rPr lang="en-US" dirty="0"/>
              <a:t>What are they interested in?</a:t>
            </a:r>
          </a:p>
          <a:p>
            <a:pPr marL="171450" indent="-171450">
              <a:buFontTx/>
              <a:buChar char="-"/>
              <a:defRPr/>
            </a:pPr>
            <a:r>
              <a:rPr lang="en-US" dirty="0"/>
              <a:t>Where do they come from?</a:t>
            </a:r>
          </a:p>
          <a:p>
            <a:pPr marL="171450" indent="-171450">
              <a:buFontTx/>
              <a:buChar char="-"/>
              <a:defRPr/>
            </a:pPr>
            <a:r>
              <a:rPr lang="en-US" dirty="0"/>
              <a:t>What technologies are they using to access your content?</a:t>
            </a:r>
          </a:p>
          <a:p>
            <a:pPr marL="171450" indent="-171450">
              <a:buFontTx/>
              <a:buChar char="-"/>
              <a:defRPr/>
            </a:pPr>
            <a:r>
              <a:rPr lang="en-US" dirty="0"/>
              <a:t>Who is most likely to make purchases (or do other things you care about)?</a:t>
            </a:r>
          </a:p>
          <a:p>
            <a:pPr marL="171450" indent="-171450">
              <a:buFontTx/>
              <a:buChar char="-"/>
              <a:defRPr/>
            </a:pPr>
            <a:r>
              <a:rPr lang="en-US" dirty="0"/>
              <a:t>How are you doing compared to last month/year?</a:t>
            </a:r>
          </a:p>
          <a:p>
            <a:pPr marL="171450" indent="-171450">
              <a:buFontTx/>
              <a:buChar char="-"/>
              <a:defRPr/>
            </a:pPr>
            <a:r>
              <a:rPr lang="en-US" dirty="0"/>
              <a:t>How do you compare to other competitors?</a:t>
            </a:r>
          </a:p>
          <a:p>
            <a:pPr marL="171450" indent="-171450">
              <a:buFontTx/>
              <a:buChar char="-"/>
              <a:defRPr/>
            </a:pPr>
            <a:r>
              <a:rPr lang="en-US" dirty="0"/>
              <a:t>What errors might your site have?</a:t>
            </a:r>
          </a:p>
        </p:txBody>
      </p:sp>
      <p:sp>
        <p:nvSpPr>
          <p:cNvPr id="27651" name="Slide Number Placeholder 3">
            <a:extLst>
              <a:ext uri="{FF2B5EF4-FFF2-40B4-BE49-F238E27FC236}">
                <a16:creationId xmlns:a16="http://schemas.microsoft.com/office/drawing/2014/main" id="{DC50F72E-D562-4665-92BE-F3699AC07009}"/>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0A0E0EA-671F-46BB-BD76-3AC199857E5F}" type="slidenum">
              <a:rPr lang="en-US" altLang="en-US" sz="1200"/>
              <a:pPr/>
              <a:t>12</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3299BB3B-4121-E340-8E1A-4080291E35E1}"/>
              </a:ext>
            </a:extLst>
          </p:cNvPr>
          <p:cNvSpPr>
            <a:spLocks noGrp="1" noRot="1" noChangeAspect="1" noTextEdit="1"/>
          </p:cNvSpPr>
          <p:nvPr>
            <p:ph type="sldImg"/>
          </p:nvPr>
        </p:nvSpPr>
        <p:spPr>
          <a:ln/>
        </p:spPr>
      </p:sp>
      <p:sp>
        <p:nvSpPr>
          <p:cNvPr id="29698" name="Notes Placeholder 2">
            <a:extLst>
              <a:ext uri="{FF2B5EF4-FFF2-40B4-BE49-F238E27FC236}">
                <a16:creationId xmlns:a16="http://schemas.microsoft.com/office/drawing/2014/main" id="{330E07C1-7E04-4C7B-8280-44D440ECD8B2}"/>
              </a:ext>
            </a:extLst>
          </p:cNvPr>
          <p:cNvSpPr>
            <a:spLocks noGrp="1" noChangeArrowheads="1"/>
          </p:cNvSpPr>
          <p:nvPr>
            <p:ph type="body" idx="1"/>
          </p:nvPr>
        </p:nvSpPr>
        <p:spPr>
          <a:noFill/>
        </p:spPr>
        <p:txBody>
          <a:bodyPr/>
          <a:lstStyle/>
          <a:p>
            <a:pPr eaLnBrk="1" hangingPunct="1"/>
            <a:r>
              <a:rPr lang="en-US" altLang="en-US">
                <a:latin typeface="Arial" panose="020B0604020202020204" pitchFamily="34" charset="0"/>
              </a:rPr>
              <a:t>Tools such as Google Analytics allow you to mine your website for data. You can access the Google Analytics sample data account here: </a:t>
            </a:r>
            <a:r>
              <a:rPr lang="en-US" altLang="en-US">
                <a:latin typeface="Arial" panose="020B0604020202020204" pitchFamily="34" charset="0"/>
                <a:hlinkClick r:id="rId3"/>
              </a:rPr>
              <a:t>https://support.google.com/analytics/answer/6367342?utm_source=GA%20Education&amp;utm_medium=affiliate&amp;utm_content=GA%20blog&amp;utm_campaign=Demo%20Account</a:t>
            </a:r>
            <a:endParaRPr lang="en-US" altLang="en-US">
              <a:latin typeface="Arial" panose="020B0604020202020204" pitchFamily="34" charset="0"/>
            </a:endParaRPr>
          </a:p>
        </p:txBody>
      </p:sp>
      <p:sp>
        <p:nvSpPr>
          <p:cNvPr id="29699" name="Slide Number Placeholder 3">
            <a:extLst>
              <a:ext uri="{FF2B5EF4-FFF2-40B4-BE49-F238E27FC236}">
                <a16:creationId xmlns:a16="http://schemas.microsoft.com/office/drawing/2014/main" id="{F4B95437-9CC6-411E-B9F0-FB63CE9D24EE}"/>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8E4CF6F-96E4-4F0F-84BD-17D2F60633AE}" type="slidenum">
              <a:rPr lang="en-US" altLang="en-US" sz="1200"/>
              <a:pPr/>
              <a:t>13</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40822F00-27AB-5248-B9C4-624DB4724E4F}"/>
              </a:ext>
            </a:extLst>
          </p:cNvPr>
          <p:cNvSpPr>
            <a:spLocks noGrp="1" noRot="1" noChangeAspect="1" noTextEdit="1"/>
          </p:cNvSpPr>
          <p:nvPr>
            <p:ph type="sldImg"/>
          </p:nvPr>
        </p:nvSpPr>
        <p:spPr>
          <a:ln/>
        </p:spPr>
      </p:sp>
      <p:sp>
        <p:nvSpPr>
          <p:cNvPr id="35842" name="Notes Placeholder 2">
            <a:extLst>
              <a:ext uri="{FF2B5EF4-FFF2-40B4-BE49-F238E27FC236}">
                <a16:creationId xmlns:a16="http://schemas.microsoft.com/office/drawing/2014/main" id="{30C2FC3E-3864-4337-9C44-832556D1F221}"/>
              </a:ext>
            </a:extLst>
          </p:cNvPr>
          <p:cNvSpPr>
            <a:spLocks noGrp="1" noChangeArrowheads="1"/>
          </p:cNvSpPr>
          <p:nvPr>
            <p:ph type="body" idx="1"/>
          </p:nvPr>
        </p:nvSpPr>
        <p:spPr>
          <a:noFill/>
        </p:spPr>
        <p:txBody>
          <a:bodyPr/>
          <a:lstStyle/>
          <a:p>
            <a:r>
              <a:rPr lang="en-US" altLang="en-US" i="1">
                <a:latin typeface="Arial" panose="020B0604020202020204" pitchFamily="34" charset="0"/>
              </a:rPr>
              <a:t>Image and text from </a:t>
            </a:r>
            <a:r>
              <a:rPr lang="en-US" altLang="en-US">
                <a:latin typeface="Arial" panose="020B0604020202020204" pitchFamily="34" charset="0"/>
              </a:rPr>
              <a:t>Advanced Web Metrics with Google Analytics™, Second Edition</a:t>
            </a:r>
          </a:p>
          <a:p>
            <a:r>
              <a:rPr lang="en-US" altLang="en-US">
                <a:latin typeface="Arial" panose="020B0604020202020204" pitchFamily="34" charset="0"/>
              </a:rPr>
              <a:t>By Brian Clifton - Chapter 2.</a:t>
            </a:r>
          </a:p>
          <a:p>
            <a:endParaRPr lang="en-US" altLang="en-US" i="1">
              <a:latin typeface="Arial" panose="020B0604020202020204" pitchFamily="34" charset="0"/>
            </a:endParaRPr>
          </a:p>
          <a:p>
            <a:r>
              <a:rPr lang="en-US" altLang="en-US" i="1">
                <a:latin typeface="Arial" panose="020B0604020202020204" pitchFamily="34" charset="0"/>
              </a:rPr>
              <a:t>“Page tags</a:t>
            </a:r>
            <a:r>
              <a:rPr lang="en-US" altLang="en-US">
                <a:latin typeface="Arial" panose="020B0604020202020204" pitchFamily="34" charset="0"/>
              </a:rPr>
              <a:t> collect data via the visitor's web browser and send information to remote data-collection servers. The analytics customer views reports from the remote server (see </a:t>
            </a:r>
            <a:r>
              <a:rPr lang="en-US" altLang="en-US" b="1">
                <a:latin typeface="Arial" panose="020B0604020202020204" pitchFamily="34" charset="0"/>
              </a:rPr>
              <a:t>Figure 2.1</a:t>
            </a:r>
            <a:r>
              <a:rPr lang="en-US" altLang="en-US">
                <a:latin typeface="Arial" panose="020B0604020202020204" pitchFamily="34" charset="0"/>
              </a:rPr>
              <a:t>). This information is usually captured by JavaScript code (known as </a:t>
            </a:r>
            <a:r>
              <a:rPr lang="en-US" altLang="en-US" i="1">
                <a:latin typeface="Arial" panose="020B0604020202020204" pitchFamily="34" charset="0"/>
              </a:rPr>
              <a:t>tags</a:t>
            </a:r>
            <a:r>
              <a:rPr lang="en-US" altLang="en-US">
                <a:latin typeface="Arial" panose="020B0604020202020204" pitchFamily="34" charset="0"/>
              </a:rPr>
              <a:t> or </a:t>
            </a:r>
            <a:r>
              <a:rPr lang="en-US" altLang="en-US" i="1">
                <a:latin typeface="Arial" panose="020B0604020202020204" pitchFamily="34" charset="0"/>
              </a:rPr>
              <a:t>beacons</a:t>
            </a:r>
            <a:r>
              <a:rPr lang="en-US" altLang="en-US">
                <a:latin typeface="Arial" panose="020B0604020202020204" pitchFamily="34" charset="0"/>
              </a:rPr>
              <a:t>) placed on each page of your site. Some vendors also add multiple custom tags to collect additional data. This technique is known as </a:t>
            </a:r>
            <a:r>
              <a:rPr lang="en-US" altLang="en-US" i="1">
                <a:latin typeface="Arial" panose="020B0604020202020204" pitchFamily="34" charset="0"/>
              </a:rPr>
              <a:t>client-side data collection</a:t>
            </a:r>
            <a:r>
              <a:rPr lang="en-US" altLang="en-US">
                <a:latin typeface="Arial" panose="020B0604020202020204" pitchFamily="34" charset="0"/>
              </a:rPr>
              <a:t> and is used mostly by outsourced, Software as a Service (SaaS) vendor solutions.”</a:t>
            </a:r>
          </a:p>
        </p:txBody>
      </p:sp>
      <p:sp>
        <p:nvSpPr>
          <p:cNvPr id="35843" name="Slide Number Placeholder 3">
            <a:extLst>
              <a:ext uri="{FF2B5EF4-FFF2-40B4-BE49-F238E27FC236}">
                <a16:creationId xmlns:a16="http://schemas.microsoft.com/office/drawing/2014/main" id="{F6C6E831-3083-4106-B91A-FDD60725A861}"/>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3A3C25B-C6F9-46BE-8338-9131B3A92233}" type="slidenum">
              <a:rPr lang="en-US" altLang="en-US" sz="1200"/>
              <a:pPr/>
              <a:t>16</a:t>
            </a:fld>
            <a:endParaRPr lang="en-US"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5A49D2AC-C5E1-8A4D-8978-E192F3344CAA}"/>
              </a:ext>
            </a:extLst>
          </p:cNvPr>
          <p:cNvSpPr>
            <a:spLocks noGrp="1" noRot="1" noChangeAspect="1" noTextEdit="1"/>
          </p:cNvSpPr>
          <p:nvPr>
            <p:ph type="sldImg"/>
          </p:nvPr>
        </p:nvSpPr>
        <p:spPr>
          <a:ln/>
        </p:spPr>
      </p:sp>
      <p:sp>
        <p:nvSpPr>
          <p:cNvPr id="37890" name="Notes Placeholder 2">
            <a:extLst>
              <a:ext uri="{FF2B5EF4-FFF2-40B4-BE49-F238E27FC236}">
                <a16:creationId xmlns:a16="http://schemas.microsoft.com/office/drawing/2014/main" id="{BBA02C77-E879-43B5-AAA3-555DED8AE3BE}"/>
              </a:ext>
            </a:extLst>
          </p:cNvPr>
          <p:cNvSpPr>
            <a:spLocks noGrp="1" noChangeArrowheads="1"/>
          </p:cNvSpPr>
          <p:nvPr>
            <p:ph type="body" idx="1"/>
          </p:nvPr>
        </p:nvSpPr>
        <p:spPr>
          <a:noFill/>
        </p:spPr>
        <p:txBody>
          <a:bodyPr/>
          <a:lstStyle/>
          <a:p>
            <a:r>
              <a:rPr lang="en-US" altLang="en-US">
                <a:latin typeface="Arial" panose="020B0604020202020204" pitchFamily="34" charset="0"/>
              </a:rPr>
              <a:t>See </a:t>
            </a:r>
            <a:r>
              <a:rPr lang="en-US" altLang="en-US">
                <a:latin typeface="Arial" panose="020B0604020202020204" pitchFamily="34" charset="0"/>
                <a:hlinkClick r:id="rId3"/>
              </a:rPr>
              <a:t>http://code.google.com/apis/analytics/docs/concepts/gaConceptsOverview.html</a:t>
            </a:r>
            <a:r>
              <a:rPr lang="en-US" altLang="en-US">
                <a:latin typeface="Arial" panose="020B0604020202020204" pitchFamily="34" charset="0"/>
              </a:rPr>
              <a:t> for details.</a:t>
            </a:r>
          </a:p>
        </p:txBody>
      </p:sp>
      <p:sp>
        <p:nvSpPr>
          <p:cNvPr id="37891" name="Slide Number Placeholder 3">
            <a:extLst>
              <a:ext uri="{FF2B5EF4-FFF2-40B4-BE49-F238E27FC236}">
                <a16:creationId xmlns:a16="http://schemas.microsoft.com/office/drawing/2014/main" id="{CD744928-67FF-4EFB-A2CD-B311093AE99B}"/>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D58D0A0-9CD4-481F-B5AD-2CAF4B626492}" type="slidenum">
              <a:rPr lang="en-US" altLang="en-US" sz="1200"/>
              <a:pPr/>
              <a:t>17</a:t>
            </a:fld>
            <a:endParaRPr lang="en-US"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6109DE06-9A57-3E49-9552-3C8ADA707220}"/>
              </a:ext>
            </a:extLst>
          </p:cNvPr>
          <p:cNvSpPr>
            <a:spLocks noGrp="1" noRot="1" noChangeAspect="1" noTextEdit="1"/>
          </p:cNvSpPr>
          <p:nvPr>
            <p:ph type="sldImg"/>
          </p:nvPr>
        </p:nvSpPr>
        <p:spPr>
          <a:ln/>
        </p:spPr>
      </p:sp>
      <p:sp>
        <p:nvSpPr>
          <p:cNvPr id="39938" name="Notes Placeholder 2">
            <a:extLst>
              <a:ext uri="{FF2B5EF4-FFF2-40B4-BE49-F238E27FC236}">
                <a16:creationId xmlns:a16="http://schemas.microsoft.com/office/drawing/2014/main" id="{367CEA01-2AE6-4A52-9C89-2095645ED849}"/>
              </a:ext>
            </a:extLst>
          </p:cNvPr>
          <p:cNvSpPr>
            <a:spLocks noGrp="1" noChangeArrowheads="1"/>
          </p:cNvSpPr>
          <p:nvPr>
            <p:ph type="body" idx="1"/>
          </p:nvPr>
        </p:nvSpPr>
        <p:spPr>
          <a:noFill/>
        </p:spPr>
        <p:txBody>
          <a:bodyPr/>
          <a:lstStyle/>
          <a:p>
            <a:r>
              <a:rPr lang="en-US" altLang="en-US" i="1">
                <a:latin typeface="Arial" panose="020B0604020202020204" pitchFamily="34" charset="0"/>
              </a:rPr>
              <a:t>Image and text from </a:t>
            </a:r>
            <a:r>
              <a:rPr lang="en-US" altLang="en-US">
                <a:latin typeface="Arial" panose="020B0604020202020204" pitchFamily="34" charset="0"/>
              </a:rPr>
              <a:t>Advanced Web Metrics with Google Analytics™, Second Edition</a:t>
            </a:r>
          </a:p>
          <a:p>
            <a:r>
              <a:rPr lang="en-US" altLang="en-US">
                <a:latin typeface="Arial" panose="020B0604020202020204" pitchFamily="34" charset="0"/>
              </a:rPr>
              <a:t>By Brian Clifton - Chapter 2.</a:t>
            </a:r>
          </a:p>
          <a:p>
            <a:endParaRPr lang="en-US" altLang="en-US" i="1">
              <a:latin typeface="Arial" panose="020B0604020202020204" pitchFamily="34" charset="0"/>
            </a:endParaRPr>
          </a:p>
          <a:p>
            <a:r>
              <a:rPr lang="en-US" altLang="en-US" i="1">
                <a:latin typeface="Arial" panose="020B0604020202020204" pitchFamily="34" charset="0"/>
              </a:rPr>
              <a:t>Logfiles</a:t>
            </a:r>
            <a:r>
              <a:rPr lang="en-US" altLang="en-US">
                <a:latin typeface="Arial" panose="020B0604020202020204" pitchFamily="34" charset="0"/>
              </a:rPr>
              <a:t> refer to data collected by your web server independently of a visitor's browser: The web server logs its activity to a text file that is usually local. The analytics customer views reports from the local server, as shown in </a:t>
            </a:r>
            <a:r>
              <a:rPr lang="en-US" altLang="en-US" b="1">
                <a:latin typeface="Arial" panose="020B0604020202020204" pitchFamily="34" charset="0"/>
              </a:rPr>
              <a:t>Figure 2.2</a:t>
            </a:r>
            <a:r>
              <a:rPr lang="en-US" altLang="en-US">
                <a:latin typeface="Arial" panose="020B0604020202020204" pitchFamily="34" charset="0"/>
              </a:rPr>
              <a:t>. This technique, known as </a:t>
            </a:r>
            <a:r>
              <a:rPr lang="en-US" altLang="en-US" i="1">
                <a:latin typeface="Arial" panose="020B0604020202020204" pitchFamily="34" charset="0"/>
              </a:rPr>
              <a:t>server-side data collection</a:t>
            </a:r>
            <a:r>
              <a:rPr lang="en-US" altLang="en-US">
                <a:latin typeface="Arial" panose="020B0604020202020204" pitchFamily="34" charset="0"/>
              </a:rPr>
              <a:t>, captures all requests made to your web server, including pages, images, and PDFs, and is most frequently used by stand-alone licensed software vendors.</a:t>
            </a:r>
          </a:p>
        </p:txBody>
      </p:sp>
      <p:sp>
        <p:nvSpPr>
          <p:cNvPr id="39939" name="Slide Number Placeholder 3">
            <a:extLst>
              <a:ext uri="{FF2B5EF4-FFF2-40B4-BE49-F238E27FC236}">
                <a16:creationId xmlns:a16="http://schemas.microsoft.com/office/drawing/2014/main" id="{DCEE4752-ED88-4302-89DC-135B44E4C02C}"/>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0C95CE2-5859-437F-B795-05C3F6944CF4}" type="slidenum">
              <a:rPr lang="en-US" altLang="en-US" sz="1200"/>
              <a:pPr/>
              <a:t>18</a:t>
            </a:fld>
            <a:endParaRPr lang="en-US"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24468C5B-B09A-1247-BF48-94560C896E7C}"/>
              </a:ext>
            </a:extLst>
          </p:cNvPr>
          <p:cNvSpPr>
            <a:spLocks noGrp="1" noRot="1" noChangeAspect="1" noTextEdit="1"/>
          </p:cNvSpPr>
          <p:nvPr>
            <p:ph type="sldImg"/>
          </p:nvPr>
        </p:nvSpPr>
        <p:spPr>
          <a:ln/>
        </p:spPr>
      </p:sp>
      <p:sp>
        <p:nvSpPr>
          <p:cNvPr id="41986" name="Notes Placeholder 2">
            <a:extLst>
              <a:ext uri="{FF2B5EF4-FFF2-40B4-BE49-F238E27FC236}">
                <a16:creationId xmlns:a16="http://schemas.microsoft.com/office/drawing/2014/main" id="{27E13B2C-A64D-4409-830A-5F3056C5800A}"/>
              </a:ext>
            </a:extLst>
          </p:cNvPr>
          <p:cNvSpPr>
            <a:spLocks noGrp="1" noChangeArrowheads="1"/>
          </p:cNvSpPr>
          <p:nvPr>
            <p:ph type="body" idx="1"/>
          </p:nvPr>
        </p:nvSpPr>
        <p:spPr>
          <a:noFill/>
        </p:spPr>
        <p:txBody>
          <a:bodyPr/>
          <a:lstStyle/>
          <a:p>
            <a:r>
              <a:rPr lang="en-US" altLang="en-US">
                <a:latin typeface="Arial" panose="020B0604020202020204" pitchFamily="34" charset="0"/>
              </a:rPr>
              <a:t>Data partially from Table 2.1. Page tag versus logfile data collection in book cited above.</a:t>
            </a:r>
          </a:p>
          <a:p>
            <a:endParaRPr lang="en-US" altLang="en-US">
              <a:latin typeface="Arial" panose="020B0604020202020204" pitchFamily="34" charset="0"/>
            </a:endParaRPr>
          </a:p>
          <a:p>
            <a:r>
              <a:rPr lang="en-US" altLang="en-US">
                <a:latin typeface="Arial" panose="020B0604020202020204" pitchFamily="34" charset="0"/>
              </a:rPr>
              <a:t>Client-side data capture is much more common.</a:t>
            </a:r>
          </a:p>
        </p:txBody>
      </p:sp>
      <p:sp>
        <p:nvSpPr>
          <p:cNvPr id="41987" name="Slide Number Placeholder 3">
            <a:extLst>
              <a:ext uri="{FF2B5EF4-FFF2-40B4-BE49-F238E27FC236}">
                <a16:creationId xmlns:a16="http://schemas.microsoft.com/office/drawing/2014/main" id="{F288E4EA-5014-4BCE-9885-045820569341}"/>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8168C8A-3BD2-4F51-B609-EBB14E15BC1A}" type="slidenum">
              <a:rPr lang="en-US" altLang="en-US" sz="1200"/>
              <a:pPr/>
              <a:t>19</a:t>
            </a:fld>
            <a:endParaRPr lang="en-US"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A0F13C84-67DF-1640-975F-22565298E44D}"/>
              </a:ext>
            </a:extLst>
          </p:cNvPr>
          <p:cNvSpPr>
            <a:spLocks noGrp="1" noRot="1" noChangeAspect="1" noTextEdit="1"/>
          </p:cNvSpPr>
          <p:nvPr>
            <p:ph type="sldImg"/>
          </p:nvPr>
        </p:nvSpPr>
        <p:spPr>
          <a:ln/>
        </p:spPr>
      </p:sp>
      <p:sp>
        <p:nvSpPr>
          <p:cNvPr id="44034" name="Notes Placeholder 2">
            <a:extLst>
              <a:ext uri="{FF2B5EF4-FFF2-40B4-BE49-F238E27FC236}">
                <a16:creationId xmlns:a16="http://schemas.microsoft.com/office/drawing/2014/main" id="{A37DB6B1-1E43-4033-A326-38F548A69AE3}"/>
              </a:ext>
            </a:extLst>
          </p:cNvPr>
          <p:cNvSpPr>
            <a:spLocks noGrp="1" noChangeArrowheads="1"/>
          </p:cNvSpPr>
          <p:nvPr>
            <p:ph type="body" idx="1"/>
          </p:nvPr>
        </p:nvSpPr>
        <p:spPr>
          <a:noFill/>
        </p:spPr>
        <p:txBody>
          <a:bodyPr/>
          <a:lstStyle/>
          <a:p>
            <a:endParaRPr lang="en-US" altLang="en-US">
              <a:latin typeface="Arial" panose="020B0604020202020204" pitchFamily="34" charset="0"/>
            </a:endParaRPr>
          </a:p>
        </p:txBody>
      </p:sp>
      <p:sp>
        <p:nvSpPr>
          <p:cNvPr id="44035" name="Slide Number Placeholder 3">
            <a:extLst>
              <a:ext uri="{FF2B5EF4-FFF2-40B4-BE49-F238E27FC236}">
                <a16:creationId xmlns:a16="http://schemas.microsoft.com/office/drawing/2014/main" id="{5A91986E-4764-42C2-ABB6-A842F5FA153A}"/>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FE5D704-117B-4081-A318-224842F84D81}" type="slidenum">
              <a:rPr lang="en-US" altLang="en-US" sz="1200"/>
              <a:pPr/>
              <a:t>20</a:t>
            </a:fld>
            <a:endParaRPr lang="en-US"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F97E62-D12A-46DB-A718-73141745C8B9}" type="slidenum">
              <a:rPr lang="en-US" altLang="en-US" smtClean="0"/>
              <a:pPr/>
              <a:t>21</a:t>
            </a:fld>
            <a:endParaRPr lang="en-US" altLang="en-US"/>
          </a:p>
        </p:txBody>
      </p:sp>
    </p:spTree>
    <p:extLst>
      <p:ext uri="{BB962C8B-B14F-4D97-AF65-F5344CB8AC3E}">
        <p14:creationId xmlns:p14="http://schemas.microsoft.com/office/powerpoint/2010/main" val="38829622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54210-2B96-984E-BAEB-3EF0D61D4C70}"/>
              </a:ext>
            </a:extLst>
          </p:cNvPr>
          <p:cNvSpPr>
            <a:spLocks noGrp="1" noRot="1" noChangeAspect="1"/>
          </p:cNvSpPr>
          <p:nvPr>
            <p:ph type="sldImg"/>
          </p:nvPr>
        </p:nvSpPr>
        <p:spPr/>
      </p:sp>
      <p:sp>
        <p:nvSpPr>
          <p:cNvPr id="46082" name="Notes Placeholder 2">
            <a:extLst>
              <a:ext uri="{FF2B5EF4-FFF2-40B4-BE49-F238E27FC236}">
                <a16:creationId xmlns:a16="http://schemas.microsoft.com/office/drawing/2014/main" id="{F0EA6EC9-4BAE-47F9-B2F5-D6814729E10A}"/>
              </a:ext>
            </a:extLst>
          </p:cNvPr>
          <p:cNvSpPr>
            <a:spLocks noGrp="1" noChangeArrowheads="1"/>
          </p:cNvSpPr>
          <p:nvPr>
            <p:ph type="body" idx="1"/>
          </p:nvPr>
        </p:nvSpPr>
        <p:spPr>
          <a:noFill/>
        </p:spPr>
        <p:txBody>
          <a:bodyPr/>
          <a:lstStyle/>
          <a:p>
            <a:r>
              <a:rPr lang="en-US" altLang="en-US">
                <a:latin typeface="Arial" panose="020B0604020202020204" pitchFamily="34" charset="0"/>
              </a:rPr>
              <a:t>AB testing is conducting real-time experiments online by providing 2 versions of the same site and seeing which one performs better. Google Analytics allows you to run A/B tests.</a:t>
            </a:r>
          </a:p>
        </p:txBody>
      </p:sp>
      <p:sp>
        <p:nvSpPr>
          <p:cNvPr id="46083" name="Slide Number Placeholder 3">
            <a:extLst>
              <a:ext uri="{FF2B5EF4-FFF2-40B4-BE49-F238E27FC236}">
                <a16:creationId xmlns:a16="http://schemas.microsoft.com/office/drawing/2014/main" id="{5229A30B-BCA2-4D90-B9A5-674A007871BC}"/>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AA9762B-6F96-4E20-A988-368C2ADF00B2}" type="slidenum">
              <a:rPr lang="en-US" altLang="en-US" sz="1200"/>
              <a:pPr/>
              <a:t>22</a:t>
            </a:fld>
            <a:endParaRPr lang="en-US"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36448-1558-F54C-BCBF-59C532360BC7}"/>
              </a:ext>
            </a:extLst>
          </p:cNvPr>
          <p:cNvSpPr>
            <a:spLocks noGrp="1" noRot="1" noChangeAspect="1"/>
          </p:cNvSpPr>
          <p:nvPr>
            <p:ph type="sldImg"/>
          </p:nvPr>
        </p:nvSpPr>
        <p:spPr/>
      </p:sp>
      <p:sp>
        <p:nvSpPr>
          <p:cNvPr id="48130" name="Notes Placeholder 2">
            <a:extLst>
              <a:ext uri="{FF2B5EF4-FFF2-40B4-BE49-F238E27FC236}">
                <a16:creationId xmlns:a16="http://schemas.microsoft.com/office/drawing/2014/main" id="{B67408EA-92ED-45E9-9265-49104D6E4AB4}"/>
              </a:ext>
            </a:extLst>
          </p:cNvPr>
          <p:cNvSpPr>
            <a:spLocks noGrp="1" noChangeArrowheads="1"/>
          </p:cNvSpPr>
          <p:nvPr>
            <p:ph type="body" idx="1"/>
          </p:nvPr>
        </p:nvSpPr>
        <p:spPr>
          <a:noFill/>
        </p:spPr>
        <p:txBody>
          <a:bodyPr/>
          <a:lstStyle/>
          <a:p>
            <a:endParaRPr lang="en-US" altLang="en-US" dirty="0">
              <a:latin typeface="Arial" panose="020B0604020202020204" pitchFamily="34" charset="0"/>
            </a:endParaRPr>
          </a:p>
        </p:txBody>
      </p:sp>
      <p:sp>
        <p:nvSpPr>
          <p:cNvPr id="48131" name="Slide Number Placeholder 3">
            <a:extLst>
              <a:ext uri="{FF2B5EF4-FFF2-40B4-BE49-F238E27FC236}">
                <a16:creationId xmlns:a16="http://schemas.microsoft.com/office/drawing/2014/main" id="{520C8945-1E6D-4431-A644-4EC4055C21A0}"/>
              </a:ext>
            </a:extLst>
          </p:cNvPr>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D570561-2EE2-4C46-922E-1DBD7E8ED736}" type="slidenum">
              <a:rPr lang="en-US" altLang="en-US" sz="1200"/>
              <a:pPr/>
              <a:t>23</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25644578-95AA-42CE-8C49-EB450397973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F5CC6558-A798-474A-A55F-6C8613B177DB}"/>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94BA00BE-7C82-4198-9D15-78E609AAC716}"/>
              </a:ext>
            </a:extLst>
          </p:cNvPr>
          <p:cNvSpPr>
            <a:spLocks noGrp="1"/>
          </p:cNvSpPr>
          <p:nvPr>
            <p:ph type="sldNum" sz="quarter" idx="12"/>
          </p:nvPr>
        </p:nvSpPr>
        <p:spPr/>
        <p:txBody>
          <a:bodyPr/>
          <a:lstStyle>
            <a:lvl1pPr>
              <a:defRPr/>
            </a:lvl1pPr>
          </a:lstStyle>
          <a:p>
            <a:fld id="{961F8C64-F612-4EC2-B26B-9E47B3ABC40A}" type="slidenum">
              <a:rPr lang="en-US" altLang="en-US"/>
              <a:pPr/>
              <a:t>‹#›</a:t>
            </a:fld>
            <a:endParaRPr lang="en-US" altLang="en-US"/>
          </a:p>
        </p:txBody>
      </p:sp>
    </p:spTree>
    <p:extLst>
      <p:ext uri="{BB962C8B-B14F-4D97-AF65-F5344CB8AC3E}">
        <p14:creationId xmlns:p14="http://schemas.microsoft.com/office/powerpoint/2010/main" val="1066783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FA71E8-0496-4D3A-B520-BF12A30EC872}"/>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1A12F1DE-4A3E-410B-BA68-D99D3DA00F39}"/>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EC70BAA8-21D8-4CAA-ABBE-F634A68BC40C}"/>
              </a:ext>
            </a:extLst>
          </p:cNvPr>
          <p:cNvSpPr>
            <a:spLocks noGrp="1"/>
          </p:cNvSpPr>
          <p:nvPr>
            <p:ph type="sldNum" sz="quarter" idx="12"/>
          </p:nvPr>
        </p:nvSpPr>
        <p:spPr/>
        <p:txBody>
          <a:bodyPr/>
          <a:lstStyle>
            <a:lvl1pPr>
              <a:defRPr/>
            </a:lvl1pPr>
          </a:lstStyle>
          <a:p>
            <a:fld id="{14F0FB19-58C6-4D59-B48F-F87A2CCE5F55}" type="slidenum">
              <a:rPr lang="en-US" altLang="en-US"/>
              <a:pPr/>
              <a:t>‹#›</a:t>
            </a:fld>
            <a:endParaRPr lang="en-US" altLang="en-US"/>
          </a:p>
        </p:txBody>
      </p:sp>
    </p:spTree>
    <p:extLst>
      <p:ext uri="{BB962C8B-B14F-4D97-AF65-F5344CB8AC3E}">
        <p14:creationId xmlns:p14="http://schemas.microsoft.com/office/powerpoint/2010/main" val="2411170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none" baseline="0"/>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7EC506-032D-40FB-9D3B-52A9E47A04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2E223D13-8A41-476C-AF20-F4E5D022CCDD}"/>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8F34B73-45FE-4EFA-A201-B1290EC233FF}"/>
              </a:ext>
            </a:extLst>
          </p:cNvPr>
          <p:cNvSpPr>
            <a:spLocks noGrp="1"/>
          </p:cNvSpPr>
          <p:nvPr>
            <p:ph type="sldNum" sz="quarter" idx="12"/>
          </p:nvPr>
        </p:nvSpPr>
        <p:spPr/>
        <p:txBody>
          <a:bodyPr/>
          <a:lstStyle>
            <a:lvl1pPr>
              <a:defRPr/>
            </a:lvl1pPr>
          </a:lstStyle>
          <a:p>
            <a:fld id="{5CB05392-1DB8-4721-A09E-A74C597DCAA3}" type="slidenum">
              <a:rPr lang="en-US" altLang="en-US"/>
              <a:pPr/>
              <a:t>‹#›</a:t>
            </a:fld>
            <a:endParaRPr lang="en-US" altLang="en-US"/>
          </a:p>
        </p:txBody>
      </p:sp>
    </p:spTree>
    <p:extLst>
      <p:ext uri="{BB962C8B-B14F-4D97-AF65-F5344CB8AC3E}">
        <p14:creationId xmlns:p14="http://schemas.microsoft.com/office/powerpoint/2010/main" val="3107112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F139D86-837B-4BE4-BAAB-7ACBEF1EF4CC}"/>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A5651F9E-D212-48BA-A50A-7CD56F2A9885}"/>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01B080B-0BE4-466A-B76B-D2BA3CA93262}"/>
              </a:ext>
            </a:extLst>
          </p:cNvPr>
          <p:cNvSpPr>
            <a:spLocks noGrp="1"/>
          </p:cNvSpPr>
          <p:nvPr>
            <p:ph type="sldNum" sz="quarter" idx="12"/>
          </p:nvPr>
        </p:nvSpPr>
        <p:spPr/>
        <p:txBody>
          <a:bodyPr/>
          <a:lstStyle>
            <a:lvl1pPr>
              <a:defRPr/>
            </a:lvl1pPr>
          </a:lstStyle>
          <a:p>
            <a:fld id="{2B424403-029E-464D-977E-7E6939003E5D}" type="slidenum">
              <a:rPr lang="en-US" altLang="en-US"/>
              <a:pPr/>
              <a:t>‹#›</a:t>
            </a:fld>
            <a:endParaRPr lang="en-US" altLang="en-US"/>
          </a:p>
        </p:txBody>
      </p:sp>
    </p:spTree>
    <p:extLst>
      <p:ext uri="{BB962C8B-B14F-4D97-AF65-F5344CB8AC3E}">
        <p14:creationId xmlns:p14="http://schemas.microsoft.com/office/powerpoint/2010/main" val="37851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0C6FB78-78CB-42BE-882B-413CA8F0C20F}"/>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651F6DC8-D091-49FF-9C66-3D2AD25DE7B9}"/>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4342D1C1-DA32-4F40-808C-708977550DE9}"/>
              </a:ext>
            </a:extLst>
          </p:cNvPr>
          <p:cNvSpPr>
            <a:spLocks noGrp="1"/>
          </p:cNvSpPr>
          <p:nvPr>
            <p:ph type="sldNum" sz="quarter" idx="12"/>
          </p:nvPr>
        </p:nvSpPr>
        <p:spPr/>
        <p:txBody>
          <a:bodyPr/>
          <a:lstStyle>
            <a:lvl1pPr>
              <a:defRPr/>
            </a:lvl1pPr>
          </a:lstStyle>
          <a:p>
            <a:fld id="{FADA86EA-8D6D-4B1A-92D4-880789794EDA}" type="slidenum">
              <a:rPr lang="en-US" altLang="en-US"/>
              <a:pPr/>
              <a:t>‹#›</a:t>
            </a:fld>
            <a:endParaRPr lang="en-US" altLang="en-US"/>
          </a:p>
        </p:txBody>
      </p:sp>
    </p:spTree>
    <p:extLst>
      <p:ext uri="{BB962C8B-B14F-4D97-AF65-F5344CB8AC3E}">
        <p14:creationId xmlns:p14="http://schemas.microsoft.com/office/powerpoint/2010/main" val="742035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4044532-1CCE-425A-A3A1-EBC72808D5A9}"/>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107438F8-D99C-4B1E-A8C5-80AFAA5394F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58DFB7FB-7277-43F3-A9B9-B6DD0655B19C}"/>
              </a:ext>
            </a:extLst>
          </p:cNvPr>
          <p:cNvSpPr>
            <a:spLocks noGrp="1"/>
          </p:cNvSpPr>
          <p:nvPr>
            <p:ph type="sldNum" sz="quarter" idx="12"/>
          </p:nvPr>
        </p:nvSpPr>
        <p:spPr/>
        <p:txBody>
          <a:bodyPr/>
          <a:lstStyle>
            <a:lvl1pPr>
              <a:defRPr/>
            </a:lvl1pPr>
          </a:lstStyle>
          <a:p>
            <a:fld id="{C86EC791-8576-4C21-8F89-30F0F5D1AA54}" type="slidenum">
              <a:rPr lang="en-US" altLang="en-US"/>
              <a:pPr/>
              <a:t>‹#›</a:t>
            </a:fld>
            <a:endParaRPr lang="en-US" altLang="en-US"/>
          </a:p>
        </p:txBody>
      </p:sp>
    </p:spTree>
    <p:extLst>
      <p:ext uri="{BB962C8B-B14F-4D97-AF65-F5344CB8AC3E}">
        <p14:creationId xmlns:p14="http://schemas.microsoft.com/office/powerpoint/2010/main" val="3215453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D592105-A248-4963-947C-8A52CF24FD2A}"/>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A0B22013-BD69-4519-83AC-6327746A0570}"/>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4A9A6C7B-B48C-4263-9DB8-D10E7658D77D}"/>
              </a:ext>
            </a:extLst>
          </p:cNvPr>
          <p:cNvSpPr>
            <a:spLocks noGrp="1"/>
          </p:cNvSpPr>
          <p:nvPr>
            <p:ph type="sldNum" sz="quarter" idx="12"/>
          </p:nvPr>
        </p:nvSpPr>
        <p:spPr/>
        <p:txBody>
          <a:bodyPr/>
          <a:lstStyle>
            <a:lvl1pPr>
              <a:defRPr/>
            </a:lvl1pPr>
          </a:lstStyle>
          <a:p>
            <a:fld id="{24B2AC0A-7D52-49E3-A596-46903FD167A3}" type="slidenum">
              <a:rPr lang="en-US" altLang="en-US"/>
              <a:pPr/>
              <a:t>‹#›</a:t>
            </a:fld>
            <a:endParaRPr lang="en-US" altLang="en-US"/>
          </a:p>
        </p:txBody>
      </p:sp>
    </p:spTree>
    <p:extLst>
      <p:ext uri="{BB962C8B-B14F-4D97-AF65-F5344CB8AC3E}">
        <p14:creationId xmlns:p14="http://schemas.microsoft.com/office/powerpoint/2010/main" val="1088947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D114E82-7217-41A1-A4E2-108A4A501F67}"/>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7B022E1A-8B13-4E0A-A9CC-C4E73B9DF170}"/>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5C4EAE7E-2CA8-4672-B43B-49839ADD74B0}"/>
              </a:ext>
            </a:extLst>
          </p:cNvPr>
          <p:cNvSpPr>
            <a:spLocks noGrp="1"/>
          </p:cNvSpPr>
          <p:nvPr>
            <p:ph type="sldNum" sz="quarter" idx="12"/>
          </p:nvPr>
        </p:nvSpPr>
        <p:spPr/>
        <p:txBody>
          <a:bodyPr/>
          <a:lstStyle>
            <a:lvl1pPr>
              <a:defRPr/>
            </a:lvl1pPr>
          </a:lstStyle>
          <a:p>
            <a:fld id="{4FB4074E-0E04-4262-88E5-4DA2E24EC424}" type="slidenum">
              <a:rPr lang="en-US" altLang="en-US"/>
              <a:pPr/>
              <a:t>‹#›</a:t>
            </a:fld>
            <a:endParaRPr lang="en-US" altLang="en-US"/>
          </a:p>
        </p:txBody>
      </p:sp>
    </p:spTree>
    <p:extLst>
      <p:ext uri="{BB962C8B-B14F-4D97-AF65-F5344CB8AC3E}">
        <p14:creationId xmlns:p14="http://schemas.microsoft.com/office/powerpoint/2010/main" val="3851797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270336E-01AA-4723-8351-94D614140942}"/>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BAFBBAF-3352-409B-9C4C-ED0257750F93}"/>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0805DAF6-E8C3-40A6-AA19-E958A3A45CC9}"/>
              </a:ext>
            </a:extLst>
          </p:cNvPr>
          <p:cNvSpPr>
            <a:spLocks noGrp="1"/>
          </p:cNvSpPr>
          <p:nvPr>
            <p:ph type="sldNum" sz="quarter" idx="12"/>
          </p:nvPr>
        </p:nvSpPr>
        <p:spPr/>
        <p:txBody>
          <a:bodyPr/>
          <a:lstStyle>
            <a:lvl1pPr>
              <a:defRPr/>
            </a:lvl1pPr>
          </a:lstStyle>
          <a:p>
            <a:fld id="{04059211-5A99-40A1-AAE4-4D4FE8D9238B}" type="slidenum">
              <a:rPr lang="en-US" altLang="en-US"/>
              <a:pPr/>
              <a:t>‹#›</a:t>
            </a:fld>
            <a:endParaRPr lang="en-US" altLang="en-US"/>
          </a:p>
        </p:txBody>
      </p:sp>
    </p:spTree>
    <p:extLst>
      <p:ext uri="{BB962C8B-B14F-4D97-AF65-F5344CB8AC3E}">
        <p14:creationId xmlns:p14="http://schemas.microsoft.com/office/powerpoint/2010/main" val="2077814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16E22B-1E37-490E-A557-7EEB7A8255BF}"/>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7A758451-8EF8-41F0-A99A-4224D4EEC971}"/>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68D7D4C3-370C-4DB0-8EDA-8FA199699970}"/>
              </a:ext>
            </a:extLst>
          </p:cNvPr>
          <p:cNvSpPr>
            <a:spLocks noGrp="1"/>
          </p:cNvSpPr>
          <p:nvPr>
            <p:ph type="sldNum" sz="quarter" idx="12"/>
          </p:nvPr>
        </p:nvSpPr>
        <p:spPr/>
        <p:txBody>
          <a:bodyPr/>
          <a:lstStyle>
            <a:lvl1pPr>
              <a:defRPr/>
            </a:lvl1pPr>
          </a:lstStyle>
          <a:p>
            <a:fld id="{CD3D771D-F23E-4CF1-915B-609EDEB3FB91}" type="slidenum">
              <a:rPr lang="en-US" altLang="en-US"/>
              <a:pPr/>
              <a:t>‹#›</a:t>
            </a:fld>
            <a:endParaRPr lang="en-US" altLang="en-US"/>
          </a:p>
        </p:txBody>
      </p:sp>
    </p:spTree>
    <p:extLst>
      <p:ext uri="{BB962C8B-B14F-4D97-AF65-F5344CB8AC3E}">
        <p14:creationId xmlns:p14="http://schemas.microsoft.com/office/powerpoint/2010/main" val="35641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F6271-7620-49EA-A079-4FADFB8BD04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D69FFD25-4F07-493C-9101-6B9441F17386}"/>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BB06B04C-19ED-4360-AA0D-F541FC159949}"/>
              </a:ext>
            </a:extLst>
          </p:cNvPr>
          <p:cNvSpPr>
            <a:spLocks noGrp="1"/>
          </p:cNvSpPr>
          <p:nvPr>
            <p:ph type="sldNum" sz="quarter" idx="12"/>
          </p:nvPr>
        </p:nvSpPr>
        <p:spPr/>
        <p:txBody>
          <a:bodyPr/>
          <a:lstStyle>
            <a:lvl1pPr>
              <a:defRPr/>
            </a:lvl1pPr>
          </a:lstStyle>
          <a:p>
            <a:fld id="{C62F14FA-5C29-4F5E-A5D0-17516C8EB86C}" type="slidenum">
              <a:rPr lang="en-US" altLang="en-US"/>
              <a:pPr/>
              <a:t>‹#›</a:t>
            </a:fld>
            <a:endParaRPr lang="en-US" altLang="en-US"/>
          </a:p>
        </p:txBody>
      </p:sp>
    </p:spTree>
    <p:extLst>
      <p:ext uri="{BB962C8B-B14F-4D97-AF65-F5344CB8AC3E}">
        <p14:creationId xmlns:p14="http://schemas.microsoft.com/office/powerpoint/2010/main" val="3646184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7996DEC-D1D4-4F8B-9C61-43EC7A019C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34C4168-95FF-4E3C-B0E4-0AC9648DB0F1}"/>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A421A9E-4CC2-FC4E-BCDC-8C1E9B6D8265}"/>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en-US" altLang="en-US"/>
          </a:p>
        </p:txBody>
      </p:sp>
      <p:sp>
        <p:nvSpPr>
          <p:cNvPr id="5" name="Footer Placeholder 4">
            <a:extLst>
              <a:ext uri="{FF2B5EF4-FFF2-40B4-BE49-F238E27FC236}">
                <a16:creationId xmlns:a16="http://schemas.microsoft.com/office/drawing/2014/main" id="{F3E6063C-310F-5344-B7AB-097888AF82A5}"/>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pPr>
              <a:defRPr/>
            </a:pPr>
            <a:endParaRPr lang="en-US" altLang="en-US"/>
          </a:p>
        </p:txBody>
      </p:sp>
      <p:sp>
        <p:nvSpPr>
          <p:cNvPr id="6" name="Slide Number Placeholder 5">
            <a:extLst>
              <a:ext uri="{FF2B5EF4-FFF2-40B4-BE49-F238E27FC236}">
                <a16:creationId xmlns:a16="http://schemas.microsoft.com/office/drawing/2014/main" id="{EB6DED8E-B88F-9F4E-8139-BA2581F46C8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2C4247A-90CC-4FDD-B438-50128A3EEC9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16" charset="0"/>
        </a:defRPr>
      </a:lvl2pPr>
      <a:lvl3pPr algn="ctr" rtl="0" eaLnBrk="0" fontAlgn="base" hangingPunct="0">
        <a:spcBef>
          <a:spcPct val="0"/>
        </a:spcBef>
        <a:spcAft>
          <a:spcPct val="0"/>
        </a:spcAft>
        <a:defRPr sz="4400">
          <a:solidFill>
            <a:schemeClr val="tx1"/>
          </a:solidFill>
          <a:latin typeface="Calibri" pitchFamily="-16" charset="0"/>
        </a:defRPr>
      </a:lvl3pPr>
      <a:lvl4pPr algn="ctr" rtl="0" eaLnBrk="0" fontAlgn="base" hangingPunct="0">
        <a:spcBef>
          <a:spcPct val="0"/>
        </a:spcBef>
        <a:spcAft>
          <a:spcPct val="0"/>
        </a:spcAft>
        <a:defRPr sz="4400">
          <a:solidFill>
            <a:schemeClr val="tx1"/>
          </a:solidFill>
          <a:latin typeface="Calibri" pitchFamily="-16" charset="0"/>
        </a:defRPr>
      </a:lvl4pPr>
      <a:lvl5pPr algn="ctr" rtl="0" eaLnBrk="0" fontAlgn="base" hangingPunct="0">
        <a:spcBef>
          <a:spcPct val="0"/>
        </a:spcBef>
        <a:spcAft>
          <a:spcPct val="0"/>
        </a:spcAft>
        <a:defRPr sz="4400">
          <a:solidFill>
            <a:schemeClr val="tx1"/>
          </a:solidFill>
          <a:latin typeface="Calibri" pitchFamily="-16" charset="0"/>
        </a:defRPr>
      </a:lvl5pPr>
      <a:lvl6pPr marL="457200" algn="ctr" rtl="0" fontAlgn="base">
        <a:spcBef>
          <a:spcPct val="0"/>
        </a:spcBef>
        <a:spcAft>
          <a:spcPct val="0"/>
        </a:spcAft>
        <a:defRPr sz="4400">
          <a:solidFill>
            <a:schemeClr val="tx1"/>
          </a:solidFill>
          <a:latin typeface="Calibri" pitchFamily="-16" charset="0"/>
        </a:defRPr>
      </a:lvl6pPr>
      <a:lvl7pPr marL="914400" algn="ctr" rtl="0" fontAlgn="base">
        <a:spcBef>
          <a:spcPct val="0"/>
        </a:spcBef>
        <a:spcAft>
          <a:spcPct val="0"/>
        </a:spcAft>
        <a:defRPr sz="4400">
          <a:solidFill>
            <a:schemeClr val="tx1"/>
          </a:solidFill>
          <a:latin typeface="Calibri" pitchFamily="-16" charset="0"/>
        </a:defRPr>
      </a:lvl7pPr>
      <a:lvl8pPr marL="1371600" algn="ctr" rtl="0" fontAlgn="base">
        <a:spcBef>
          <a:spcPct val="0"/>
        </a:spcBef>
        <a:spcAft>
          <a:spcPct val="0"/>
        </a:spcAft>
        <a:defRPr sz="4400">
          <a:solidFill>
            <a:schemeClr val="tx1"/>
          </a:solidFill>
          <a:latin typeface="Calibri" pitchFamily="-16" charset="0"/>
        </a:defRPr>
      </a:lvl8pPr>
      <a:lvl9pPr marL="1828800" algn="ctr" rtl="0" fontAlgn="base">
        <a:spcBef>
          <a:spcPct val="0"/>
        </a:spcBef>
        <a:spcAft>
          <a:spcPct val="0"/>
        </a:spcAft>
        <a:defRPr sz="4400">
          <a:solidFill>
            <a:schemeClr val="tx1"/>
          </a:solidFill>
          <a:latin typeface="Calibri" pitchFamily="-16"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www.webpronews.com/blogtalk/2007/06/29/the-definition-of-social-medi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tatista.com/statistics/272014/global-social-networks-ranked-by-number-of-users/"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marketingcharts.com/advertising-trends/spending-and-spenders-233738"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developers.facebook.com/docs/sharing/webmasters/" TargetMode="External"/><Relationship Id="rId2" Type="http://schemas.openxmlformats.org/officeDocument/2006/relationships/hyperlink" Target="https://ogp.me/" TargetMode="External"/><Relationship Id="rId1" Type="http://schemas.openxmlformats.org/officeDocument/2006/relationships/slideLayout" Target="../slideLayouts/slideLayout2.xml"/><Relationship Id="rId4" Type="http://schemas.openxmlformats.org/officeDocument/2006/relationships/hyperlink" Target="https://developer.twitter.com/en/docs/twitter-for-websites/cards/guides/getting-starte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tiff"/><Relationship Id="rId7" Type="http://schemas.openxmlformats.org/officeDocument/2006/relationships/image" Target="../media/image16.tiff"/><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tif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moz.com/beginners-guide-to-se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2">
            <a:extLst>
              <a:ext uri="{FF2B5EF4-FFF2-40B4-BE49-F238E27FC236}">
                <a16:creationId xmlns:a16="http://schemas.microsoft.com/office/drawing/2014/main" id="{11C3034E-D339-4A3B-A96C-7F4E2086A6DE}"/>
              </a:ext>
            </a:extLst>
          </p:cNvPr>
          <p:cNvSpPr>
            <a:spLocks noGrp="1"/>
          </p:cNvSpPr>
          <p:nvPr>
            <p:ph type="ctrTitle"/>
          </p:nvPr>
        </p:nvSpPr>
        <p:spPr/>
        <p:txBody>
          <a:bodyPr/>
          <a:lstStyle/>
          <a:p>
            <a:pPr eaLnBrk="1" hangingPunct="1"/>
            <a:r>
              <a:rPr lang="en-US" altLang="en-US" dirty="0"/>
              <a:t>Social Media and Web Analytics</a:t>
            </a:r>
          </a:p>
        </p:txBody>
      </p:sp>
      <p:sp>
        <p:nvSpPr>
          <p:cNvPr id="4" name="Subtitle 3">
            <a:extLst>
              <a:ext uri="{FF2B5EF4-FFF2-40B4-BE49-F238E27FC236}">
                <a16:creationId xmlns:a16="http://schemas.microsoft.com/office/drawing/2014/main" id="{A4283CCB-2010-5841-9F64-9327CE7F23A3}"/>
              </a:ext>
            </a:extLst>
          </p:cNvPr>
          <p:cNvSpPr>
            <a:spLocks noGrp="1"/>
          </p:cNvSpPr>
          <p:nvPr>
            <p:ph type="subTitle" idx="1"/>
          </p:nvPr>
        </p:nvSpPr>
        <p:spPr/>
        <p:txBody>
          <a:bodyPr rtlCol="0">
            <a:normAutofit/>
          </a:bodyPr>
          <a:lstStyle/>
          <a:p>
            <a:pPr eaLnBrk="1" fontAlgn="auto" hangingPunct="1">
              <a:spcAft>
                <a:spcPts val="0"/>
              </a:spcAft>
              <a:defRPr/>
            </a:pPr>
            <a:r>
              <a:rPr lang="en-US" dirty="0"/>
              <a:t>IT&amp;C </a:t>
            </a:r>
            <a:r>
              <a:rPr lang="en-US"/>
              <a:t>210B S32</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B352A3B-0AF5-42D4-94D4-9112AC02C75B}"/>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eaLnBrk="1" hangingPunct="1">
              <a:lnSpc>
                <a:spcPct val="90000"/>
              </a:lnSpc>
            </a:pPr>
            <a:r>
              <a:rPr lang="en-US" sz="3500" kern="1200">
                <a:solidFill>
                  <a:schemeClr val="tx2"/>
                </a:solidFill>
                <a:latin typeface="+mj-lt"/>
                <a:ea typeface="+mj-ea"/>
                <a:cs typeface="+mj-cs"/>
              </a:rPr>
              <a:t>Social Media</a:t>
            </a:r>
          </a:p>
        </p:txBody>
      </p:sp>
      <p:pic>
        <p:nvPicPr>
          <p:cNvPr id="9" name="Graphic 8" descr="Blog">
            <a:extLst>
              <a:ext uri="{FF2B5EF4-FFF2-40B4-BE49-F238E27FC236}">
                <a16:creationId xmlns:a16="http://schemas.microsoft.com/office/drawing/2014/main" id="{9AA08523-0E74-4C60-BF17-A8F3367103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6" name="Group 15">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7" name="Freeform: Shape 16">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0279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3886B45-3701-4209-812F-1B894D3A0BA8}"/>
              </a:ext>
            </a:extLst>
          </p:cNvPr>
          <p:cNvSpPr>
            <a:spLocks noGrp="1"/>
          </p:cNvSpPr>
          <p:nvPr>
            <p:ph type="title"/>
          </p:nvPr>
        </p:nvSpPr>
        <p:spPr/>
        <p:txBody>
          <a:bodyPr/>
          <a:lstStyle/>
          <a:p>
            <a:r>
              <a:rPr lang="en-US" altLang="en-US" dirty="0"/>
              <a:t>What is Social Media?</a:t>
            </a:r>
          </a:p>
        </p:txBody>
      </p:sp>
      <p:sp>
        <p:nvSpPr>
          <p:cNvPr id="17410" name="Rectangle 3">
            <a:extLst>
              <a:ext uri="{FF2B5EF4-FFF2-40B4-BE49-F238E27FC236}">
                <a16:creationId xmlns:a16="http://schemas.microsoft.com/office/drawing/2014/main" id="{A24CD6EF-0F35-4C16-9B1F-6174A5C601B8}"/>
              </a:ext>
            </a:extLst>
          </p:cNvPr>
          <p:cNvSpPr>
            <a:spLocks noGrp="1"/>
          </p:cNvSpPr>
          <p:nvPr>
            <p:ph type="body" idx="1"/>
          </p:nvPr>
        </p:nvSpPr>
        <p:spPr/>
        <p:txBody>
          <a:bodyPr/>
          <a:lstStyle/>
          <a:p>
            <a:pPr>
              <a:buFont typeface="Wingdings" panose="05000000000000000000" pitchFamily="2" charset="2"/>
              <a:buNone/>
            </a:pPr>
            <a:r>
              <a:rPr lang="en-US" altLang="en-US" sz="4000"/>
              <a:t>	</a:t>
            </a:r>
            <a:r>
              <a:rPr lang="en-US" altLang="en-US" sz="3600"/>
              <a:t>A set of networked technologies that supports </a:t>
            </a:r>
            <a:r>
              <a:rPr lang="en-US" altLang="en-US" sz="3600">
                <a:solidFill>
                  <a:srgbClr val="C00000"/>
                </a:solidFill>
              </a:rPr>
              <a:t>social interactions</a:t>
            </a:r>
            <a:r>
              <a:rPr lang="en-US" altLang="en-US" sz="3600"/>
              <a:t>. </a:t>
            </a:r>
          </a:p>
          <a:p>
            <a:pPr>
              <a:buFont typeface="Wingdings" panose="05000000000000000000" pitchFamily="2" charset="2"/>
              <a:buNone/>
            </a:pPr>
            <a:endParaRPr lang="en-US" altLang="en-US" sz="3600"/>
          </a:p>
          <a:p>
            <a:pPr>
              <a:buFont typeface="Wingdings" panose="05000000000000000000" pitchFamily="2" charset="2"/>
              <a:buNone/>
            </a:pPr>
            <a:r>
              <a:rPr lang="en-US" altLang="en-US" sz="3600"/>
              <a:t>    Social media is about “transforming monologue  (</a:t>
            </a:r>
            <a:r>
              <a:rPr lang="en-US" altLang="en-US" sz="3600">
                <a:solidFill>
                  <a:srgbClr val="C00000"/>
                </a:solidFill>
              </a:rPr>
              <a:t>one-to-many</a:t>
            </a:r>
            <a:r>
              <a:rPr lang="en-US" altLang="en-US" sz="3600"/>
              <a:t>) into dialog (</a:t>
            </a:r>
            <a:r>
              <a:rPr lang="en-US" altLang="en-US" sz="3600">
                <a:solidFill>
                  <a:srgbClr val="C00000"/>
                </a:solidFill>
              </a:rPr>
              <a:t>many-to-many</a:t>
            </a:r>
            <a:r>
              <a:rPr lang="en-US" altLang="en-US" sz="3600"/>
              <a:t>).”</a:t>
            </a:r>
            <a:r>
              <a:rPr lang="en-US" altLang="en-US" sz="3600" baseline="30000"/>
              <a:t>1</a:t>
            </a:r>
            <a:endParaRPr lang="en-US" altLang="en-US" sz="3600"/>
          </a:p>
        </p:txBody>
      </p:sp>
      <p:sp>
        <p:nvSpPr>
          <p:cNvPr id="17411" name="Text Box 4">
            <a:extLst>
              <a:ext uri="{FF2B5EF4-FFF2-40B4-BE49-F238E27FC236}">
                <a16:creationId xmlns:a16="http://schemas.microsoft.com/office/drawing/2014/main" id="{70FD5098-23BC-423A-A19B-8F40BB7AA8E6}"/>
              </a:ext>
            </a:extLst>
          </p:cNvPr>
          <p:cNvSpPr txBox="1">
            <a:spLocks noChangeArrowheads="1"/>
          </p:cNvSpPr>
          <p:nvPr/>
        </p:nvSpPr>
        <p:spPr bwMode="auto">
          <a:xfrm>
            <a:off x="1066800" y="6294438"/>
            <a:ext cx="7269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aseline="30000">
                <a:latin typeface="Times New Roman" panose="02020603050405020304" pitchFamily="18" charset="0"/>
              </a:rPr>
              <a:t>1</a:t>
            </a:r>
            <a:r>
              <a:rPr lang="en-US" altLang="en-US" sz="1800">
                <a:latin typeface="Times New Roman" panose="02020603050405020304" pitchFamily="18" charset="0"/>
              </a:rPr>
              <a:t> </a:t>
            </a:r>
            <a:r>
              <a:rPr lang="en-US" altLang="en-US" sz="1800">
                <a:latin typeface="Times New Roman" panose="02020603050405020304" pitchFamily="18" charset="0"/>
                <a:hlinkClick r:id="rId3"/>
              </a:rPr>
              <a:t>www.webpronews.com/blogtalk/2007/06/29/the-definition-of-social-media</a:t>
            </a:r>
            <a:r>
              <a:rPr lang="en-US" altLang="en-US" sz="1800">
                <a:latin typeface="Times New Roman" panose="02020603050405020304" pitchFamily="18"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6" descr="https://thesamerowdycrowd.files.wordpress.com/2008/12/social-media-prism.jpg">
            <a:extLst>
              <a:ext uri="{FF2B5EF4-FFF2-40B4-BE49-F238E27FC236}">
                <a16:creationId xmlns:a16="http://schemas.microsoft.com/office/drawing/2014/main" id="{10CDDFD6-4E4E-4F3B-B0FF-2545E70A8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6513"/>
            <a:ext cx="7291388" cy="682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BE84E9-8581-73BC-B162-A3D2D0AEE531}"/>
              </a:ext>
            </a:extLst>
          </p:cNvPr>
          <p:cNvPicPr>
            <a:picLocks noChangeAspect="1"/>
          </p:cNvPicPr>
          <p:nvPr/>
        </p:nvPicPr>
        <p:blipFill>
          <a:blip r:embed="rId2"/>
          <a:stretch>
            <a:fillRect/>
          </a:stretch>
        </p:blipFill>
        <p:spPr>
          <a:xfrm>
            <a:off x="76201" y="0"/>
            <a:ext cx="6858000" cy="6506307"/>
          </a:xfrm>
          <a:prstGeom prst="rect">
            <a:avLst/>
          </a:prstGeom>
        </p:spPr>
      </p:pic>
      <p:sp>
        <p:nvSpPr>
          <p:cNvPr id="5" name="TextBox 4">
            <a:extLst>
              <a:ext uri="{FF2B5EF4-FFF2-40B4-BE49-F238E27FC236}">
                <a16:creationId xmlns:a16="http://schemas.microsoft.com/office/drawing/2014/main" id="{86186CE2-F696-5669-8BC4-5164834823D6}"/>
              </a:ext>
            </a:extLst>
          </p:cNvPr>
          <p:cNvSpPr txBox="1"/>
          <p:nvPr/>
        </p:nvSpPr>
        <p:spPr>
          <a:xfrm>
            <a:off x="228600" y="6477000"/>
            <a:ext cx="8672439" cy="338554"/>
          </a:xfrm>
          <a:prstGeom prst="rect">
            <a:avLst/>
          </a:prstGeom>
          <a:noFill/>
        </p:spPr>
        <p:txBody>
          <a:bodyPr wrap="none" rtlCol="0">
            <a:spAutoFit/>
          </a:bodyPr>
          <a:lstStyle/>
          <a:p>
            <a:r>
              <a:rPr lang="en-US" sz="1600" dirty="0">
                <a:hlinkClick r:id="rId3"/>
              </a:rPr>
              <a:t>https://www.statista.com/statistics/272014/global-social-networks-ranked-by-number-of-users/</a:t>
            </a:r>
            <a:endParaRPr lang="en-US" sz="1600" dirty="0"/>
          </a:p>
        </p:txBody>
      </p:sp>
      <p:sp>
        <p:nvSpPr>
          <p:cNvPr id="6" name="TextBox 5">
            <a:extLst>
              <a:ext uri="{FF2B5EF4-FFF2-40B4-BE49-F238E27FC236}">
                <a16:creationId xmlns:a16="http://schemas.microsoft.com/office/drawing/2014/main" id="{37B3C48B-1F34-10F8-4496-6E3345E36C9A}"/>
              </a:ext>
            </a:extLst>
          </p:cNvPr>
          <p:cNvSpPr txBox="1"/>
          <p:nvPr/>
        </p:nvSpPr>
        <p:spPr>
          <a:xfrm>
            <a:off x="6781801" y="304800"/>
            <a:ext cx="2285998" cy="1200329"/>
          </a:xfrm>
          <a:prstGeom prst="rect">
            <a:avLst/>
          </a:prstGeom>
          <a:noFill/>
        </p:spPr>
        <p:txBody>
          <a:bodyPr wrap="square" rtlCol="0">
            <a:spAutoFit/>
          </a:bodyPr>
          <a:lstStyle/>
          <a:p>
            <a:r>
              <a:rPr lang="en-US" dirty="0"/>
              <a:t>Active Monthly users as of April 2024</a:t>
            </a:r>
          </a:p>
        </p:txBody>
      </p:sp>
      <p:sp>
        <p:nvSpPr>
          <p:cNvPr id="7" name="TextBox 6">
            <a:extLst>
              <a:ext uri="{FF2B5EF4-FFF2-40B4-BE49-F238E27FC236}">
                <a16:creationId xmlns:a16="http://schemas.microsoft.com/office/drawing/2014/main" id="{EC4C7906-6801-0DC2-8A39-EE068E3B8CDF}"/>
              </a:ext>
            </a:extLst>
          </p:cNvPr>
          <p:cNvSpPr txBox="1"/>
          <p:nvPr/>
        </p:nvSpPr>
        <p:spPr>
          <a:xfrm>
            <a:off x="6968837" y="5029200"/>
            <a:ext cx="1736373" cy="369332"/>
          </a:xfrm>
          <a:prstGeom prst="rect">
            <a:avLst/>
          </a:prstGeom>
          <a:noFill/>
        </p:spPr>
        <p:txBody>
          <a:bodyPr wrap="none" rtlCol="0">
            <a:spAutoFit/>
          </a:bodyPr>
          <a:lstStyle/>
          <a:p>
            <a:r>
              <a:rPr lang="en-US" sz="1800" dirty="0"/>
              <a:t>LinkedIn is 310</a:t>
            </a:r>
          </a:p>
        </p:txBody>
      </p:sp>
    </p:spTree>
    <p:extLst>
      <p:ext uri="{BB962C8B-B14F-4D97-AF65-F5344CB8AC3E}">
        <p14:creationId xmlns:p14="http://schemas.microsoft.com/office/powerpoint/2010/main" val="321777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72DDA7B-28D1-F9B9-B463-31F5E666E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400"/>
            <a:ext cx="9144000" cy="50847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BBC0F8-A27A-ACF5-D66E-7CD9DA1805FC}"/>
              </a:ext>
            </a:extLst>
          </p:cNvPr>
          <p:cNvSpPr txBox="1"/>
          <p:nvPr/>
        </p:nvSpPr>
        <p:spPr>
          <a:xfrm>
            <a:off x="-25977" y="6248400"/>
            <a:ext cx="7848495" cy="338554"/>
          </a:xfrm>
          <a:prstGeom prst="rect">
            <a:avLst/>
          </a:prstGeom>
          <a:noFill/>
        </p:spPr>
        <p:txBody>
          <a:bodyPr wrap="none" rtlCol="0">
            <a:spAutoFit/>
          </a:bodyPr>
          <a:lstStyle/>
          <a:p>
            <a:r>
              <a:rPr lang="en-US" sz="1600" dirty="0">
                <a:hlinkClick r:id="rId4"/>
              </a:rPr>
              <a:t>https://www.marketingcharts.com/advertising-trends/spending-and-spenders-233738</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0B75-54E3-4680-9311-8F802EC40CBA}"/>
              </a:ext>
            </a:extLst>
          </p:cNvPr>
          <p:cNvSpPr>
            <a:spLocks noGrp="1"/>
          </p:cNvSpPr>
          <p:nvPr>
            <p:ph type="title"/>
          </p:nvPr>
        </p:nvSpPr>
        <p:spPr>
          <a:xfrm>
            <a:off x="457200" y="274638"/>
            <a:ext cx="8229600" cy="1325562"/>
          </a:xfrm>
        </p:spPr>
        <p:txBody>
          <a:bodyPr/>
          <a:lstStyle/>
          <a:p>
            <a:r>
              <a:rPr lang="en-US" dirty="0"/>
              <a:t>Preparing a Web Page for</a:t>
            </a:r>
            <a:br>
              <a:rPr lang="en-US" dirty="0"/>
            </a:br>
            <a:r>
              <a:rPr lang="en-US" dirty="0"/>
              <a:t>Social Media Sharing</a:t>
            </a:r>
          </a:p>
        </p:txBody>
      </p:sp>
      <p:sp>
        <p:nvSpPr>
          <p:cNvPr id="4" name="Oval 3">
            <a:extLst>
              <a:ext uri="{FF2B5EF4-FFF2-40B4-BE49-F238E27FC236}">
                <a16:creationId xmlns:a16="http://schemas.microsoft.com/office/drawing/2014/main" id="{CF866870-87EA-49D3-8A72-C8E7AD44EF14}"/>
              </a:ext>
            </a:extLst>
          </p:cNvPr>
          <p:cNvSpPr/>
          <p:nvPr/>
        </p:nvSpPr>
        <p:spPr>
          <a:xfrm>
            <a:off x="7924800" y="5640000"/>
            <a:ext cx="976313" cy="976313"/>
          </a:xfrm>
          <a:prstGeom prst="ellipse">
            <a:avLst/>
          </a:prstGeom>
          <a:gradFill>
            <a:gsLst>
              <a:gs pos="0">
                <a:srgbClr val="4577C7"/>
              </a:gs>
              <a:gs pos="100000">
                <a:srgbClr val="9BC6FF"/>
              </a:gs>
            </a:gsLst>
          </a:gradFill>
          <a:effectLst>
            <a:glow rad="228600">
              <a:srgbClr val="A2D341">
                <a:alpha val="40000"/>
              </a:srgb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none" rtlCol="0" anchor="ctr">
            <a:normAutofit/>
          </a:bodyPr>
          <a:lstStyle/>
          <a:p>
            <a:pPr algn="ctr"/>
            <a:r>
              <a:rPr lang="en-US" sz="2000" dirty="0">
                <a:solidFill>
                  <a:schemeClr val="tx2">
                    <a:lumMod val="50000"/>
                  </a:schemeClr>
                </a:solidFill>
                <a:effectLst>
                  <a:glow rad="228600">
                    <a:schemeClr val="accent1">
                      <a:satMod val="175000"/>
                      <a:alpha val="40000"/>
                    </a:schemeClr>
                  </a:glow>
                </a:effectLst>
                <a:latin typeface="Arial Black" panose="020B0A04020102020204" pitchFamily="34" charset="0"/>
              </a:rPr>
              <a:t>Demo</a:t>
            </a:r>
          </a:p>
        </p:txBody>
      </p:sp>
      <p:pic>
        <p:nvPicPr>
          <p:cNvPr id="8" name="Picture 7">
            <a:extLst>
              <a:ext uri="{FF2B5EF4-FFF2-40B4-BE49-F238E27FC236}">
                <a16:creationId xmlns:a16="http://schemas.microsoft.com/office/drawing/2014/main" id="{A0948FA3-46BE-4CB2-AAA5-A268087505FC}"/>
              </a:ext>
            </a:extLst>
          </p:cNvPr>
          <p:cNvPicPr>
            <a:picLocks noChangeAspect="1"/>
          </p:cNvPicPr>
          <p:nvPr/>
        </p:nvPicPr>
        <p:blipFill>
          <a:blip r:embed="rId3"/>
          <a:stretch>
            <a:fillRect/>
          </a:stretch>
        </p:blipFill>
        <p:spPr>
          <a:xfrm>
            <a:off x="218503" y="1621606"/>
            <a:ext cx="4038600" cy="4969483"/>
          </a:xfrm>
          <a:prstGeom prst="rect">
            <a:avLst/>
          </a:prstGeom>
        </p:spPr>
      </p:pic>
      <p:pic>
        <p:nvPicPr>
          <p:cNvPr id="10" name="Picture 9">
            <a:extLst>
              <a:ext uri="{FF2B5EF4-FFF2-40B4-BE49-F238E27FC236}">
                <a16:creationId xmlns:a16="http://schemas.microsoft.com/office/drawing/2014/main" id="{7B26EDAF-EE1D-4BD5-A121-89DCA16AA7BF}"/>
              </a:ext>
            </a:extLst>
          </p:cNvPr>
          <p:cNvPicPr>
            <a:picLocks noChangeAspect="1"/>
          </p:cNvPicPr>
          <p:nvPr/>
        </p:nvPicPr>
        <p:blipFill>
          <a:blip r:embed="rId4"/>
          <a:stretch>
            <a:fillRect/>
          </a:stretch>
        </p:blipFill>
        <p:spPr>
          <a:xfrm>
            <a:off x="4465320" y="1696187"/>
            <a:ext cx="4601217" cy="2410161"/>
          </a:xfrm>
          <a:prstGeom prst="rect">
            <a:avLst/>
          </a:prstGeom>
        </p:spPr>
      </p:pic>
    </p:spTree>
    <p:extLst>
      <p:ext uri="{BB962C8B-B14F-4D97-AF65-F5344CB8AC3E}">
        <p14:creationId xmlns:p14="http://schemas.microsoft.com/office/powerpoint/2010/main" val="3614402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FAC341-0B1E-A56A-D202-E823AED2568D}"/>
              </a:ext>
            </a:extLst>
          </p:cNvPr>
          <p:cNvSpPr>
            <a:spLocks noGrp="1"/>
          </p:cNvSpPr>
          <p:nvPr>
            <p:ph type="title"/>
          </p:nvPr>
        </p:nvSpPr>
        <p:spPr/>
        <p:txBody>
          <a:bodyPr/>
          <a:lstStyle/>
          <a:p>
            <a:r>
              <a:rPr lang="en-US" dirty="0"/>
              <a:t>Social Media Meta Tags</a:t>
            </a:r>
          </a:p>
        </p:txBody>
      </p:sp>
      <p:sp>
        <p:nvSpPr>
          <p:cNvPr id="4" name="Content Placeholder 3">
            <a:extLst>
              <a:ext uri="{FF2B5EF4-FFF2-40B4-BE49-F238E27FC236}">
                <a16:creationId xmlns:a16="http://schemas.microsoft.com/office/drawing/2014/main" id="{38F996A4-3AEC-3974-25FE-96FF31E33BCD}"/>
              </a:ext>
            </a:extLst>
          </p:cNvPr>
          <p:cNvSpPr>
            <a:spLocks noGrp="1"/>
          </p:cNvSpPr>
          <p:nvPr>
            <p:ph idx="1"/>
          </p:nvPr>
        </p:nvSpPr>
        <p:spPr/>
        <p:txBody>
          <a:bodyPr/>
          <a:lstStyle/>
          <a:p>
            <a:r>
              <a:rPr lang="en-US" sz="2400" dirty="0"/>
              <a:t>Open Graph Protocol, Official Reference: </a:t>
            </a:r>
            <a:r>
              <a:rPr lang="en-US" sz="2400" dirty="0">
                <a:hlinkClick r:id="rId2"/>
              </a:rPr>
              <a:t>https://ogp.me/</a:t>
            </a:r>
            <a:endParaRPr lang="en-US" sz="2400" dirty="0"/>
          </a:p>
          <a:p>
            <a:r>
              <a:rPr lang="en-US" sz="2400" dirty="0"/>
              <a:t>Facebook Meta Tag Reference: </a:t>
            </a:r>
            <a:r>
              <a:rPr lang="en-US" sz="2400" dirty="0">
                <a:hlinkClick r:id="rId3"/>
              </a:rPr>
              <a:t>https://developers.facebook.com/docs/sharing/webmasters/</a:t>
            </a:r>
            <a:endParaRPr lang="en-US" sz="2400" dirty="0"/>
          </a:p>
          <a:p>
            <a:r>
              <a:rPr lang="en-US" sz="2400" dirty="0"/>
              <a:t>X (formerly Twitter) Meta Tag Reference: </a:t>
            </a:r>
            <a:r>
              <a:rPr lang="en-US" sz="2400" dirty="0">
                <a:hlinkClick r:id="rId4"/>
              </a:rPr>
              <a:t>https://developer.twitter.com/en/docs/twitter-for-websites/cards/guides/getting-started</a:t>
            </a:r>
            <a:r>
              <a:rPr lang="en-US" sz="2400" dirty="0"/>
              <a:t> </a:t>
            </a:r>
          </a:p>
          <a:p>
            <a:endParaRPr lang="en-US" sz="2400" dirty="0"/>
          </a:p>
        </p:txBody>
      </p:sp>
      <p:sp>
        <p:nvSpPr>
          <p:cNvPr id="5" name="Oval 4">
            <a:extLst>
              <a:ext uri="{FF2B5EF4-FFF2-40B4-BE49-F238E27FC236}">
                <a16:creationId xmlns:a16="http://schemas.microsoft.com/office/drawing/2014/main" id="{E082A1D4-AD9A-9DBC-AF66-B12DB2772361}"/>
              </a:ext>
            </a:extLst>
          </p:cNvPr>
          <p:cNvSpPr/>
          <p:nvPr/>
        </p:nvSpPr>
        <p:spPr>
          <a:xfrm>
            <a:off x="8915400" y="6629399"/>
            <a:ext cx="158262" cy="14067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807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1C4453-A132-47DC-B73C-61A07814BE8D}"/>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eaLnBrk="1" hangingPunct="1">
              <a:lnSpc>
                <a:spcPct val="90000"/>
              </a:lnSpc>
            </a:pPr>
            <a:r>
              <a:rPr lang="en-US" sz="3500" kern="1200" dirty="0">
                <a:solidFill>
                  <a:schemeClr val="tx2"/>
                </a:solidFill>
                <a:latin typeface="+mj-lt"/>
                <a:ea typeface="+mj-ea"/>
                <a:cs typeface="+mj-cs"/>
              </a:rPr>
              <a:t>Web Analytics</a:t>
            </a:r>
          </a:p>
        </p:txBody>
      </p:sp>
      <p:pic>
        <p:nvPicPr>
          <p:cNvPr id="7" name="Graphic 6" descr="Bar chart">
            <a:extLst>
              <a:ext uri="{FF2B5EF4-FFF2-40B4-BE49-F238E27FC236}">
                <a16:creationId xmlns:a16="http://schemas.microsoft.com/office/drawing/2014/main" id="{6CC01C39-878D-4EDB-A143-85F3C151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3936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descr="P1240731.JPG">
            <a:extLst>
              <a:ext uri="{FF2B5EF4-FFF2-40B4-BE49-F238E27FC236}">
                <a16:creationId xmlns:a16="http://schemas.microsoft.com/office/drawing/2014/main" id="{008EB21F-6D00-4E94-A2E0-0F3933F62D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Title 3">
            <a:extLst>
              <a:ext uri="{FF2B5EF4-FFF2-40B4-BE49-F238E27FC236}">
                <a16:creationId xmlns:a16="http://schemas.microsoft.com/office/drawing/2014/main" id="{8D434FE5-6C41-4451-AE3A-B4AE72F44527}"/>
              </a:ext>
            </a:extLst>
          </p:cNvPr>
          <p:cNvSpPr>
            <a:spLocks noGrp="1"/>
          </p:cNvSpPr>
          <p:nvPr>
            <p:ph type="title" idx="4294967295"/>
          </p:nvPr>
        </p:nvSpPr>
        <p:spPr>
          <a:xfrm>
            <a:off x="914400" y="5715000"/>
            <a:ext cx="8229600" cy="1143000"/>
          </a:xfrm>
        </p:spPr>
        <p:txBody>
          <a:bodyPr/>
          <a:lstStyle/>
          <a:p>
            <a:pPr algn="r" eaLnBrk="1" hangingPunct="1"/>
            <a:r>
              <a:rPr lang="en-US" altLang="en-US"/>
              <a:t>Patterns are left behind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2">
            <a:extLst>
              <a:ext uri="{FF2B5EF4-FFF2-40B4-BE49-F238E27FC236}">
                <a16:creationId xmlns:a16="http://schemas.microsoft.com/office/drawing/2014/main" id="{2A3FC17D-0579-40D1-A70E-C42667C8C2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62399" y="4891088"/>
            <a:ext cx="1971675" cy="528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1">
            <a:extLst>
              <a:ext uri="{FF2B5EF4-FFF2-40B4-BE49-F238E27FC236}">
                <a16:creationId xmlns:a16="http://schemas.microsoft.com/office/drawing/2014/main" id="{BF65BC87-9CAF-40DC-AF6E-18BE695EC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075" y="766763"/>
            <a:ext cx="300672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2">
            <a:extLst>
              <a:ext uri="{FF2B5EF4-FFF2-40B4-BE49-F238E27FC236}">
                <a16:creationId xmlns:a16="http://schemas.microsoft.com/office/drawing/2014/main" id="{5FAFF0EF-AA20-40DE-9BFD-C8B58BF7A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662363"/>
            <a:ext cx="16764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3">
            <a:extLst>
              <a:ext uri="{FF2B5EF4-FFF2-40B4-BE49-F238E27FC236}">
                <a16:creationId xmlns:a16="http://schemas.microsoft.com/office/drawing/2014/main" id="{E3D96105-20C6-4D9F-B15B-A2F80CA883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913" y="2438400"/>
            <a:ext cx="1665287"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4">
            <a:extLst>
              <a:ext uri="{FF2B5EF4-FFF2-40B4-BE49-F238E27FC236}">
                <a16:creationId xmlns:a16="http://schemas.microsoft.com/office/drawing/2014/main" id="{654665B9-24F5-4EDC-9D33-B9A8089A5D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3800" y="1254125"/>
            <a:ext cx="20828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6">
            <a:extLst>
              <a:ext uri="{FF2B5EF4-FFF2-40B4-BE49-F238E27FC236}">
                <a16:creationId xmlns:a16="http://schemas.microsoft.com/office/drawing/2014/main" id="{1EC212F8-D464-417A-8F3B-84E48E8884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600" y="2590800"/>
            <a:ext cx="2336800"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a:extLst>
              <a:ext uri="{FF2B5EF4-FFF2-40B4-BE49-F238E27FC236}">
                <a16:creationId xmlns:a16="http://schemas.microsoft.com/office/drawing/2014/main" id="{510CBAF3-47BF-5777-B144-6156879674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600" y="4797425"/>
            <a:ext cx="2958353" cy="977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8E5F3BE-EAE0-44CA-8B53-83D8F8E941D0}"/>
              </a:ext>
            </a:extLst>
          </p:cNvPr>
          <p:cNvSpPr>
            <a:spLocks noGrp="1"/>
          </p:cNvSpPr>
          <p:nvPr>
            <p:ph type="title"/>
          </p:nvPr>
        </p:nvSpPr>
        <p:spPr/>
        <p:txBody>
          <a:bodyPr/>
          <a:lstStyle/>
          <a:p>
            <a:r>
              <a:rPr lang="en-US" altLang="en-US"/>
              <a:t>Why Analyze Data?</a:t>
            </a:r>
          </a:p>
        </p:txBody>
      </p:sp>
      <p:sp>
        <p:nvSpPr>
          <p:cNvPr id="26626" name="Content Placeholder 2">
            <a:extLst>
              <a:ext uri="{FF2B5EF4-FFF2-40B4-BE49-F238E27FC236}">
                <a16:creationId xmlns:a16="http://schemas.microsoft.com/office/drawing/2014/main" id="{0A254528-4E52-4111-9DAA-57F75D27D0C9}"/>
              </a:ext>
            </a:extLst>
          </p:cNvPr>
          <p:cNvSpPr>
            <a:spLocks noGrp="1"/>
          </p:cNvSpPr>
          <p:nvPr>
            <p:ph idx="1"/>
          </p:nvPr>
        </p:nvSpPr>
        <p:spPr/>
        <p:txBody>
          <a:bodyPr/>
          <a:lstStyle/>
          <a:p>
            <a:r>
              <a:rPr lang="en-US" altLang="en-US" dirty="0"/>
              <a:t>Track people to see how effective marketing campaigns are</a:t>
            </a:r>
          </a:p>
          <a:p>
            <a:r>
              <a:rPr lang="en-US" altLang="en-US" dirty="0"/>
              <a:t>How to allocate resources (e.g., mobile vs desktop; where to invest marketing $s)</a:t>
            </a:r>
          </a:p>
          <a:p>
            <a:r>
              <a:rPr lang="en-US" altLang="en-US" dirty="0"/>
              <a:t>Track interest types of people</a:t>
            </a:r>
          </a:p>
          <a:p>
            <a:r>
              <a:rPr lang="en-US" altLang="en-US" dirty="0"/>
              <a:t>Assess the impact of what you’re doing.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1">
            <a:extLst>
              <a:ext uri="{FF2B5EF4-FFF2-40B4-BE49-F238E27FC236}">
                <a16:creationId xmlns:a16="http://schemas.microsoft.com/office/drawing/2014/main" id="{89A090BC-276F-4342-B718-7542F426A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47813"/>
            <a:ext cx="9144000" cy="531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Title 2">
            <a:extLst>
              <a:ext uri="{FF2B5EF4-FFF2-40B4-BE49-F238E27FC236}">
                <a16:creationId xmlns:a16="http://schemas.microsoft.com/office/drawing/2014/main" id="{CE72D3A5-2054-4BF6-93E8-C96DE975E8D8}"/>
              </a:ext>
            </a:extLst>
          </p:cNvPr>
          <p:cNvSpPr>
            <a:spLocks noGrp="1"/>
          </p:cNvSpPr>
          <p:nvPr>
            <p:ph type="title"/>
          </p:nvPr>
        </p:nvSpPr>
        <p:spPr/>
        <p:txBody>
          <a:bodyPr/>
          <a:lstStyle/>
          <a:p>
            <a:r>
              <a:rPr lang="en-US" altLang="en-US"/>
              <a:t>Google Analytics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Cloudflare's Web Analytics gains three most requested features - Neowin">
            <a:extLst>
              <a:ext uri="{FF2B5EF4-FFF2-40B4-BE49-F238E27FC236}">
                <a16:creationId xmlns:a16="http://schemas.microsoft.com/office/drawing/2014/main" id="{F9B18174-858D-3054-8669-13FF63F91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0"/>
            <a:ext cx="82788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2187FF0-60D4-F52C-6B3F-7F9E2F537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800600"/>
            <a:ext cx="1905000" cy="6297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FFDA4A64-A7CF-4FEC-80D2-3AD2F3C2666F}"/>
              </a:ext>
            </a:extLst>
          </p:cNvPr>
          <p:cNvSpPr>
            <a:spLocks noGrp="1"/>
          </p:cNvSpPr>
          <p:nvPr>
            <p:ph type="title"/>
          </p:nvPr>
        </p:nvSpPr>
        <p:spPr/>
        <p:txBody>
          <a:bodyPr/>
          <a:lstStyle/>
          <a:p>
            <a:pPr eaLnBrk="1" hangingPunct="1"/>
            <a:r>
              <a:rPr lang="en-US" altLang="en-US"/>
              <a:t>Where does data come from?</a:t>
            </a:r>
          </a:p>
        </p:txBody>
      </p:sp>
      <p:sp>
        <p:nvSpPr>
          <p:cNvPr id="33794" name="Content Placeholder 2">
            <a:extLst>
              <a:ext uri="{FF2B5EF4-FFF2-40B4-BE49-F238E27FC236}">
                <a16:creationId xmlns:a16="http://schemas.microsoft.com/office/drawing/2014/main" id="{EF0F2E03-37AD-4A76-ABA5-D9FBB13B4AC3}"/>
              </a:ext>
            </a:extLst>
          </p:cNvPr>
          <p:cNvSpPr>
            <a:spLocks noGrp="1"/>
          </p:cNvSpPr>
          <p:nvPr>
            <p:ph idx="1"/>
          </p:nvPr>
        </p:nvSpPr>
        <p:spPr>
          <a:xfrm>
            <a:off x="457200" y="1600200"/>
            <a:ext cx="8229600" cy="4953000"/>
          </a:xfrm>
        </p:spPr>
        <p:txBody>
          <a:bodyPr/>
          <a:lstStyle/>
          <a:p>
            <a:pPr eaLnBrk="1" hangingPunct="1"/>
            <a:r>
              <a:rPr lang="en-US" altLang="en-US" dirty="0"/>
              <a:t>Client-side data collection</a:t>
            </a:r>
          </a:p>
          <a:p>
            <a:pPr lvl="1" eaLnBrk="1" hangingPunct="1"/>
            <a:r>
              <a:rPr lang="en-US" altLang="en-US" dirty="0">
                <a:solidFill>
                  <a:srgbClr val="C00000"/>
                </a:solidFill>
              </a:rPr>
              <a:t>Google Analytics, </a:t>
            </a:r>
            <a:r>
              <a:rPr lang="en-US" altLang="en-US" dirty="0" err="1">
                <a:solidFill>
                  <a:srgbClr val="C00000"/>
                </a:solidFill>
              </a:rPr>
              <a:t>CloudFlare</a:t>
            </a:r>
            <a:r>
              <a:rPr lang="en-US" altLang="en-US" dirty="0">
                <a:solidFill>
                  <a:srgbClr val="C00000"/>
                </a:solidFill>
              </a:rPr>
              <a:t> Web Analytics, Adobe Digital Marketing Suite</a:t>
            </a:r>
          </a:p>
          <a:p>
            <a:pPr eaLnBrk="1" hangingPunct="1"/>
            <a:r>
              <a:rPr lang="en-US" altLang="en-US" dirty="0"/>
              <a:t>Server-side data collection </a:t>
            </a:r>
          </a:p>
          <a:p>
            <a:pPr lvl="1" eaLnBrk="1" hangingPunct="1"/>
            <a:r>
              <a:rPr lang="en-US" altLang="en-US" dirty="0" err="1">
                <a:solidFill>
                  <a:srgbClr val="C00000"/>
                </a:solidFill>
              </a:rPr>
              <a:t>Webalizer</a:t>
            </a:r>
            <a:r>
              <a:rPr lang="en-US" altLang="en-US" dirty="0">
                <a:solidFill>
                  <a:srgbClr val="C00000"/>
                </a:solidFill>
              </a:rPr>
              <a:t>, </a:t>
            </a:r>
            <a:r>
              <a:rPr lang="en-US" altLang="en-US" dirty="0" err="1">
                <a:solidFill>
                  <a:srgbClr val="C00000"/>
                </a:solidFill>
              </a:rPr>
              <a:t>AWStats</a:t>
            </a:r>
            <a:r>
              <a:rPr lang="en-US" altLang="en-US" dirty="0">
                <a:solidFill>
                  <a:srgbClr val="C00000"/>
                </a:solidFill>
              </a:rPr>
              <a:t>, </a:t>
            </a:r>
            <a:r>
              <a:rPr lang="en-US" altLang="en-US" dirty="0" err="1">
                <a:solidFill>
                  <a:srgbClr val="C00000"/>
                </a:solidFill>
              </a:rPr>
              <a:t>CloudFlare</a:t>
            </a:r>
            <a:r>
              <a:rPr lang="en-US" altLang="en-US" dirty="0">
                <a:solidFill>
                  <a:srgbClr val="C00000"/>
                </a:solidFill>
              </a:rPr>
              <a:t> CDN</a:t>
            </a:r>
          </a:p>
          <a:p>
            <a:pPr eaLnBrk="1" hangingPunct="1"/>
            <a:r>
              <a:rPr lang="en-US" altLang="en-US" dirty="0"/>
              <a:t>Application data (e.g., database queries, APIs)</a:t>
            </a:r>
          </a:p>
          <a:p>
            <a:pPr lvl="1" eaLnBrk="1" hangingPunct="1"/>
            <a:r>
              <a:rPr lang="en-US" altLang="en-US" dirty="0">
                <a:solidFill>
                  <a:srgbClr val="C00000"/>
                </a:solidFill>
              </a:rPr>
              <a:t>Facebook Insights, </a:t>
            </a:r>
            <a:r>
              <a:rPr lang="en-US" altLang="en-US" dirty="0" err="1">
                <a:solidFill>
                  <a:srgbClr val="C00000"/>
                </a:solidFill>
              </a:rPr>
              <a:t>Twitalyzer</a:t>
            </a:r>
            <a:r>
              <a:rPr lang="en-US" altLang="en-US" dirty="0">
                <a:solidFill>
                  <a:srgbClr val="C00000"/>
                </a:solidFill>
              </a:rPr>
              <a:t> (via Twitter API)</a:t>
            </a:r>
          </a:p>
          <a:p>
            <a:pPr eaLnBrk="1" hangingPunct="1"/>
            <a:r>
              <a:rPr lang="en-US" altLang="en-US" dirty="0"/>
              <a:t>Other: network traffic monitors, mobile analytics tools, ISPs</a:t>
            </a:r>
            <a:endParaRPr lang="en-US" altLang="en-US" dirty="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9EB9E772-3F4A-4C38-901C-B62E0F634067}"/>
              </a:ext>
            </a:extLst>
          </p:cNvPr>
          <p:cNvSpPr>
            <a:spLocks noGrp="1"/>
          </p:cNvSpPr>
          <p:nvPr>
            <p:ph type="title"/>
          </p:nvPr>
        </p:nvSpPr>
        <p:spPr/>
        <p:txBody>
          <a:bodyPr/>
          <a:lstStyle/>
          <a:p>
            <a:pPr eaLnBrk="1" hangingPunct="1"/>
            <a:r>
              <a:rPr lang="en-US" altLang="en-US"/>
              <a:t>Client-Side Data Collection</a:t>
            </a:r>
          </a:p>
        </p:txBody>
      </p:sp>
      <p:pic>
        <p:nvPicPr>
          <p:cNvPr id="15364" name="Picture 2">
            <a:extLst>
              <a:ext uri="{FF2B5EF4-FFF2-40B4-BE49-F238E27FC236}">
                <a16:creationId xmlns:a16="http://schemas.microsoft.com/office/drawing/2014/main" id="{E9A974A8-3F4C-4B54-9319-92C24CDE80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741" b="27719"/>
          <a:stretch/>
        </p:blipFill>
        <p:spPr bwMode="auto">
          <a:xfrm>
            <a:off x="1219200" y="1905000"/>
            <a:ext cx="6934200"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4" name="Line Callout 1 3">
            <a:extLst>
              <a:ext uri="{FF2B5EF4-FFF2-40B4-BE49-F238E27FC236}">
                <a16:creationId xmlns:a16="http://schemas.microsoft.com/office/drawing/2014/main" id="{E3931C2D-8E4A-8440-9785-B6F3969A23FB}"/>
              </a:ext>
            </a:extLst>
          </p:cNvPr>
          <p:cNvSpPr/>
          <p:nvPr/>
        </p:nvSpPr>
        <p:spPr>
          <a:xfrm>
            <a:off x="838200" y="3789362"/>
            <a:ext cx="1066800" cy="617537"/>
          </a:xfrm>
          <a:prstGeom prst="borderCallout1">
            <a:avLst>
              <a:gd name="adj1" fmla="val -10139"/>
              <a:gd name="adj2" fmla="val 52778"/>
              <a:gd name="adj3" fmla="val -76160"/>
              <a:gd name="adj4" fmla="val 9182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t>JavaScript Tag on each page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A829273A-4169-48A2-A8E6-0A94EB28D552}"/>
              </a:ext>
            </a:extLst>
          </p:cNvPr>
          <p:cNvSpPr>
            <a:spLocks noGrp="1"/>
          </p:cNvSpPr>
          <p:nvPr>
            <p:ph type="title"/>
          </p:nvPr>
        </p:nvSpPr>
        <p:spPr/>
        <p:txBody>
          <a:bodyPr/>
          <a:lstStyle/>
          <a:p>
            <a:pPr eaLnBrk="1" hangingPunct="1"/>
            <a:r>
              <a:rPr lang="en-US" altLang="en-US"/>
              <a:t>Google Analytics Data Collection</a:t>
            </a:r>
          </a:p>
        </p:txBody>
      </p:sp>
      <p:sp>
        <p:nvSpPr>
          <p:cNvPr id="36866" name="Content Placeholder 2">
            <a:extLst>
              <a:ext uri="{FF2B5EF4-FFF2-40B4-BE49-F238E27FC236}">
                <a16:creationId xmlns:a16="http://schemas.microsoft.com/office/drawing/2014/main" id="{E245525E-D014-4157-B237-2029D21E9C1C}"/>
              </a:ext>
            </a:extLst>
          </p:cNvPr>
          <p:cNvSpPr>
            <a:spLocks noGrp="1"/>
          </p:cNvSpPr>
          <p:nvPr>
            <p:ph idx="1"/>
          </p:nvPr>
        </p:nvSpPr>
        <p:spPr>
          <a:xfrm>
            <a:off x="457200" y="1600200"/>
            <a:ext cx="8458200" cy="4983162"/>
          </a:xfrm>
        </p:spPr>
        <p:txBody>
          <a:bodyPr/>
          <a:lstStyle/>
          <a:p>
            <a:pPr eaLnBrk="1" hangingPunct="1"/>
            <a:r>
              <a:rPr lang="en-US" altLang="en-US" dirty="0"/>
              <a:t>User gets unique code from Google Analytics</a:t>
            </a:r>
          </a:p>
          <a:p>
            <a:pPr eaLnBrk="1" hangingPunct="1"/>
            <a:r>
              <a:rPr lang="en-US" altLang="en-US" dirty="0" err="1"/>
              <a:t>Javascript</a:t>
            </a:r>
            <a:r>
              <a:rPr lang="en-US" altLang="en-US" dirty="0"/>
              <a:t> code embedded on each page that collects data from:</a:t>
            </a:r>
          </a:p>
          <a:p>
            <a:pPr lvl="1" eaLnBrk="1" hangingPunct="1"/>
            <a:r>
              <a:rPr lang="en-US" altLang="en-US" dirty="0"/>
              <a:t>HTTP request header</a:t>
            </a:r>
          </a:p>
          <a:p>
            <a:pPr lvl="1" eaLnBrk="1" hangingPunct="1"/>
            <a:r>
              <a:rPr lang="en-US" altLang="en-US" dirty="0"/>
              <a:t>Browser/System information (via DOM)</a:t>
            </a:r>
          </a:p>
          <a:p>
            <a:pPr lvl="1" eaLnBrk="1" hangingPunct="1"/>
            <a:r>
              <a:rPr lang="en-US" altLang="en-US" dirty="0"/>
              <a:t>First-party Cookies</a:t>
            </a:r>
          </a:p>
          <a:p>
            <a:pPr eaLnBrk="1" hangingPunct="1"/>
            <a:r>
              <a:rPr lang="en-US" altLang="en-US" dirty="0"/>
              <a:t>Due to the use of tracking cookies. Google Analytics may require GDPR (cookie) permission from the user.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79951593-7AF8-4E33-9C0E-F0C536D6A443}"/>
              </a:ext>
            </a:extLst>
          </p:cNvPr>
          <p:cNvSpPr>
            <a:spLocks noGrp="1"/>
          </p:cNvSpPr>
          <p:nvPr>
            <p:ph type="title"/>
          </p:nvPr>
        </p:nvSpPr>
        <p:spPr/>
        <p:txBody>
          <a:bodyPr/>
          <a:lstStyle/>
          <a:p>
            <a:pPr eaLnBrk="1" hangingPunct="1"/>
            <a:r>
              <a:rPr lang="en-US" altLang="en-US"/>
              <a:t>Server-Side Data Collection</a:t>
            </a:r>
          </a:p>
        </p:txBody>
      </p:sp>
      <p:pic>
        <p:nvPicPr>
          <p:cNvPr id="17412" name="Picture 2">
            <a:extLst>
              <a:ext uri="{FF2B5EF4-FFF2-40B4-BE49-F238E27FC236}">
                <a16:creationId xmlns:a16="http://schemas.microsoft.com/office/drawing/2014/main" id="{29FB7E4F-E813-49C0-B2D1-BC1779FC53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3059" b="27451"/>
          <a:stretch/>
        </p:blipFill>
        <p:spPr bwMode="auto">
          <a:xfrm>
            <a:off x="1524000" y="2286000"/>
            <a:ext cx="63246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7F4023E8-C203-4312-89BF-994D73FA85D9}"/>
              </a:ext>
            </a:extLst>
          </p:cNvPr>
          <p:cNvSpPr>
            <a:spLocks noGrp="1"/>
          </p:cNvSpPr>
          <p:nvPr>
            <p:ph type="title"/>
          </p:nvPr>
        </p:nvSpPr>
        <p:spPr/>
        <p:txBody>
          <a:bodyPr/>
          <a:lstStyle/>
          <a:p>
            <a:pPr eaLnBrk="1" hangingPunct="1"/>
            <a:r>
              <a:rPr lang="en-US" altLang="en-US"/>
              <a:t>Comparison</a:t>
            </a:r>
          </a:p>
        </p:txBody>
      </p:sp>
      <p:sp>
        <p:nvSpPr>
          <p:cNvPr id="40962" name="Text Placeholder 2">
            <a:extLst>
              <a:ext uri="{FF2B5EF4-FFF2-40B4-BE49-F238E27FC236}">
                <a16:creationId xmlns:a16="http://schemas.microsoft.com/office/drawing/2014/main" id="{56B96982-63E2-4017-AC11-18BC49FDCAB6}"/>
              </a:ext>
            </a:extLst>
          </p:cNvPr>
          <p:cNvSpPr>
            <a:spLocks noGrp="1"/>
          </p:cNvSpPr>
          <p:nvPr>
            <p:ph type="body" idx="1"/>
          </p:nvPr>
        </p:nvSpPr>
        <p:spPr/>
        <p:txBody>
          <a:bodyPr/>
          <a:lstStyle/>
          <a:p>
            <a:pPr eaLnBrk="1" hangingPunct="1"/>
            <a:r>
              <a:rPr lang="en-US" altLang="en-US"/>
              <a:t>Client-side data capture</a:t>
            </a:r>
          </a:p>
        </p:txBody>
      </p:sp>
      <p:sp>
        <p:nvSpPr>
          <p:cNvPr id="40963" name="Content Placeholder 3">
            <a:extLst>
              <a:ext uri="{FF2B5EF4-FFF2-40B4-BE49-F238E27FC236}">
                <a16:creationId xmlns:a16="http://schemas.microsoft.com/office/drawing/2014/main" id="{8652337F-F30D-4BCD-B706-0F95CB4C4F4E}"/>
              </a:ext>
            </a:extLst>
          </p:cNvPr>
          <p:cNvSpPr>
            <a:spLocks noGrp="1"/>
          </p:cNvSpPr>
          <p:nvPr>
            <p:ph sz="half" idx="2"/>
          </p:nvPr>
        </p:nvSpPr>
        <p:spPr/>
        <p:txBody>
          <a:bodyPr/>
          <a:lstStyle/>
          <a:p>
            <a:pPr eaLnBrk="1" hangingPunct="1"/>
            <a:r>
              <a:rPr lang="en-US" altLang="en-US" sz="2000" dirty="0"/>
              <a:t>Must install code on each page (slower &amp; may make errors when putting it on)</a:t>
            </a:r>
          </a:p>
          <a:p>
            <a:pPr eaLnBrk="1" hangingPunct="1"/>
            <a:r>
              <a:rPr lang="en-US" altLang="en-US" sz="2000" dirty="0"/>
              <a:t>Tracks client-side events (</a:t>
            </a:r>
            <a:r>
              <a:rPr lang="en-US" altLang="en-US" sz="2000" dirty="0" err="1"/>
              <a:t>Javascript</a:t>
            </a:r>
            <a:r>
              <a:rPr lang="en-US" altLang="en-US" sz="2000" dirty="0"/>
              <a:t>, AJAX, Flash)</a:t>
            </a:r>
          </a:p>
          <a:p>
            <a:pPr eaLnBrk="1" hangingPunct="1"/>
            <a:r>
              <a:rPr lang="en-US" altLang="en-US" sz="2000" dirty="0"/>
              <a:t>Breaks when </a:t>
            </a:r>
            <a:r>
              <a:rPr lang="en-US" altLang="en-US" sz="2000" dirty="0" err="1"/>
              <a:t>Javascript</a:t>
            </a:r>
            <a:r>
              <a:rPr lang="en-US" altLang="en-US" sz="2000" dirty="0"/>
              <a:t> and/or cookies are disabled</a:t>
            </a:r>
          </a:p>
          <a:p>
            <a:pPr eaLnBrk="1" hangingPunct="1"/>
            <a:r>
              <a:rPr lang="en-US" altLang="en-US" sz="2000" dirty="0"/>
              <a:t>Privacy browser add-ins may interfere</a:t>
            </a:r>
          </a:p>
          <a:p>
            <a:pPr eaLnBrk="1" hangingPunct="1"/>
            <a:r>
              <a:rPr lang="en-US" altLang="en-US" sz="2000" dirty="0"/>
              <a:t>Analytics vendor collects data and may use it for more than just your purposes.</a:t>
            </a:r>
          </a:p>
        </p:txBody>
      </p:sp>
      <p:sp>
        <p:nvSpPr>
          <p:cNvPr id="40964" name="Text Placeholder 4">
            <a:extLst>
              <a:ext uri="{FF2B5EF4-FFF2-40B4-BE49-F238E27FC236}">
                <a16:creationId xmlns:a16="http://schemas.microsoft.com/office/drawing/2014/main" id="{3B73E857-DB7C-453B-B8A0-4C6521ACE69B}"/>
              </a:ext>
            </a:extLst>
          </p:cNvPr>
          <p:cNvSpPr>
            <a:spLocks noGrp="1"/>
          </p:cNvSpPr>
          <p:nvPr>
            <p:ph type="body" sz="quarter" idx="3"/>
          </p:nvPr>
        </p:nvSpPr>
        <p:spPr/>
        <p:txBody>
          <a:bodyPr/>
          <a:lstStyle/>
          <a:p>
            <a:pPr eaLnBrk="1" hangingPunct="1"/>
            <a:r>
              <a:rPr lang="en-US" altLang="en-US"/>
              <a:t>Server-side data capture</a:t>
            </a:r>
          </a:p>
        </p:txBody>
      </p:sp>
      <p:sp>
        <p:nvSpPr>
          <p:cNvPr id="40965" name="Content Placeholder 5">
            <a:extLst>
              <a:ext uri="{FF2B5EF4-FFF2-40B4-BE49-F238E27FC236}">
                <a16:creationId xmlns:a16="http://schemas.microsoft.com/office/drawing/2014/main" id="{4DD8F35D-3705-44E8-9ED1-BBB1BBF9F810}"/>
              </a:ext>
            </a:extLst>
          </p:cNvPr>
          <p:cNvSpPr>
            <a:spLocks noGrp="1"/>
          </p:cNvSpPr>
          <p:nvPr>
            <p:ph sz="quarter" idx="4"/>
          </p:nvPr>
        </p:nvSpPr>
        <p:spPr/>
        <p:txBody>
          <a:bodyPr/>
          <a:lstStyle/>
          <a:p>
            <a:pPr eaLnBrk="1" hangingPunct="1"/>
            <a:r>
              <a:rPr lang="en-US" altLang="en-US" sz="2000" dirty="0"/>
              <a:t>Misses “hits” accessed via caches or proxy devices</a:t>
            </a:r>
          </a:p>
          <a:p>
            <a:pPr eaLnBrk="1" hangingPunct="1"/>
            <a:r>
              <a:rPr lang="en-US" altLang="en-US" sz="2000" dirty="0"/>
              <a:t>Tracks completed requests (not just initiated requests)</a:t>
            </a:r>
          </a:p>
          <a:p>
            <a:pPr eaLnBrk="1" hangingPunct="1"/>
            <a:r>
              <a:rPr lang="en-US" altLang="en-US" sz="2000" dirty="0"/>
              <a:t>Not blocked by firewalls (as can happen with client-side)</a:t>
            </a:r>
          </a:p>
          <a:p>
            <a:pPr eaLnBrk="1" hangingPunct="1"/>
            <a:r>
              <a:rPr lang="en-US" altLang="en-US" sz="2000" dirty="0"/>
              <a:t>Captures non-Webpage requests (e.g. REST APIs, images, etc.)</a:t>
            </a:r>
          </a:p>
          <a:p>
            <a:pPr eaLnBrk="1" hangingPunct="1"/>
            <a:r>
              <a:rPr lang="en-US" altLang="en-US" sz="2000" dirty="0"/>
              <a:t>Your team updates software and stores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6">
            <a:extLst>
              <a:ext uri="{FF2B5EF4-FFF2-40B4-BE49-F238E27FC236}">
                <a16:creationId xmlns:a16="http://schemas.microsoft.com/office/drawing/2014/main" id="{76119366-0C5D-4ECA-AE23-704EAB8808B8}"/>
              </a:ext>
            </a:extLst>
          </p:cNvPr>
          <p:cNvSpPr>
            <a:spLocks noGrp="1"/>
          </p:cNvSpPr>
          <p:nvPr>
            <p:ph type="title"/>
          </p:nvPr>
        </p:nvSpPr>
        <p:spPr/>
        <p:txBody>
          <a:bodyPr/>
          <a:lstStyle/>
          <a:p>
            <a:r>
              <a:rPr lang="en-US" altLang="en-US"/>
              <a:t>Inaccurate data</a:t>
            </a:r>
          </a:p>
        </p:txBody>
      </p:sp>
      <p:sp>
        <p:nvSpPr>
          <p:cNvPr id="43010" name="Content Placeholder 7">
            <a:extLst>
              <a:ext uri="{FF2B5EF4-FFF2-40B4-BE49-F238E27FC236}">
                <a16:creationId xmlns:a16="http://schemas.microsoft.com/office/drawing/2014/main" id="{05D8EB3D-709C-476C-9B7E-BADE6398722D}"/>
              </a:ext>
            </a:extLst>
          </p:cNvPr>
          <p:cNvSpPr>
            <a:spLocks noGrp="1"/>
          </p:cNvSpPr>
          <p:nvPr>
            <p:ph idx="1"/>
          </p:nvPr>
        </p:nvSpPr>
        <p:spPr>
          <a:xfrm>
            <a:off x="457200" y="1295400"/>
            <a:ext cx="8229600" cy="4830763"/>
          </a:xfrm>
        </p:spPr>
        <p:txBody>
          <a:bodyPr/>
          <a:lstStyle/>
          <a:p>
            <a:r>
              <a:rPr lang="en-US" altLang="en-US" sz="2000" dirty="0"/>
              <a:t>Server-side Problems</a:t>
            </a:r>
          </a:p>
          <a:p>
            <a:pPr lvl="1"/>
            <a:r>
              <a:rPr lang="en-US" altLang="en-US" sz="1800" dirty="0"/>
              <a:t>Dynamically assigned IP addresses: cannot tell if this is the same user.</a:t>
            </a:r>
          </a:p>
          <a:p>
            <a:pPr lvl="1"/>
            <a:r>
              <a:rPr lang="en-US" altLang="en-US" sz="1800" dirty="0"/>
              <a:t>Client cached page: server doesn’t get the count if resource is served from the cache.</a:t>
            </a:r>
          </a:p>
          <a:p>
            <a:pPr lvl="1"/>
            <a:r>
              <a:rPr lang="en-US" altLang="en-US" sz="1800" dirty="0"/>
              <a:t>Counting robots &amp; spiders: tools that index your web content being counted as if they were users.</a:t>
            </a:r>
          </a:p>
          <a:p>
            <a:r>
              <a:rPr lang="en-US" altLang="en-US" sz="2000" dirty="0"/>
              <a:t>Client-side Problems</a:t>
            </a:r>
          </a:p>
          <a:p>
            <a:pPr lvl="1"/>
            <a:r>
              <a:rPr lang="en-US" altLang="en-US" sz="1800" dirty="0"/>
              <a:t>Setup errors with </a:t>
            </a:r>
            <a:r>
              <a:rPr lang="en-US" altLang="en-US" sz="1800" dirty="0" err="1"/>
              <a:t>Javascript</a:t>
            </a:r>
            <a:r>
              <a:rPr lang="en-US" altLang="en-US" sz="1800" dirty="0"/>
              <a:t> Tags: the wrong tags could count the wrong resource.</a:t>
            </a:r>
          </a:p>
          <a:p>
            <a:pPr lvl="1"/>
            <a:r>
              <a:rPr lang="en-US" altLang="en-US" sz="1800" dirty="0"/>
              <a:t>Logging </a:t>
            </a:r>
            <a:r>
              <a:rPr lang="en-US" altLang="en-US" sz="1800" dirty="0" err="1"/>
              <a:t>Javascript</a:t>
            </a:r>
            <a:r>
              <a:rPr lang="en-US" altLang="en-US" sz="1800" dirty="0"/>
              <a:t> interferes with content.</a:t>
            </a:r>
          </a:p>
          <a:p>
            <a:pPr lvl="1"/>
            <a:r>
              <a:rPr lang="en-US" altLang="en-US" sz="1800" dirty="0"/>
              <a:t>Firewalls block logging reports.</a:t>
            </a:r>
          </a:p>
          <a:p>
            <a:r>
              <a:rPr lang="en-US" altLang="en-US" sz="2000" dirty="0"/>
              <a:t>Problems for Both</a:t>
            </a:r>
          </a:p>
          <a:p>
            <a:pPr lvl="1"/>
            <a:r>
              <a:rPr lang="en-US" altLang="en-US" sz="1800" dirty="0"/>
              <a:t>Cookies deleted or not supported: hard to track users.</a:t>
            </a:r>
          </a:p>
          <a:p>
            <a:pPr lvl="1"/>
            <a:r>
              <a:rPr lang="en-US" altLang="en-US" sz="1800" dirty="0"/>
              <a:t>Users sharing computers: multiple users with different use patterns.</a:t>
            </a:r>
          </a:p>
          <a:p>
            <a:pPr lvl="1"/>
            <a:r>
              <a:rPr lang="en-US" altLang="en-US" sz="1800" dirty="0"/>
              <a:t>Users using many devices: hard to follow or correlate use across </a:t>
            </a:r>
            <a:r>
              <a:rPr lang="en-US" altLang="en-US" sz="1800"/>
              <a:t>devices.</a:t>
            </a:r>
            <a:endParaRPr lang="en-US" altLang="en-US" sz="2000" dirty="0"/>
          </a:p>
          <a:p>
            <a:endParaRPr lang="en-US" altLang="en-US" dirty="0"/>
          </a:p>
          <a:p>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CE63-322B-4471-82CE-F9FF0D43741E}"/>
              </a:ext>
            </a:extLst>
          </p:cNvPr>
          <p:cNvSpPr>
            <a:spLocks noGrp="1"/>
          </p:cNvSpPr>
          <p:nvPr>
            <p:ph type="title"/>
          </p:nvPr>
        </p:nvSpPr>
        <p:spPr/>
        <p:txBody>
          <a:bodyPr/>
          <a:lstStyle/>
          <a:p>
            <a:r>
              <a:rPr lang="en-US" dirty="0"/>
              <a:t>Privacy Issues</a:t>
            </a:r>
          </a:p>
        </p:txBody>
      </p:sp>
      <p:sp>
        <p:nvSpPr>
          <p:cNvPr id="3" name="Content Placeholder 2">
            <a:extLst>
              <a:ext uri="{FF2B5EF4-FFF2-40B4-BE49-F238E27FC236}">
                <a16:creationId xmlns:a16="http://schemas.microsoft.com/office/drawing/2014/main" id="{CE057964-EE73-4F96-B9D6-5FB41251361A}"/>
              </a:ext>
            </a:extLst>
          </p:cNvPr>
          <p:cNvSpPr>
            <a:spLocks noGrp="1"/>
          </p:cNvSpPr>
          <p:nvPr>
            <p:ph idx="1"/>
          </p:nvPr>
        </p:nvSpPr>
        <p:spPr/>
        <p:txBody>
          <a:bodyPr/>
          <a:lstStyle/>
          <a:p>
            <a:r>
              <a:rPr lang="en-US" dirty="0"/>
              <a:t>Google Analytics is free because Google retains the right to use the data themselves.</a:t>
            </a:r>
          </a:p>
          <a:p>
            <a:pPr lvl="1"/>
            <a:r>
              <a:rPr lang="en-US" dirty="0"/>
              <a:t>Do you want Google to know exactly how many pageviews your site gets and from what locations?</a:t>
            </a:r>
          </a:p>
          <a:p>
            <a:r>
              <a:rPr lang="en-US" dirty="0"/>
              <a:t>Check your service agreements, server-side analytics tools may also grant the provider rights to use your data.</a:t>
            </a:r>
          </a:p>
          <a:p>
            <a:r>
              <a:rPr lang="en-US" dirty="0"/>
              <a:t>The most confidential answer is to deploy an analytics tool dedicated to your site.</a:t>
            </a:r>
          </a:p>
        </p:txBody>
      </p:sp>
      <p:sp>
        <p:nvSpPr>
          <p:cNvPr id="4" name="Oval 3">
            <a:extLst>
              <a:ext uri="{FF2B5EF4-FFF2-40B4-BE49-F238E27FC236}">
                <a16:creationId xmlns:a16="http://schemas.microsoft.com/office/drawing/2014/main" id="{1AF89585-2B89-4539-97F0-34371D0E4CD2}"/>
              </a:ext>
            </a:extLst>
          </p:cNvPr>
          <p:cNvSpPr/>
          <p:nvPr/>
        </p:nvSpPr>
        <p:spPr>
          <a:xfrm>
            <a:off x="8915400" y="6629399"/>
            <a:ext cx="158262" cy="14067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43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C7D9FAA0-DC25-4FC0-BA02-8B37D9B6C8B7}"/>
              </a:ext>
            </a:extLst>
          </p:cNvPr>
          <p:cNvSpPr>
            <a:spLocks noGrp="1"/>
          </p:cNvSpPr>
          <p:nvPr>
            <p:ph type="title"/>
          </p:nvPr>
        </p:nvSpPr>
        <p:spPr/>
        <p:txBody>
          <a:bodyPr/>
          <a:lstStyle/>
          <a:p>
            <a:r>
              <a:rPr lang="en-US" altLang="en-US"/>
              <a:t>AB Testing</a:t>
            </a:r>
          </a:p>
        </p:txBody>
      </p:sp>
      <p:pic>
        <p:nvPicPr>
          <p:cNvPr id="45058" name="Picture 3">
            <a:extLst>
              <a:ext uri="{FF2B5EF4-FFF2-40B4-BE49-F238E27FC236}">
                <a16:creationId xmlns:a16="http://schemas.microsoft.com/office/drawing/2014/main" id="{2F23A624-7AA8-4CCC-8F6F-91185E2E80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778000"/>
            <a:ext cx="91440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53D639F0-3C62-4191-912E-5D45CD584988}"/>
              </a:ext>
            </a:extLst>
          </p:cNvPr>
          <p:cNvSpPr>
            <a:spLocks noGrp="1"/>
          </p:cNvSpPr>
          <p:nvPr>
            <p:ph type="title"/>
          </p:nvPr>
        </p:nvSpPr>
        <p:spPr/>
        <p:txBody>
          <a:bodyPr/>
          <a:lstStyle/>
          <a:p>
            <a:r>
              <a:rPr lang="en-US" altLang="en-US"/>
              <a:t>Search Engine Optimization</a:t>
            </a:r>
          </a:p>
        </p:txBody>
      </p:sp>
      <p:pic>
        <p:nvPicPr>
          <p:cNvPr id="47106" name="Picture 3">
            <a:extLst>
              <a:ext uri="{FF2B5EF4-FFF2-40B4-BE49-F238E27FC236}">
                <a16:creationId xmlns:a16="http://schemas.microsoft.com/office/drawing/2014/main" id="{F9E64A71-1B32-4C3F-9ED9-8B15F0AE4A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1600200"/>
            <a:ext cx="6350000" cy="424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01AA4E6B-2F77-1503-BFFF-8D118528BF92}"/>
              </a:ext>
            </a:extLst>
          </p:cNvPr>
          <p:cNvSpPr txBox="1"/>
          <p:nvPr/>
        </p:nvSpPr>
        <p:spPr>
          <a:xfrm>
            <a:off x="381000" y="6400800"/>
            <a:ext cx="7086600" cy="338554"/>
          </a:xfrm>
          <a:prstGeom prst="rect">
            <a:avLst/>
          </a:prstGeom>
          <a:noFill/>
        </p:spPr>
        <p:txBody>
          <a:bodyPr wrap="square" rtlCol="0">
            <a:spAutoFit/>
          </a:bodyPr>
          <a:lstStyle/>
          <a:p>
            <a:r>
              <a:rPr lang="en-US" altLang="en-US" sz="1600" dirty="0">
                <a:latin typeface="Arial" panose="020B0604020202020204" pitchFamily="34" charset="0"/>
              </a:rPr>
              <a:t>See </a:t>
            </a:r>
            <a:r>
              <a:rPr lang="en-US" altLang="en-US" sz="1600" dirty="0">
                <a:latin typeface="Arial" panose="020B0604020202020204" pitchFamily="34" charset="0"/>
                <a:hlinkClick r:id="rId4"/>
              </a:rPr>
              <a:t>https://moz.com/beginners-guide-to-seo</a:t>
            </a:r>
            <a:r>
              <a:rPr lang="en-US" altLang="en-US" sz="1600" dirty="0">
                <a:latin typeface="Arial" panose="020B0604020202020204" pitchFamily="34" charset="0"/>
              </a:rPr>
              <a:t> for a great introduction to SEO.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FD19F994-9241-4F93-AB36-CD4343E71D44}"/>
              </a:ext>
            </a:extLst>
          </p:cNvPr>
          <p:cNvSpPr>
            <a:spLocks noGrp="1"/>
          </p:cNvSpPr>
          <p:nvPr>
            <p:ph type="title"/>
          </p:nvPr>
        </p:nvSpPr>
        <p:spPr>
          <a:xfrm>
            <a:off x="457200" y="0"/>
            <a:ext cx="8229600" cy="914400"/>
          </a:xfrm>
        </p:spPr>
        <p:txBody>
          <a:bodyPr/>
          <a:lstStyle/>
          <a:p>
            <a:r>
              <a:rPr lang="en-US" altLang="en-US" dirty="0"/>
              <a:t>Study Questions</a:t>
            </a:r>
          </a:p>
        </p:txBody>
      </p:sp>
      <p:sp>
        <p:nvSpPr>
          <p:cNvPr id="51202" name="Content Placeholder 2">
            <a:extLst>
              <a:ext uri="{FF2B5EF4-FFF2-40B4-BE49-F238E27FC236}">
                <a16:creationId xmlns:a16="http://schemas.microsoft.com/office/drawing/2014/main" id="{9123832D-1EB3-4BD0-818B-C49ACC31A608}"/>
              </a:ext>
            </a:extLst>
          </p:cNvPr>
          <p:cNvSpPr>
            <a:spLocks noGrp="1"/>
          </p:cNvSpPr>
          <p:nvPr>
            <p:ph idx="1"/>
          </p:nvPr>
        </p:nvSpPr>
        <p:spPr>
          <a:xfrm>
            <a:off x="457200" y="990600"/>
            <a:ext cx="8229600" cy="5410200"/>
          </a:xfrm>
        </p:spPr>
        <p:txBody>
          <a:bodyPr/>
          <a:lstStyle/>
          <a:p>
            <a:r>
              <a:rPr lang="en-US" altLang="en-US" dirty="0"/>
              <a:t>What is social media?</a:t>
            </a:r>
          </a:p>
          <a:p>
            <a:r>
              <a:rPr lang="en-US" altLang="en-US" dirty="0"/>
              <a:t>What is the difference between client- and server-side analytics?</a:t>
            </a:r>
          </a:p>
          <a:p>
            <a:r>
              <a:rPr lang="en-US" altLang="en-US" dirty="0"/>
              <a:t>What are the sources of analytics data?</a:t>
            </a:r>
          </a:p>
          <a:p>
            <a:r>
              <a:rPr lang="en-US" altLang="en-US" dirty="0"/>
              <a:t>What errors are there in the data for:</a:t>
            </a:r>
          </a:p>
          <a:p>
            <a:pPr lvl="1"/>
            <a:r>
              <a:rPr lang="en-US" altLang="en-US" dirty="0"/>
              <a:t>Client-side analytics tools</a:t>
            </a:r>
          </a:p>
          <a:p>
            <a:pPr lvl="1"/>
            <a:r>
              <a:rPr lang="en-US" altLang="en-US" dirty="0"/>
              <a:t>Server-side analytics tools</a:t>
            </a:r>
          </a:p>
          <a:p>
            <a:r>
              <a:rPr lang="en-US" altLang="en-US" dirty="0"/>
              <a:t>What privacy issues should you consider when choosing analytics tools? </a:t>
            </a:r>
          </a:p>
          <a:p>
            <a:r>
              <a:rPr lang="en-US" altLang="en-US" dirty="0"/>
              <a:t>List several reasons to use </a:t>
            </a:r>
            <a:r>
              <a:rPr lang="en-US" altLang="en-US"/>
              <a:t>analytics tools.</a:t>
            </a:r>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1053</TotalTime>
  <Words>1374</Words>
  <Application>Microsoft Office PowerPoint</Application>
  <PresentationFormat>On-screen Show (4:3)</PresentationFormat>
  <Paragraphs>135</Paragraphs>
  <Slides>24</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Arial Black</vt:lpstr>
      <vt:lpstr>Calibri</vt:lpstr>
      <vt:lpstr>Times New Roman</vt:lpstr>
      <vt:lpstr>Wingdings</vt:lpstr>
      <vt:lpstr>Office Theme</vt:lpstr>
      <vt:lpstr>Social Media and Web Analytics</vt:lpstr>
      <vt:lpstr>Social Media</vt:lpstr>
      <vt:lpstr>What is Social Media?</vt:lpstr>
      <vt:lpstr>PowerPoint Presentation</vt:lpstr>
      <vt:lpstr>PowerPoint Presentation</vt:lpstr>
      <vt:lpstr>PowerPoint Presentation</vt:lpstr>
      <vt:lpstr>Preparing a Web Page for Social Media Sharing</vt:lpstr>
      <vt:lpstr>Social Media Meta Tags</vt:lpstr>
      <vt:lpstr>Web Analytics</vt:lpstr>
      <vt:lpstr>Patterns are left behind</vt:lpstr>
      <vt:lpstr>PowerPoint Presentation</vt:lpstr>
      <vt:lpstr>Why Analyze Data?</vt:lpstr>
      <vt:lpstr>Google Analytics</vt:lpstr>
      <vt:lpstr>PowerPoint Presentation</vt:lpstr>
      <vt:lpstr>Where does data come from?</vt:lpstr>
      <vt:lpstr>Client-Side Data Collection</vt:lpstr>
      <vt:lpstr>Google Analytics Data Collection</vt:lpstr>
      <vt:lpstr>Server-Side Data Collection</vt:lpstr>
      <vt:lpstr>Comparison</vt:lpstr>
      <vt:lpstr>Inaccurate data</vt:lpstr>
      <vt:lpstr>Privacy Issues</vt:lpstr>
      <vt:lpstr>AB Testing</vt:lpstr>
      <vt:lpstr>Search Engine Optimization</vt:lpstr>
      <vt:lpstr>Study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&amp; Social Media Analytics</dc:title>
  <dc:creator>Brandt Redd</dc:creator>
  <cp:lastModifiedBy>Brandt Redd</cp:lastModifiedBy>
  <cp:revision>3</cp:revision>
  <dcterms:created xsi:type="dcterms:W3CDTF">2020-11-16T05:15:28Z</dcterms:created>
  <dcterms:modified xsi:type="dcterms:W3CDTF">2025-03-30T22:01:20Z</dcterms:modified>
</cp:coreProperties>
</file>