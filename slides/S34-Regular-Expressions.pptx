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304" r:id="rId3"/>
    <p:sldId id="257" r:id="rId4"/>
    <p:sldId id="266" r:id="rId5"/>
    <p:sldId id="306" r:id="rId6"/>
    <p:sldId id="258" r:id="rId7"/>
    <p:sldId id="291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62"/>
    <p:restoredTop sz="86918" autoAdjust="0"/>
  </p:normalViewPr>
  <p:slideViewPr>
    <p:cSldViewPr snapToGrid="0">
      <p:cViewPr varScale="1">
        <p:scale>
          <a:sx n="88" d="100"/>
          <a:sy n="88" d="100"/>
        </p:scale>
        <p:origin x="1317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AA10E29C-766A-4547-8407-E75526C7545E}"/>
    <pc:docChg chg="modSld">
      <pc:chgData name="Brandt Redd" userId="be8ed540b98adac0" providerId="LiveId" clId="{AA10E29C-766A-4547-8407-E75526C7545E}" dt="2025-03-05T16:28:29.004" v="1" actId="20577"/>
      <pc:docMkLst>
        <pc:docMk/>
      </pc:docMkLst>
      <pc:sldChg chg="modSp mod">
        <pc:chgData name="Brandt Redd" userId="be8ed540b98adac0" providerId="LiveId" clId="{AA10E29C-766A-4547-8407-E75526C7545E}" dt="2025-03-05T16:28:29.004" v="1" actId="20577"/>
        <pc:sldMkLst>
          <pc:docMk/>
          <pc:sldMk cId="956496853" sldId="256"/>
        </pc:sldMkLst>
        <pc:spChg chg="mod">
          <ac:chgData name="Brandt Redd" userId="be8ed540b98adac0" providerId="LiveId" clId="{AA10E29C-766A-4547-8407-E75526C7545E}" dt="2025-03-05T16:28:29.004" v="1" actId="20577"/>
          <ac:spMkLst>
            <pc:docMk/>
            <pc:sldMk cId="956496853" sldId="256"/>
            <ac:spMk id="3" creationId="{00000000-0000-0000-0000-000000000000}"/>
          </ac:spMkLst>
        </pc:spChg>
      </pc:sldChg>
    </pc:docChg>
  </pc:docChgLst>
  <pc:docChgLst>
    <pc:chgData name="Brandt Redd" userId="be8ed540b98adac0" providerId="LiveId" clId="{BFAA4CBB-1054-4933-A1CF-8746D1685271}"/>
    <pc:docChg chg="undo custSel addSld delSld modSld">
      <pc:chgData name="Brandt Redd" userId="be8ed540b98adac0" providerId="LiveId" clId="{BFAA4CBB-1054-4933-A1CF-8746D1685271}" dt="2020-11-09T15:09:24.037" v="838" actId="20577"/>
      <pc:docMkLst>
        <pc:docMk/>
      </pc:docMkLst>
      <pc:sldChg chg="modSp mod">
        <pc:chgData name="Brandt Redd" userId="be8ed540b98adac0" providerId="LiveId" clId="{BFAA4CBB-1054-4933-A1CF-8746D1685271}" dt="2020-11-09T05:03:03.986" v="8" actId="20577"/>
        <pc:sldMkLst>
          <pc:docMk/>
          <pc:sldMk cId="956496853" sldId="256"/>
        </pc:sldMkLst>
      </pc:sldChg>
      <pc:sldChg chg="modSp mod">
        <pc:chgData name="Brandt Redd" userId="be8ed540b98adac0" providerId="LiveId" clId="{BFAA4CBB-1054-4933-A1CF-8746D1685271}" dt="2020-11-09T07:07:02.910" v="818" actId="20577"/>
        <pc:sldMkLst>
          <pc:docMk/>
          <pc:sldMk cId="2066435762" sldId="257"/>
        </pc:sldMkLst>
      </pc:sldChg>
      <pc:sldChg chg="modSp mod">
        <pc:chgData name="Brandt Redd" userId="be8ed540b98adac0" providerId="LiveId" clId="{BFAA4CBB-1054-4933-A1CF-8746D1685271}" dt="2020-11-09T14:18:06.812" v="837" actId="20577"/>
        <pc:sldMkLst>
          <pc:docMk/>
          <pc:sldMk cId="2851748319" sldId="258"/>
        </pc:sldMkLst>
      </pc:sldChg>
      <pc:sldChg chg="modSp mod">
        <pc:chgData name="Brandt Redd" userId="be8ed540b98adac0" providerId="LiveId" clId="{BFAA4CBB-1054-4933-A1CF-8746D1685271}" dt="2020-11-09T06:19:57.917" v="292" actId="6549"/>
        <pc:sldMkLst>
          <pc:docMk/>
          <pc:sldMk cId="2114574070" sldId="259"/>
        </pc:sldMkLst>
      </pc:sldChg>
      <pc:sldChg chg="modSp mod">
        <pc:chgData name="Brandt Redd" userId="be8ed540b98adac0" providerId="LiveId" clId="{BFAA4CBB-1054-4933-A1CF-8746D1685271}" dt="2020-11-09T06:22:22.001" v="430" actId="20577"/>
        <pc:sldMkLst>
          <pc:docMk/>
          <pc:sldMk cId="3212119450" sldId="261"/>
        </pc:sldMkLst>
      </pc:sldChg>
      <pc:sldChg chg="modSp mod">
        <pc:chgData name="Brandt Redd" userId="be8ed540b98adac0" providerId="LiveId" clId="{BFAA4CBB-1054-4933-A1CF-8746D1685271}" dt="2020-11-09T06:23:45.563" v="432" actId="20577"/>
        <pc:sldMkLst>
          <pc:docMk/>
          <pc:sldMk cId="837688727" sldId="262"/>
        </pc:sldMkLst>
      </pc:sldChg>
      <pc:sldChg chg="modSp mod">
        <pc:chgData name="Brandt Redd" userId="be8ed540b98adac0" providerId="LiveId" clId="{BFAA4CBB-1054-4933-A1CF-8746D1685271}" dt="2020-11-09T15:09:24.037" v="838" actId="20577"/>
        <pc:sldMkLst>
          <pc:docMk/>
          <pc:sldMk cId="1454060273" sldId="266"/>
        </pc:sldMkLst>
      </pc:sldChg>
      <pc:sldChg chg="modSp mod">
        <pc:chgData name="Brandt Redd" userId="be8ed540b98adac0" providerId="LiveId" clId="{BFAA4CBB-1054-4933-A1CF-8746D1685271}" dt="2020-11-09T07:03:43.685" v="817" actId="27636"/>
        <pc:sldMkLst>
          <pc:docMk/>
          <pc:sldMk cId="1530266260" sldId="269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568062038" sldId="270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2658449834" sldId="271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2784828894" sldId="272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2047321338" sldId="273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400150349" sldId="274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2378035291" sldId="275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3028053491" sldId="276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4130493188" sldId="277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3223187665" sldId="278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151110647" sldId="279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978352839" sldId="280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3928588021" sldId="281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3460351223" sldId="282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732598787" sldId="283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65476181" sldId="284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360933514" sldId="285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975448690" sldId="286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297274932" sldId="287"/>
        </pc:sldMkLst>
      </pc:sldChg>
      <pc:sldChg chg="del">
        <pc:chgData name="Brandt Redd" userId="be8ed540b98adac0" providerId="LiveId" clId="{BFAA4CBB-1054-4933-A1CF-8746D1685271}" dt="2020-11-09T05:03:49.412" v="36" actId="47"/>
        <pc:sldMkLst>
          <pc:docMk/>
          <pc:sldMk cId="1297855983" sldId="288"/>
        </pc:sldMkLst>
      </pc:sldChg>
      <pc:sldChg chg="modSp new mod">
        <pc:chgData name="Brandt Redd" userId="be8ed540b98adac0" providerId="LiveId" clId="{BFAA4CBB-1054-4933-A1CF-8746D1685271}" dt="2020-11-09T06:45:50.144" v="708" actId="20577"/>
        <pc:sldMkLst>
          <pc:docMk/>
          <pc:sldMk cId="2162088450" sldId="289"/>
        </pc:sldMkLst>
      </pc:sldChg>
      <pc:sldChg chg="addSp delSp modSp new mod">
        <pc:chgData name="Brandt Redd" userId="be8ed540b98adac0" providerId="LiveId" clId="{BFAA4CBB-1054-4933-A1CF-8746D1685271}" dt="2020-11-09T06:51:50.738" v="733" actId="1076"/>
        <pc:sldMkLst>
          <pc:docMk/>
          <pc:sldMk cId="2339968767" sldId="290"/>
        </pc:sldMkLst>
      </pc:sldChg>
      <pc:sldChg chg="modSp new mod">
        <pc:chgData name="Brandt Redd" userId="be8ed540b98adac0" providerId="LiveId" clId="{BFAA4CBB-1054-4933-A1CF-8746D1685271}" dt="2020-11-09T05:10:06.420" v="280" actId="14100"/>
        <pc:sldMkLst>
          <pc:docMk/>
          <pc:sldMk cId="217317035" sldId="291"/>
        </pc:sldMkLst>
      </pc:sldChg>
      <pc:sldChg chg="addSp delSp modSp new mod modClrScheme chgLayout">
        <pc:chgData name="Brandt Redd" userId="be8ed540b98adac0" providerId="LiveId" clId="{BFAA4CBB-1054-4933-A1CF-8746D1685271}" dt="2020-11-09T07:03:10.688" v="743" actId="1076"/>
        <pc:sldMkLst>
          <pc:docMk/>
          <pc:sldMk cId="1032181287" sldId="292"/>
        </pc:sldMkLst>
      </pc:sldChg>
    </pc:docChg>
  </pc:docChgLst>
  <pc:docChgLst>
    <pc:chgData name="Brandt Redd" userId="be8ed540b98adac0" providerId="LiveId" clId="{5F13B792-8F90-4051-908F-7CF6D97F8B35}"/>
    <pc:docChg chg="custSel addSld delSld modSld">
      <pc:chgData name="Brandt Redd" userId="be8ed540b98adac0" providerId="LiveId" clId="{5F13B792-8F90-4051-908F-7CF6D97F8B35}" dt="2021-03-22T14:55:20.096" v="1638" actId="20577"/>
      <pc:docMkLst>
        <pc:docMk/>
      </pc:docMkLst>
      <pc:sldChg chg="addSp modSp mod">
        <pc:chgData name="Brandt Redd" userId="be8ed540b98adac0" providerId="LiveId" clId="{5F13B792-8F90-4051-908F-7CF6D97F8B35}" dt="2021-03-22T03:25:55.563" v="1036" actId="1076"/>
        <pc:sldMkLst>
          <pc:docMk/>
          <pc:sldMk cId="2114574070" sldId="259"/>
        </pc:sldMkLst>
      </pc:sldChg>
      <pc:sldChg chg="modSp mod">
        <pc:chgData name="Brandt Redd" userId="be8ed540b98adac0" providerId="LiveId" clId="{5F13B792-8F90-4051-908F-7CF6D97F8B35}" dt="2021-03-22T14:55:20.096" v="1638" actId="20577"/>
        <pc:sldMkLst>
          <pc:docMk/>
          <pc:sldMk cId="3212119450" sldId="261"/>
        </pc:sldMkLst>
      </pc:sldChg>
      <pc:sldChg chg="modSp add mod">
        <pc:chgData name="Brandt Redd" userId="be8ed540b98adac0" providerId="LiveId" clId="{5F13B792-8F90-4051-908F-7CF6D97F8B35}" dt="2021-03-22T03:15:26.442" v="397" actId="20577"/>
        <pc:sldMkLst>
          <pc:docMk/>
          <pc:sldMk cId="2980753826" sldId="277"/>
        </pc:sldMkLst>
      </pc:sldChg>
      <pc:sldChg chg="modSp mod">
        <pc:chgData name="Brandt Redd" userId="be8ed540b98adac0" providerId="LiveId" clId="{5F13B792-8F90-4051-908F-7CF6D97F8B35}" dt="2021-03-22T13:24:05.563" v="1635" actId="20577"/>
        <pc:sldMkLst>
          <pc:docMk/>
          <pc:sldMk cId="2162088450" sldId="289"/>
        </pc:sldMkLst>
      </pc:sldChg>
      <pc:sldChg chg="del">
        <pc:chgData name="Brandt Redd" userId="be8ed540b98adac0" providerId="LiveId" clId="{5F13B792-8F90-4051-908F-7CF6D97F8B35}" dt="2021-03-22T03:12:17.100" v="25" actId="47"/>
        <pc:sldMkLst>
          <pc:docMk/>
          <pc:sldMk cId="2339968767" sldId="290"/>
        </pc:sldMkLst>
      </pc:sldChg>
      <pc:sldChg chg="modSp mod">
        <pc:chgData name="Brandt Redd" userId="be8ed540b98adac0" providerId="LiveId" clId="{5F13B792-8F90-4051-908F-7CF6D97F8B35}" dt="2021-03-22T06:24:27.281" v="1542" actId="20577"/>
        <pc:sldMkLst>
          <pc:docMk/>
          <pc:sldMk cId="217317035" sldId="291"/>
        </pc:sldMkLst>
      </pc:sldChg>
      <pc:sldChg chg="delSp modSp add mod">
        <pc:chgData name="Brandt Redd" userId="be8ed540b98adac0" providerId="LiveId" clId="{5F13B792-8F90-4051-908F-7CF6D97F8B35}" dt="2021-03-22T13:24:15.786" v="1636" actId="478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ABEB1B56-9DFB-4114-876A-9BE379EDEE70}"/>
    <pc:docChg chg="modSld">
      <pc:chgData name="Brandt Redd" userId="be8ed540b98adac0" providerId="LiveId" clId="{ABEB1B56-9DFB-4114-876A-9BE379EDEE70}" dt="2022-03-16T04:34:34.628" v="2" actId="729"/>
      <pc:docMkLst>
        <pc:docMk/>
      </pc:docMkLst>
      <pc:sldChg chg="addSp modSp mod">
        <pc:chgData name="Brandt Redd" userId="be8ed540b98adac0" providerId="LiveId" clId="{ABEB1B56-9DFB-4114-876A-9BE379EDEE70}" dt="2022-03-15T18:48:53.451" v="1" actId="13822"/>
        <pc:sldMkLst>
          <pc:docMk/>
          <pc:sldMk cId="2114574070" sldId="259"/>
        </pc:sldMkLst>
      </pc:sldChg>
      <pc:sldChg chg="mod modShow">
        <pc:chgData name="Brandt Redd" userId="be8ed540b98adac0" providerId="LiveId" clId="{ABEB1B56-9DFB-4114-876A-9BE379EDEE70}" dt="2022-03-16T04:34:34.628" v="2" actId="729"/>
        <pc:sldMkLst>
          <pc:docMk/>
          <pc:sldMk cId="1032181287" sldId="292"/>
        </pc:sldMkLst>
      </pc:sldChg>
    </pc:docChg>
  </pc:docChgLst>
  <pc:docChgLst>
    <pc:chgData name="Brandt Redd" userId="be8ed540b98adac0" providerId="LiveId" clId="{502F2886-D48D-4C70-9DD3-C225AAA7FD80}"/>
    <pc:docChg chg="undo redo custSel addSld delSld modSld">
      <pc:chgData name="Brandt Redd" userId="be8ed540b98adac0" providerId="LiveId" clId="{502F2886-D48D-4C70-9DD3-C225AAA7FD80}" dt="2023-12-04T04:18:12.298" v="1971" actId="47"/>
      <pc:docMkLst>
        <pc:docMk/>
      </pc:docMkLst>
      <pc:sldChg chg="modSp mod">
        <pc:chgData name="Brandt Redd" userId="be8ed540b98adac0" providerId="LiveId" clId="{502F2886-D48D-4C70-9DD3-C225AAA7FD80}" dt="2023-11-13T16:24:16.342" v="3" actId="20577"/>
        <pc:sldMkLst>
          <pc:docMk/>
          <pc:sldMk cId="956496853" sldId="256"/>
        </pc:sldMkLst>
      </pc:sldChg>
      <pc:sldChg chg="modSp mod">
        <pc:chgData name="Brandt Redd" userId="be8ed540b98adac0" providerId="LiveId" clId="{502F2886-D48D-4C70-9DD3-C225AAA7FD80}" dt="2023-12-04T04:10:45.934" v="1578" actId="14100"/>
        <pc:sldMkLst>
          <pc:docMk/>
          <pc:sldMk cId="2851748319" sldId="258"/>
        </pc:sldMkLst>
      </pc:sldChg>
      <pc:sldChg chg="del">
        <pc:chgData name="Brandt Redd" userId="be8ed540b98adac0" providerId="LiveId" clId="{502F2886-D48D-4C70-9DD3-C225AAA7FD80}" dt="2023-12-04T04:11:09.714" v="1580" actId="47"/>
        <pc:sldMkLst>
          <pc:docMk/>
          <pc:sldMk cId="2114574070" sldId="259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3387265039" sldId="260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2375218594" sldId="261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3003817905" sldId="262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1948995670" sldId="263"/>
        </pc:sldMkLst>
      </pc:sldChg>
      <pc:sldChg chg="del">
        <pc:chgData name="Brandt Redd" userId="be8ed540b98adac0" providerId="LiveId" clId="{502F2886-D48D-4C70-9DD3-C225AAA7FD80}" dt="2023-12-04T04:12:14.616" v="1609" actId="47"/>
        <pc:sldMkLst>
          <pc:docMk/>
          <pc:sldMk cId="104434935" sldId="264"/>
        </pc:sldMkLst>
      </pc:sldChg>
      <pc:sldChg chg="del">
        <pc:chgData name="Brandt Redd" userId="be8ed540b98adac0" providerId="LiveId" clId="{502F2886-D48D-4C70-9DD3-C225AAA7FD80}" dt="2023-12-04T04:12:08.515" v="1608" actId="47"/>
        <pc:sldMkLst>
          <pc:docMk/>
          <pc:sldMk cId="88078150" sldId="265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3054110658" sldId="267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2786194258" sldId="268"/>
        </pc:sldMkLst>
      </pc:sldChg>
      <pc:sldChg chg="modSp mod">
        <pc:chgData name="Brandt Redd" userId="be8ed540b98adac0" providerId="LiveId" clId="{502F2886-D48D-4C70-9DD3-C225AAA7FD80}" dt="2023-12-04T04:12:58.584" v="1683" actId="14100"/>
        <pc:sldMkLst>
          <pc:docMk/>
          <pc:sldMk cId="1530266260" sldId="269"/>
        </pc:sldMkLst>
      </pc:sldChg>
      <pc:sldChg chg="del">
        <pc:chgData name="Brandt Redd" userId="be8ed540b98adac0" providerId="LiveId" clId="{502F2886-D48D-4C70-9DD3-C225AAA7FD80}" dt="2023-12-04T04:12:38.597" v="1610" actId="47"/>
        <pc:sldMkLst>
          <pc:docMk/>
          <pc:sldMk cId="3689263025" sldId="305"/>
        </pc:sldMkLst>
      </pc:sldChg>
      <pc:sldChg chg="modSp mod">
        <pc:chgData name="Brandt Redd" userId="be8ed540b98adac0" providerId="LiveId" clId="{502F2886-D48D-4C70-9DD3-C225AAA7FD80}" dt="2023-12-04T04:17:55.016" v="1970" actId="20577"/>
        <pc:sldMkLst>
          <pc:docMk/>
          <pc:sldMk cId="2163445048" sldId="306"/>
        </pc:sldMkLst>
      </pc:sldChg>
      <pc:sldChg chg="new del">
        <pc:chgData name="Brandt Redd" userId="be8ed540b98adac0" providerId="LiveId" clId="{502F2886-D48D-4C70-9DD3-C225AAA7FD80}" dt="2023-12-04T04:18:12.298" v="1971" actId="47"/>
        <pc:sldMkLst>
          <pc:docMk/>
          <pc:sldMk cId="438172810" sldId="307"/>
        </pc:sldMkLst>
      </pc:sldChg>
      <pc:sldChg chg="modSp new del mod">
        <pc:chgData name="Brandt Redd" userId="be8ed540b98adac0" providerId="LiveId" clId="{502F2886-D48D-4C70-9DD3-C225AAA7FD80}" dt="2023-12-04T04:12:38.597" v="1610" actId="47"/>
        <pc:sldMkLst>
          <pc:docMk/>
          <pc:sldMk cId="4170685223" sldId="307"/>
        </pc:sldMkLst>
      </pc:sldChg>
      <pc:sldChg chg="add del">
        <pc:chgData name="Brandt Redd" userId="be8ed540b98adac0" providerId="LiveId" clId="{502F2886-D48D-4C70-9DD3-C225AAA7FD80}" dt="2023-12-04T04:10:59.935" v="1579" actId="47"/>
        <pc:sldMkLst>
          <pc:docMk/>
          <pc:sldMk cId="377328923" sldId="308"/>
        </pc:sldMkLst>
      </pc:sldChg>
    </pc:docChg>
  </pc:docChgLst>
  <pc:docChgLst>
    <pc:chgData name="Brandt Redd" userId="be8ed540b98adac0" providerId="LiveId" clId="{2D32128C-7AEE-48E8-B54B-C8CF31A7676F}"/>
    <pc:docChg chg="undo redo custSel addSld delSld modSld">
      <pc:chgData name="Brandt Redd" userId="be8ed540b98adac0" providerId="LiveId" clId="{2D32128C-7AEE-48E8-B54B-C8CF31A7676F}" dt="2021-11-08T15:20:10.005" v="308" actId="313"/>
      <pc:docMkLst>
        <pc:docMk/>
      </pc:docMkLst>
      <pc:sldChg chg="modSp mod">
        <pc:chgData name="Brandt Redd" userId="be8ed540b98adac0" providerId="LiveId" clId="{2D32128C-7AEE-48E8-B54B-C8CF31A7676F}" dt="2021-11-07T14:39:50.305" v="1" actId="20577"/>
        <pc:sldMkLst>
          <pc:docMk/>
          <pc:sldMk cId="956496853" sldId="256"/>
        </pc:sldMkLst>
      </pc:sldChg>
      <pc:sldChg chg="modSp mod">
        <pc:chgData name="Brandt Redd" userId="be8ed540b98adac0" providerId="LiveId" clId="{2D32128C-7AEE-48E8-B54B-C8CF31A7676F}" dt="2021-11-08T07:31:53.476" v="10" actId="27636"/>
        <pc:sldMkLst>
          <pc:docMk/>
          <pc:sldMk cId="2066435762" sldId="257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3061032900" sldId="260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3387265039" sldId="260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2375218594" sldId="261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3212119450" sldId="261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837688727" sldId="262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3003817905" sldId="262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1948995670" sldId="263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2843735698" sldId="263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104434935" sldId="264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3695247379" sldId="264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88078150" sldId="265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2139073247" sldId="265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3054110658" sldId="267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3967022909" sldId="267"/>
        </pc:sldMkLst>
      </pc:sldChg>
      <pc:sldChg chg="del">
        <pc:chgData name="Brandt Redd" userId="be8ed540b98adac0" providerId="LiveId" clId="{2D32128C-7AEE-48E8-B54B-C8CF31A7676F}" dt="2021-11-08T07:37:23.373" v="30" actId="2696"/>
        <pc:sldMkLst>
          <pc:docMk/>
          <pc:sldMk cId="32386840" sldId="268"/>
        </pc:sldMkLst>
      </pc:sldChg>
      <pc:sldChg chg="add">
        <pc:chgData name="Brandt Redd" userId="be8ed540b98adac0" providerId="LiveId" clId="{2D32128C-7AEE-48E8-B54B-C8CF31A7676F}" dt="2021-11-08T07:37:26.559" v="31"/>
        <pc:sldMkLst>
          <pc:docMk/>
          <pc:sldMk cId="2786194258" sldId="268"/>
        </pc:sldMkLst>
      </pc:sldChg>
      <pc:sldChg chg="del">
        <pc:chgData name="Brandt Redd" userId="be8ed540b98adac0" providerId="LiveId" clId="{2D32128C-7AEE-48E8-B54B-C8CF31A7676F}" dt="2021-11-08T07:30:26.239" v="2" actId="47"/>
        <pc:sldMkLst>
          <pc:docMk/>
          <pc:sldMk cId="2980753826" sldId="277"/>
        </pc:sldMkLst>
      </pc:sldChg>
      <pc:sldChg chg="del">
        <pc:chgData name="Brandt Redd" userId="be8ed540b98adac0" providerId="LiveId" clId="{2D32128C-7AEE-48E8-B54B-C8CF31A7676F}" dt="2021-11-08T07:30:39.867" v="3" actId="47"/>
        <pc:sldMkLst>
          <pc:docMk/>
          <pc:sldMk cId="2162088450" sldId="289"/>
        </pc:sldMkLst>
      </pc:sldChg>
      <pc:sldChg chg="modSp mod">
        <pc:chgData name="Brandt Redd" userId="be8ed540b98adac0" providerId="LiveId" clId="{2D32128C-7AEE-48E8-B54B-C8CF31A7676F}" dt="2021-11-08T07:36:27.371" v="29" actId="14100"/>
        <pc:sldMkLst>
          <pc:docMk/>
          <pc:sldMk cId="217317035" sldId="291"/>
        </pc:sldMkLst>
      </pc:sldChg>
      <pc:sldChg chg="addSp delSp modSp new mod modClrScheme chgLayout">
        <pc:chgData name="Brandt Redd" userId="be8ed540b98adac0" providerId="LiveId" clId="{2D32128C-7AEE-48E8-B54B-C8CF31A7676F}" dt="2021-11-08T07:38:04.742" v="152" actId="20577"/>
        <pc:sldMkLst>
          <pc:docMk/>
          <pc:sldMk cId="3689263025" sldId="305"/>
        </pc:sldMkLst>
      </pc:sldChg>
      <pc:sldChg chg="modSp new mod">
        <pc:chgData name="Brandt Redd" userId="be8ed540b98adac0" providerId="LiveId" clId="{2D32128C-7AEE-48E8-B54B-C8CF31A7676F}" dt="2021-11-08T15:20:10.005" v="308" actId="313"/>
        <pc:sldMkLst>
          <pc:docMk/>
          <pc:sldMk cId="2163445048" sldId="306"/>
        </pc:sldMkLst>
      </pc:sldChg>
    </pc:docChg>
  </pc:docChgLst>
  <pc:docChgLst>
    <pc:chgData name="Brandt Redd" userId="be8ed540b98adac0" providerId="LiveId" clId="{61E81736-1B07-4C9C-884D-2ACAA69DE8C0}"/>
    <pc:docChg chg="modSld sldOrd">
      <pc:chgData name="Brandt Redd" userId="be8ed540b98adac0" providerId="LiveId" clId="{61E81736-1B07-4C9C-884D-2ACAA69DE8C0}" dt="2025-04-07T13:59:36.859" v="1"/>
      <pc:docMkLst>
        <pc:docMk/>
      </pc:docMkLst>
      <pc:sldChg chg="ord">
        <pc:chgData name="Brandt Redd" userId="be8ed540b98adac0" providerId="LiveId" clId="{61E81736-1B07-4C9C-884D-2ACAA69DE8C0}" dt="2025-04-07T13:59:36.859" v="1"/>
        <pc:sldMkLst>
          <pc:docMk/>
          <pc:sldMk cId="2851748319" sldId="258"/>
        </pc:sldMkLst>
      </pc:sldChg>
    </pc:docChg>
  </pc:docChgLst>
  <pc:docChgLst>
    <pc:chgData name="Brandt Redd" userId="be8ed540b98adac0" providerId="LiveId" clId="{5EA888BC-8FA5-450B-9BE7-1B99510AB765}"/>
    <pc:docChg chg="delSld">
      <pc:chgData name="Brandt Redd" userId="be8ed540b98adac0" providerId="LiveId" clId="{5EA888BC-8FA5-450B-9BE7-1B99510AB765}" dt="2022-11-07T01:59:39.674" v="0" actId="47"/>
      <pc:docMkLst>
        <pc:docMk/>
      </pc:docMkLst>
      <pc:sldChg chg="del">
        <pc:chgData name="Brandt Redd" userId="be8ed540b98adac0" providerId="LiveId" clId="{5EA888BC-8FA5-450B-9BE7-1B99510AB765}" dt="2022-11-07T01:59:39.674" v="0" actId="47"/>
        <pc:sldMkLst>
          <pc:docMk/>
          <pc:sldMk cId="1032181287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35723-E761-4C01-BAE6-493B84414545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5F715-130B-4A8E-A9C8-18358F1D6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0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* wildcard matches 0 or more instances</a:t>
            </a:r>
            <a:r>
              <a:rPr lang="en-US" baseline="0" dirty="0"/>
              <a:t> of the letter preceding it (“s” in this example).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5F715-130B-4A8E-A9C8-18358F1D62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0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that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end of the slide has the recursive command (-r) since you’ll want to search through all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subfolders as well. The -</a:t>
            </a:r>
            <a:r>
              <a:rPr lang="en-US" sz="1200" b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command makes the search not be case sensitive (which it is by default). The . at the very end suggests that the input for the command should be the current directory (and since -r is included all of the subdirectories). Technically this is optional.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5F715-130B-4A8E-A9C8-18358F1D62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8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http://</a:t>
            </a:r>
            <a:r>
              <a:rPr lang="en-US" dirty="0" err="1"/>
              <a:t>docs.python.org</a:t>
            </a:r>
            <a:r>
              <a:rPr lang="en-US" dirty="0"/>
              <a:t>/2/library/</a:t>
            </a:r>
            <a:r>
              <a:rPr lang="en-US" dirty="0" err="1"/>
              <a:t>re.html</a:t>
            </a:r>
            <a:r>
              <a:rPr lang="en-US" dirty="0"/>
              <a:t> for documentation of</a:t>
            </a:r>
            <a:r>
              <a:rPr lang="en-US" baseline="0" dirty="0"/>
              <a:t> the RE module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A5F715-130B-4A8E-A9C8-18358F1D62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4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4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9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3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2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1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2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BE1C0-46F7-45B5-BB5F-68847F37112B}" type="datetimeFigureOut">
              <a:rPr lang="en-US" smtClean="0"/>
              <a:t>04/06/2025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8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nix.com/~elflord/unix/grep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yu-itc-210.github.io/walkthrough/Rege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05001"/>
            <a:ext cx="9144000" cy="1447800"/>
          </a:xfrm>
        </p:spPr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1066800"/>
          </a:xfrm>
        </p:spPr>
        <p:txBody>
          <a:bodyPr/>
          <a:lstStyle/>
          <a:p>
            <a:r>
              <a:rPr lang="en-US" dirty="0"/>
              <a:t>IT&amp;C 210B – S34</a:t>
            </a:r>
          </a:p>
        </p:txBody>
      </p:sp>
    </p:spTree>
    <p:extLst>
      <p:ext uri="{BB962C8B-B14F-4D97-AF65-F5344CB8AC3E}">
        <p14:creationId xmlns:p14="http://schemas.microsoft.com/office/powerpoint/2010/main" val="95649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4436269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Regular Expressions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985514"/>
              </p:ext>
            </p:extLst>
          </p:nvPr>
        </p:nvGraphicFramePr>
        <p:xfrm>
          <a:off x="463878" y="1178719"/>
          <a:ext cx="8229600" cy="42183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91478">
                <a:tc>
                  <a:txBody>
                    <a:bodyPr/>
                    <a:lstStyle/>
                    <a:p>
                      <a:r>
                        <a:rPr lang="en-US" sz="2000" b="1" dirty="0"/>
                        <a:t>Language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Pattern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91478">
                <a:tc>
                  <a:txBody>
                    <a:bodyPr/>
                    <a:lstStyle/>
                    <a:p>
                      <a:r>
                        <a:rPr lang="en-US" sz="2000" b="1" dirty="0"/>
                        <a:t>Runtime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Interpreted or Compiled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408319">
                <a:tc>
                  <a:txBody>
                    <a:bodyPr/>
                    <a:lstStyle/>
                    <a:p>
                      <a:r>
                        <a:rPr lang="en-US" sz="2000" b="1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Numbered or named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r>
                        <a:rPr lang="en-US" sz="2000" b="1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 string of characters and patterns to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391478">
                <a:tc>
                  <a:txBody>
                    <a:bodyPr/>
                    <a:lstStyle/>
                    <a:p>
                      <a:r>
                        <a:rPr lang="en-US" sz="2000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  <a:tr h="12915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Other Features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/>
                        <a:t>Included in numerous programming languages or their libraries including Python, JavaScript, C#, PHP, Perl, and more.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/>
                        <a:t>Included in most programming editors including Visual Studio Code.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/>
                        <a:t>Used in Linux command-line utilities </a:t>
                      </a:r>
                      <a:r>
                        <a:rPr lang="en-US" sz="2000" b="0" i="1" dirty="0"/>
                        <a:t>grep</a:t>
                      </a:r>
                      <a:r>
                        <a:rPr lang="en-US" sz="2000" b="0" i="0" dirty="0"/>
                        <a:t> and </a:t>
                      </a:r>
                      <a:r>
                        <a:rPr lang="en-US" sz="2000" b="0" i="1" dirty="0"/>
                        <a:t>sed</a:t>
                      </a:r>
                      <a:r>
                        <a:rPr lang="en-US" sz="2000" b="0" i="0" dirty="0"/>
                        <a:t> among others.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5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>
            <a:normAutofit/>
          </a:bodyPr>
          <a:lstStyle/>
          <a:p>
            <a:r>
              <a:rPr lang="en-US" sz="2400" dirty="0"/>
              <a:t>Known as REs, regexes, and regex patterns</a:t>
            </a:r>
          </a:p>
          <a:p>
            <a:r>
              <a:rPr lang="en-US" sz="2400" dirty="0"/>
              <a:t>Language that allows you to “match” (i.e., find) text patterns</a:t>
            </a:r>
          </a:p>
          <a:p>
            <a:r>
              <a:rPr lang="en-US" sz="2400" dirty="0"/>
              <a:t>Used to find, modify, and parse text files – e.g., extract email addresses, grab variables from GET strings, pull out content from XML docs</a:t>
            </a:r>
          </a:p>
          <a:p>
            <a:r>
              <a:rPr lang="en-US" sz="2400" dirty="0"/>
              <a:t>Can be dense &amp; hard to debug</a:t>
            </a:r>
          </a:p>
          <a:p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Example: </a:t>
            </a:r>
            <a:r>
              <a:rPr lang="en-US" sz="2400" b="1" dirty="0">
                <a:solidFill>
                  <a:srgbClr val="0070C0"/>
                </a:solidFill>
              </a:rPr>
              <a:t>Program.*</a:t>
            </a:r>
          </a:p>
          <a:p>
            <a:pPr marL="114300" indent="0">
              <a:buNone/>
            </a:pPr>
            <a:r>
              <a:rPr lang="en-US" sz="2400" dirty="0"/>
              <a:t>Matches: Program, Programs, Programming, </a:t>
            </a:r>
            <a:r>
              <a:rPr lang="en-US" sz="2400" dirty="0" err="1"/>
              <a:t>Programopolis</a:t>
            </a:r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6643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 in Linux Command-Line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GREP – for finding strings</a:t>
            </a:r>
          </a:p>
          <a:p>
            <a:r>
              <a:rPr lang="en-US" dirty="0"/>
              <a:t>SED – for replacing (-</a:t>
            </a:r>
            <a:r>
              <a:rPr lang="en-US" dirty="0" err="1"/>
              <a:t>i</a:t>
            </a:r>
            <a:r>
              <a:rPr lang="en-US" dirty="0"/>
              <a:t>) and deleting strings</a:t>
            </a:r>
          </a:p>
          <a:p>
            <a:r>
              <a:rPr lang="en-US" dirty="0"/>
              <a:t>These commands have a very limited set of regex expressions compared to the RE Python library (see </a:t>
            </a:r>
            <a:r>
              <a:rPr lang="en-US" dirty="0">
                <a:hlinkClick r:id="rId3"/>
              </a:rPr>
              <a:t>http://www.panix.com/~elflord/unix/grep.html</a:t>
            </a:r>
            <a:r>
              <a:rPr lang="en-US" dirty="0"/>
              <a:t>)</a:t>
            </a:r>
          </a:p>
          <a:p>
            <a:pPr marL="11430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Find all web documents with word beginning with the string “Program” or its various endings.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grep -r -i “Programs.*” .</a:t>
            </a:r>
          </a:p>
        </p:txBody>
      </p:sp>
    </p:spTree>
    <p:extLst>
      <p:ext uri="{BB962C8B-B14F-4D97-AF65-F5344CB8AC3E}">
        <p14:creationId xmlns:p14="http://schemas.microsoft.com/office/powerpoint/2010/main" val="145406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474C-1E6C-4FA7-9ADA-3A8D7D00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 in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96C2-99CB-45EA-AD7D-4DAEA5474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97419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Javascript</a:t>
            </a:r>
            <a:endParaRPr lang="en-US" dirty="0"/>
          </a:p>
          <a:p>
            <a:pPr lvl="1"/>
            <a:r>
              <a:rPr lang="en-US" dirty="0"/>
              <a:t>let </a:t>
            </a:r>
            <a:r>
              <a:rPr lang="en-US" dirty="0" err="1"/>
              <a:t>rx</a:t>
            </a:r>
            <a:r>
              <a:rPr lang="en-US" dirty="0"/>
              <a:t> = /</a:t>
            </a:r>
            <a:r>
              <a:rPr lang="en-US" dirty="0" err="1"/>
              <a:t>ab+c</a:t>
            </a:r>
            <a:r>
              <a:rPr lang="en-US" dirty="0"/>
              <a:t>/;</a:t>
            </a:r>
          </a:p>
          <a:p>
            <a:pPr lvl="1"/>
            <a:r>
              <a:rPr lang="en-US" dirty="0" err="1"/>
              <a:t>rx.exec</a:t>
            </a:r>
            <a:r>
              <a:rPr lang="en-US" dirty="0"/>
              <a:t>(str)</a:t>
            </a:r>
          </a:p>
          <a:p>
            <a:r>
              <a:rPr lang="en-US" dirty="0"/>
              <a:t>PHP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$exp = "/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ab+c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/i";</a:t>
            </a:r>
          </a:p>
          <a:p>
            <a:pPr lvl="1"/>
            <a:r>
              <a:rPr lang="en-US" dirty="0"/>
              <a:t>echo </a:t>
            </a:r>
            <a:r>
              <a:rPr lang="en-US" dirty="0" err="1"/>
              <a:t>preg_match</a:t>
            </a:r>
            <a:r>
              <a:rPr lang="en-US" dirty="0"/>
              <a:t>($exp, $str)</a:t>
            </a:r>
          </a:p>
          <a:p>
            <a:r>
              <a:rPr lang="en-US" dirty="0"/>
              <a:t>Python</a:t>
            </a:r>
          </a:p>
          <a:p>
            <a:pPr lvl="1"/>
            <a:r>
              <a:rPr lang="en-US" dirty="0"/>
              <a:t>import re</a:t>
            </a:r>
          </a:p>
          <a:p>
            <a:pPr lvl="1"/>
            <a:r>
              <a:rPr lang="en-US" dirty="0" err="1"/>
              <a:t>re.search</a:t>
            </a:r>
            <a:r>
              <a:rPr lang="en-US" dirty="0"/>
              <a:t>(</a:t>
            </a:r>
            <a:r>
              <a:rPr lang="en-US" dirty="0" err="1"/>
              <a:t>r'ab+c</a:t>
            </a:r>
            <a:r>
              <a:rPr lang="en-US" dirty="0"/>
              <a:t>', str)</a:t>
            </a:r>
          </a:p>
          <a:p>
            <a:r>
              <a:rPr lang="en-US" dirty="0"/>
              <a:t>Others</a:t>
            </a:r>
          </a:p>
          <a:p>
            <a:pPr lvl="1"/>
            <a:r>
              <a:rPr lang="en-US" dirty="0"/>
              <a:t>Regex is integral to Perl</a:t>
            </a:r>
          </a:p>
          <a:p>
            <a:pPr lvl="1"/>
            <a:r>
              <a:rPr lang="en-US" dirty="0"/>
              <a:t>Regex support in many SQL dialects including MySQL, MariaDB, PostgreSQL, Microsoft SQL Server and others.</a:t>
            </a:r>
          </a:p>
          <a:p>
            <a:pPr lvl="1"/>
            <a:r>
              <a:rPr lang="en-US" dirty="0"/>
              <a:t>Regex libraries for C#, C++, and most other </a:t>
            </a:r>
            <a:r>
              <a:rPr lang="en-US" dirty="0" err="1"/>
              <a:t>langugages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344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062"/>
            <a:ext cx="8229600" cy="645776"/>
          </a:xfrm>
        </p:spPr>
        <p:txBody>
          <a:bodyPr>
            <a:normAutofit fontScale="90000"/>
          </a:bodyPr>
          <a:lstStyle/>
          <a:p>
            <a:r>
              <a:rPr lang="en-US" dirty="0"/>
              <a:t>Regex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2128"/>
            <a:ext cx="8229600" cy="5889810"/>
          </a:xfrm>
        </p:spPr>
        <p:txBody>
          <a:bodyPr>
            <a:noAutofit/>
          </a:bodyPr>
          <a:lstStyle/>
          <a:p>
            <a:r>
              <a:rPr lang="en-US" sz="2800" dirty="0"/>
              <a:t>Create a regular expression object (two methods)</a:t>
            </a:r>
          </a:p>
          <a:p>
            <a:pPr lvl="1"/>
            <a:r>
              <a:rPr lang="en-US" sz="2000" dirty="0"/>
              <a:t>const re = /</a:t>
            </a:r>
            <a:r>
              <a:rPr lang="en-US" sz="2000" dirty="0" err="1"/>
              <a:t>ab+c</a:t>
            </a:r>
            <a:r>
              <a:rPr lang="en-US" sz="2000" dirty="0"/>
              <a:t>/;  // Prepares the regex at load time</a:t>
            </a:r>
          </a:p>
          <a:p>
            <a:pPr lvl="1"/>
            <a:r>
              <a:rPr lang="en-US" sz="2000" dirty="0"/>
              <a:t>const re = new </a:t>
            </a:r>
            <a:r>
              <a:rPr lang="en-US" sz="2000" dirty="0" err="1"/>
              <a:t>RegExp</a:t>
            </a:r>
            <a:r>
              <a:rPr lang="en-US" sz="2000" dirty="0"/>
              <a:t>("</a:t>
            </a:r>
            <a:r>
              <a:rPr lang="en-US" sz="2000" dirty="0" err="1"/>
              <a:t>ab+c</a:t>
            </a:r>
            <a:r>
              <a:rPr lang="en-US" sz="2000" dirty="0"/>
              <a:t>");  // Prepares the regex at runtime</a:t>
            </a:r>
          </a:p>
          <a:p>
            <a:r>
              <a:rPr lang="en-US" sz="2400" dirty="0"/>
              <a:t>Using a regular </a:t>
            </a:r>
            <a:r>
              <a:rPr lang="en-US" sz="2400" dirty="0" err="1"/>
              <a:t>epression</a:t>
            </a:r>
            <a:endParaRPr lang="en-US" sz="2400" dirty="0"/>
          </a:p>
          <a:p>
            <a:pPr lvl="1"/>
            <a:r>
              <a:rPr lang="en-US" sz="2000" dirty="0" err="1"/>
              <a:t>re.test</a:t>
            </a:r>
            <a:r>
              <a:rPr lang="en-US" sz="2000" dirty="0"/>
              <a:t>("</a:t>
            </a:r>
            <a:r>
              <a:rPr lang="en-US" sz="2000" dirty="0" err="1"/>
              <a:t>abbbbc</a:t>
            </a:r>
            <a:r>
              <a:rPr lang="en-US" sz="2000" dirty="0"/>
              <a:t>");   // Returns true or false</a:t>
            </a:r>
          </a:p>
          <a:p>
            <a:pPr lvl="1"/>
            <a:r>
              <a:rPr lang="en-US" sz="2000" dirty="0" err="1"/>
              <a:t>re.exec</a:t>
            </a:r>
            <a:r>
              <a:rPr lang="en-US" sz="2000" dirty="0"/>
              <a:t>("</a:t>
            </a:r>
            <a:r>
              <a:rPr lang="en-US" sz="2000" dirty="0" err="1"/>
              <a:t>abbbc</a:t>
            </a:r>
            <a:r>
              <a:rPr lang="en-US" sz="2000" dirty="0"/>
              <a:t>");   // Returns an array containing location of the first match and all capture groups within that match</a:t>
            </a:r>
          </a:p>
          <a:p>
            <a:pPr lvl="1"/>
            <a:r>
              <a:rPr lang="en-US" sz="2000" dirty="0" err="1"/>
              <a:t>re.match</a:t>
            </a:r>
            <a:r>
              <a:rPr lang="en-US" sz="2000" dirty="0"/>
              <a:t>("</a:t>
            </a:r>
            <a:r>
              <a:rPr lang="en-US" sz="2000" dirty="0" err="1"/>
              <a:t>abbc</a:t>
            </a:r>
            <a:r>
              <a:rPr lang="en-US" sz="2000" dirty="0"/>
              <a:t>");  // Returns an array containing all matches and all capture groups in each match</a:t>
            </a:r>
          </a:p>
          <a:p>
            <a:pPr lvl="1"/>
            <a:r>
              <a:rPr lang="en-US" sz="2000" dirty="0" err="1"/>
              <a:t>re.matchAll</a:t>
            </a:r>
            <a:r>
              <a:rPr lang="en-US" sz="2000" dirty="0"/>
              <a:t>("</a:t>
            </a:r>
            <a:r>
              <a:rPr lang="en-US" sz="2000" dirty="0" err="1"/>
              <a:t>abbc</a:t>
            </a:r>
            <a:r>
              <a:rPr lang="en-US" sz="2000" dirty="0"/>
              <a:t>");  // Returns an iterator of matches (use with “for of” loops)</a:t>
            </a:r>
          </a:p>
          <a:p>
            <a:pPr lvl="1"/>
            <a:r>
              <a:rPr lang="en-US" sz="2000" dirty="0" err="1"/>
              <a:t>re.search</a:t>
            </a:r>
            <a:r>
              <a:rPr lang="en-US" sz="2000" dirty="0"/>
              <a:t>("</a:t>
            </a:r>
            <a:r>
              <a:rPr lang="en-US" sz="2000" dirty="0" err="1"/>
              <a:t>abbc</a:t>
            </a:r>
            <a:r>
              <a:rPr lang="en-US" sz="2000" dirty="0"/>
              <a:t>“);  // Returns the index of the first match or -1</a:t>
            </a:r>
          </a:p>
          <a:p>
            <a:pPr lvl="1"/>
            <a:r>
              <a:rPr lang="en-US" sz="2000" dirty="0" err="1"/>
              <a:t>re.replace</a:t>
            </a:r>
            <a:r>
              <a:rPr lang="en-US" sz="2000" dirty="0"/>
              <a:t>() and </a:t>
            </a:r>
            <a:r>
              <a:rPr lang="en-US" sz="2000" dirty="0" err="1"/>
              <a:t>re.replaceAll</a:t>
            </a:r>
            <a:r>
              <a:rPr lang="en-US" sz="2000" dirty="0"/>
              <a:t>(); // Replace a regular expression with a new string</a:t>
            </a:r>
          </a:p>
          <a:p>
            <a:pPr lvl="1"/>
            <a:r>
              <a:rPr lang="en-US" sz="2000" dirty="0" err="1"/>
              <a:t>re.split</a:t>
            </a:r>
            <a:r>
              <a:rPr lang="en-US" sz="2000" dirty="0"/>
              <a:t>(); // Break a string into pieces using a regular expression as the criterion.</a:t>
            </a:r>
          </a:p>
        </p:txBody>
      </p:sp>
    </p:spTree>
    <p:extLst>
      <p:ext uri="{BB962C8B-B14F-4D97-AF65-F5344CB8AC3E}">
        <p14:creationId xmlns:p14="http://schemas.microsoft.com/office/powerpoint/2010/main" val="285174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A508-A38D-4DDB-9B33-75BD794C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FEEB-B287-450C-9047-9CFBC1A8D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09" y="2743200"/>
            <a:ext cx="8239991" cy="3382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hlinkClick r:id="rId2"/>
              </a:rPr>
              <a:t>https://byu-itc-210.github.io/walkthrough/Regex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1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0010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Which programming languages have Regular Expression support?</a:t>
            </a:r>
          </a:p>
          <a:p>
            <a:r>
              <a:rPr lang="en-US" dirty="0"/>
              <a:t>Create a regular expression that can recognize a URL</a:t>
            </a:r>
          </a:p>
          <a:p>
            <a:r>
              <a:rPr lang="en-US" dirty="0"/>
              <a:t>What is the purpose of regular expressions?</a:t>
            </a:r>
          </a:p>
          <a:p>
            <a:r>
              <a:rPr lang="en-US" dirty="0"/>
              <a:t>How are they different when used in Linux (e.g., via GREP) versus the RE module in and most programming languages Python?</a:t>
            </a:r>
          </a:p>
          <a:p>
            <a:r>
              <a:rPr lang="en-US" dirty="0"/>
              <a:t>How are search() and </a:t>
            </a:r>
            <a:r>
              <a:rPr lang="en-US" dirty="0" err="1"/>
              <a:t>matchAll</a:t>
            </a:r>
            <a:r>
              <a:rPr lang="en-US" dirty="0"/>
              <a:t>() different in JavaScript?</a:t>
            </a:r>
          </a:p>
          <a:p>
            <a:r>
              <a:rPr lang="en-US" dirty="0"/>
              <a:t>What is a </a:t>
            </a:r>
            <a:r>
              <a:rPr lang="en-US" dirty="0" err="1"/>
              <a:t>lookahead</a:t>
            </a:r>
            <a:r>
              <a:rPr lang="en-US" dirty="0"/>
              <a:t>?</a:t>
            </a:r>
          </a:p>
          <a:p>
            <a:r>
              <a:rPr lang="en-US" dirty="0"/>
              <a:t>What is the difference between greedy and non-greedy matches?</a:t>
            </a:r>
          </a:p>
          <a:p>
            <a:r>
              <a:rPr lang="en-US" dirty="0"/>
              <a:t>What are the following: \w, \d, ^, $, \, [], ., |, *, +, {8}, ?</a:t>
            </a:r>
          </a:p>
        </p:txBody>
      </p:sp>
    </p:spTree>
    <p:extLst>
      <p:ext uri="{BB962C8B-B14F-4D97-AF65-F5344CB8AC3E}">
        <p14:creationId xmlns:p14="http://schemas.microsoft.com/office/powerpoint/2010/main" val="1530266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5416</TotalTime>
  <Words>750</Words>
  <Application>Microsoft Office PowerPoint</Application>
  <PresentationFormat>On-screen Show (4:3)</PresentationFormat>
  <Paragraphs>76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Regular Expressions</vt:lpstr>
      <vt:lpstr>Regular Expressions</vt:lpstr>
      <vt:lpstr>Regular Expressions</vt:lpstr>
      <vt:lpstr>Regex in Linux Command-Line</vt:lpstr>
      <vt:lpstr>Regex in Programming Languages</vt:lpstr>
      <vt:lpstr>Regex in JavaScript</vt:lpstr>
      <vt:lpstr>Regex Walkthrough</vt:lpstr>
      <vt:lpstr>Review 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dc:creator>Derek Hansen</dc:creator>
  <cp:lastModifiedBy>Brandt Redd</cp:lastModifiedBy>
  <cp:revision>34</cp:revision>
  <dcterms:created xsi:type="dcterms:W3CDTF">2011-10-22T07:30:30Z</dcterms:created>
  <dcterms:modified xsi:type="dcterms:W3CDTF">2025-04-07T13:59:45Z</dcterms:modified>
</cp:coreProperties>
</file>