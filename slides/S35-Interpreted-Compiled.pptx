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62" y="7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945A818A-7BB5-4991-879B-F616A44C7800}"/>
    <pc:docChg chg="modSld">
      <pc:chgData name="Brandt Redd" userId="be8ed540b98adac0" providerId="LiveId" clId="{945A818A-7BB5-4991-879B-F616A44C7800}" dt="2025-03-05T16:28:39.039" v="1" actId="20577"/>
      <pc:docMkLst>
        <pc:docMk/>
      </pc:docMkLst>
      <pc:sldChg chg="modSp mod">
        <pc:chgData name="Brandt Redd" userId="be8ed540b98adac0" providerId="LiveId" clId="{945A818A-7BB5-4991-879B-F616A44C7800}" dt="2025-03-05T16:28:39.039" v="1" actId="20577"/>
        <pc:sldMkLst>
          <pc:docMk/>
          <pc:sldMk cId="3240160180" sldId="256"/>
        </pc:sldMkLst>
        <pc:spChg chg="mod">
          <ac:chgData name="Brandt Redd" userId="be8ed540b98adac0" providerId="LiveId" clId="{945A818A-7BB5-4991-879B-F616A44C7800}" dt="2025-03-05T16:28:39.039" v="1" actId="20577"/>
          <ac:spMkLst>
            <pc:docMk/>
            <pc:sldMk cId="3240160180" sldId="256"/>
            <ac:spMk id="3" creationId="{85C74C4C-3326-4E30-52AE-C503E8259519}"/>
          </ac:spMkLst>
        </pc:spChg>
      </pc:sldChg>
    </pc:docChg>
  </pc:docChgLst>
  <pc:docChgLst>
    <pc:chgData name="Brandt Redd" userId="be8ed540b98adac0" providerId="LiveId" clId="{9CC5146C-10BE-4BB4-B788-98F50FF30841}"/>
    <pc:docChg chg="modSld">
      <pc:chgData name="Brandt Redd" userId="be8ed540b98adac0" providerId="LiveId" clId="{9CC5146C-10BE-4BB4-B788-98F50FF30841}" dt="2024-12-02T14:50:14.144" v="15" actId="20577"/>
      <pc:docMkLst>
        <pc:docMk/>
      </pc:docMkLst>
      <pc:sldChg chg="modSp mod">
        <pc:chgData name="Brandt Redd" userId="be8ed540b98adac0" providerId="LiveId" clId="{9CC5146C-10BE-4BB4-B788-98F50FF30841}" dt="2024-12-02T14:50:14.144" v="15" actId="20577"/>
        <pc:sldMkLst>
          <pc:docMk/>
          <pc:sldMk cId="1519407718" sldId="258"/>
        </pc:sldMkLst>
      </pc:sldChg>
    </pc:docChg>
  </pc:docChgLst>
  <pc:docChgLst>
    <pc:chgData name="Brandt Redd" userId="be8ed540b98adac0" providerId="LiveId" clId="{BD415307-264C-46C0-9A7F-B97BB1CA32C8}"/>
    <pc:docChg chg="undo custSel addSld modSld sldOrd">
      <pc:chgData name="Brandt Redd" userId="be8ed540b98adac0" providerId="LiveId" clId="{BD415307-264C-46C0-9A7F-B97BB1CA32C8}" dt="2023-12-01T19:44:47.298" v="2618"/>
      <pc:docMkLst>
        <pc:docMk/>
      </pc:docMkLst>
      <pc:sldChg chg="modSp mod">
        <pc:chgData name="Brandt Redd" userId="be8ed540b98adac0" providerId="LiveId" clId="{BD415307-264C-46C0-9A7F-B97BB1CA32C8}" dt="2023-11-28T23:58:55.205" v="539" actId="20577"/>
        <pc:sldMkLst>
          <pc:docMk/>
          <pc:sldMk cId="1725198560" sldId="257"/>
        </pc:sldMkLst>
      </pc:sldChg>
      <pc:sldChg chg="addSp delSp modSp new mod modClrScheme chgLayout">
        <pc:chgData name="Brandt Redd" userId="be8ed540b98adac0" providerId="LiveId" clId="{BD415307-264C-46C0-9A7F-B97BB1CA32C8}" dt="2023-11-28T23:38:06.963" v="68" actId="20577"/>
        <pc:sldMkLst>
          <pc:docMk/>
          <pc:sldMk cId="1519407718" sldId="258"/>
        </pc:sldMkLst>
      </pc:sldChg>
      <pc:sldChg chg="addSp modSp new mod">
        <pc:chgData name="Brandt Redd" userId="be8ed540b98adac0" providerId="LiveId" clId="{BD415307-264C-46C0-9A7F-B97BB1CA32C8}" dt="2023-11-28T23:43:47.712" v="245" actId="14100"/>
        <pc:sldMkLst>
          <pc:docMk/>
          <pc:sldMk cId="787723536" sldId="259"/>
        </pc:sldMkLst>
      </pc:sldChg>
      <pc:sldChg chg="addSp delSp modSp new mod setBg modClrScheme chgLayout">
        <pc:chgData name="Brandt Redd" userId="be8ed540b98adac0" providerId="LiveId" clId="{BD415307-264C-46C0-9A7F-B97BB1CA32C8}" dt="2023-11-29T00:09:39.565" v="1389" actId="26606"/>
        <pc:sldMkLst>
          <pc:docMk/>
          <pc:sldMk cId="2447436366" sldId="260"/>
        </pc:sldMkLst>
      </pc:sldChg>
      <pc:sldChg chg="modSp new mod">
        <pc:chgData name="Brandt Redd" userId="be8ed540b98adac0" providerId="LiveId" clId="{BD415307-264C-46C0-9A7F-B97BB1CA32C8}" dt="2023-11-29T00:08:21.083" v="1368" actId="20577"/>
        <pc:sldMkLst>
          <pc:docMk/>
          <pc:sldMk cId="3238955037" sldId="261"/>
        </pc:sldMkLst>
      </pc:sldChg>
      <pc:sldChg chg="addSp delSp modSp new mod setBg modClrScheme chgLayout">
        <pc:chgData name="Brandt Redd" userId="be8ed540b98adac0" providerId="LiveId" clId="{BD415307-264C-46C0-9A7F-B97BB1CA32C8}" dt="2023-11-29T00:12:40.587" v="1432" actId="1076"/>
        <pc:sldMkLst>
          <pc:docMk/>
          <pc:sldMk cId="3634508486" sldId="262"/>
        </pc:sldMkLst>
      </pc:sldChg>
      <pc:sldChg chg="addSp delSp modSp new mod ord setBg modClrScheme chgLayout">
        <pc:chgData name="Brandt Redd" userId="be8ed540b98adac0" providerId="LiveId" clId="{BD415307-264C-46C0-9A7F-B97BB1CA32C8}" dt="2023-12-01T19:44:47.298" v="2618"/>
        <pc:sldMkLst>
          <pc:docMk/>
          <pc:sldMk cId="4129270501" sldId="263"/>
        </pc:sldMkLst>
      </pc:sldChg>
      <pc:sldChg chg="modSp new mod">
        <pc:chgData name="Brandt Redd" userId="be8ed540b98adac0" providerId="LiveId" clId="{BD415307-264C-46C0-9A7F-B97BB1CA32C8}" dt="2023-11-30T03:45:06.873" v="2290" actId="20577"/>
        <pc:sldMkLst>
          <pc:docMk/>
          <pc:sldMk cId="1572792831" sldId="264"/>
        </pc:sldMkLst>
      </pc:sldChg>
      <pc:sldChg chg="modSp new mod">
        <pc:chgData name="Brandt Redd" userId="be8ed540b98adac0" providerId="LiveId" clId="{BD415307-264C-46C0-9A7F-B97BB1CA32C8}" dt="2023-11-30T03:49:25.198" v="2603" actId="20577"/>
        <pc:sldMkLst>
          <pc:docMk/>
          <pc:sldMk cId="3993354363" sldId="265"/>
        </pc:sldMkLst>
      </pc:sldChg>
      <pc:sldChg chg="add">
        <pc:chgData name="Brandt Redd" userId="be8ed540b98adac0" providerId="LiveId" clId="{BD415307-264C-46C0-9A7F-B97BB1CA32C8}" dt="2023-12-01T19:41:07.371" v="2613"/>
        <pc:sldMkLst>
          <pc:docMk/>
          <pc:sldMk cId="1663324619" sldId="266"/>
        </pc:sldMkLst>
      </pc:sldChg>
      <pc:sldChg chg="modSp add mod">
        <pc:chgData name="Brandt Redd" userId="be8ed540b98adac0" providerId="LiveId" clId="{BD415307-264C-46C0-9A7F-B97BB1CA32C8}" dt="2023-12-01T19:42:43.159" v="2615" actId="6549"/>
        <pc:sldMkLst>
          <pc:docMk/>
          <pc:sldMk cId="120965214" sldId="267"/>
        </pc:sldMkLst>
      </pc:sldChg>
    </pc:docChg>
  </pc:docChgLst>
  <pc:docChgLst>
    <pc:chgData name="Brandt Redd" userId="be8ed540b98adac0" providerId="LiveId" clId="{C588ECB0-A321-488C-A9F9-CF493FD5B8E5}"/>
    <pc:docChg chg="custSel addSld modSld">
      <pc:chgData name="Brandt Redd" userId="be8ed540b98adac0" providerId="LiveId" clId="{C588ECB0-A321-488C-A9F9-CF493FD5B8E5}" dt="2025-04-09T13:52:25.935" v="565" actId="26606"/>
      <pc:docMkLst>
        <pc:docMk/>
      </pc:docMkLst>
      <pc:sldChg chg="addSp modSp mod setBg">
        <pc:chgData name="Brandt Redd" userId="be8ed540b98adac0" providerId="LiveId" clId="{C588ECB0-A321-488C-A9F9-CF493FD5B8E5}" dt="2025-04-09T13:52:25.935" v="565" actId="26606"/>
        <pc:sldMkLst>
          <pc:docMk/>
          <pc:sldMk cId="3240160180" sldId="256"/>
        </pc:sldMkLst>
        <pc:spChg chg="mod">
          <ac:chgData name="Brandt Redd" userId="be8ed540b98adac0" providerId="LiveId" clId="{C588ECB0-A321-488C-A9F9-CF493FD5B8E5}" dt="2025-04-09T13:52:25.935" v="565" actId="26606"/>
          <ac:spMkLst>
            <pc:docMk/>
            <pc:sldMk cId="3240160180" sldId="256"/>
            <ac:spMk id="2" creationId="{5055AF5B-9A45-81C9-9812-FCC357191B40}"/>
          </ac:spMkLst>
        </pc:spChg>
        <pc:spChg chg="mod">
          <ac:chgData name="Brandt Redd" userId="be8ed540b98adac0" providerId="LiveId" clId="{C588ECB0-A321-488C-A9F9-CF493FD5B8E5}" dt="2025-04-09T13:52:25.935" v="565" actId="26606"/>
          <ac:spMkLst>
            <pc:docMk/>
            <pc:sldMk cId="3240160180" sldId="256"/>
            <ac:spMk id="3" creationId="{85C74C4C-3326-4E30-52AE-C503E8259519}"/>
          </ac:spMkLst>
        </pc:spChg>
        <pc:spChg chg="add">
          <ac:chgData name="Brandt Redd" userId="be8ed540b98adac0" providerId="LiveId" clId="{C588ECB0-A321-488C-A9F9-CF493FD5B8E5}" dt="2025-04-09T13:52:25.935" v="565" actId="26606"/>
          <ac:spMkLst>
            <pc:docMk/>
            <pc:sldMk cId="3240160180" sldId="256"/>
            <ac:spMk id="8" creationId="{73A25D70-4A55-4F72-B9C5-A69CDBF4DB42}"/>
          </ac:spMkLst>
        </pc:spChg>
        <pc:spChg chg="add">
          <ac:chgData name="Brandt Redd" userId="be8ed540b98adac0" providerId="LiveId" clId="{C588ECB0-A321-488C-A9F9-CF493FD5B8E5}" dt="2025-04-09T13:52:25.935" v="565" actId="26606"/>
          <ac:spMkLst>
            <pc:docMk/>
            <pc:sldMk cId="3240160180" sldId="256"/>
            <ac:spMk id="10" creationId="{54957100-6D8B-4161-9F2F-C0A949EC84C4}"/>
          </ac:spMkLst>
        </pc:spChg>
        <pc:spChg chg="add">
          <ac:chgData name="Brandt Redd" userId="be8ed540b98adac0" providerId="LiveId" clId="{C588ECB0-A321-488C-A9F9-CF493FD5B8E5}" dt="2025-04-09T13:52:25.935" v="565" actId="26606"/>
          <ac:spMkLst>
            <pc:docMk/>
            <pc:sldMk cId="3240160180" sldId="256"/>
            <ac:spMk id="12" creationId="{0BD8B065-EE51-4AE2-A94C-86249998FD7B}"/>
          </ac:spMkLst>
        </pc:spChg>
        <pc:grpChg chg="add">
          <ac:chgData name="Brandt Redd" userId="be8ed540b98adac0" providerId="LiveId" clId="{C588ECB0-A321-488C-A9F9-CF493FD5B8E5}" dt="2025-04-09T13:52:25.935" v="565" actId="26606"/>
          <ac:grpSpMkLst>
            <pc:docMk/>
            <pc:sldMk cId="3240160180" sldId="256"/>
            <ac:grpSpMk id="14" creationId="{18999293-B054-4B57-A26F-D04C2BB11338}"/>
          </ac:grpSpMkLst>
        </pc:grpChg>
        <pc:grpChg chg="add">
          <ac:chgData name="Brandt Redd" userId="be8ed540b98adac0" providerId="LiveId" clId="{C588ECB0-A321-488C-A9F9-CF493FD5B8E5}" dt="2025-04-09T13:52:25.935" v="565" actId="26606"/>
          <ac:grpSpMkLst>
            <pc:docMk/>
            <pc:sldMk cId="3240160180" sldId="256"/>
            <ac:grpSpMk id="20" creationId="{761945C4-D997-42F3-B59A-984CF0066715}"/>
          </ac:grpSpMkLst>
        </pc:grpChg>
      </pc:sldChg>
      <pc:sldChg chg="modSp mod">
        <pc:chgData name="Brandt Redd" userId="be8ed540b98adac0" providerId="LiveId" clId="{C588ECB0-A321-488C-A9F9-CF493FD5B8E5}" dt="2025-04-09T03:25:47.519" v="8" actId="20577"/>
        <pc:sldMkLst>
          <pc:docMk/>
          <pc:sldMk cId="1572792831" sldId="264"/>
        </pc:sldMkLst>
        <pc:spChg chg="mod">
          <ac:chgData name="Brandt Redd" userId="be8ed540b98adac0" providerId="LiveId" clId="{C588ECB0-A321-488C-A9F9-CF493FD5B8E5}" dt="2025-04-09T03:25:47.519" v="8" actId="20577"/>
          <ac:spMkLst>
            <pc:docMk/>
            <pc:sldMk cId="1572792831" sldId="264"/>
            <ac:spMk id="3" creationId="{6DFF5A7A-8B44-BCEA-25FE-EECA7B4BE5E6}"/>
          </ac:spMkLst>
        </pc:spChg>
      </pc:sldChg>
      <pc:sldChg chg="addSp delSp modSp new mod setBg">
        <pc:chgData name="Brandt Redd" userId="be8ed540b98adac0" providerId="LiveId" clId="{C588ECB0-A321-488C-A9F9-CF493FD5B8E5}" dt="2025-04-09T03:26:46.543" v="36" actId="403"/>
        <pc:sldMkLst>
          <pc:docMk/>
          <pc:sldMk cId="2412805654" sldId="268"/>
        </pc:sldMkLst>
        <pc:spChg chg="mod">
          <ac:chgData name="Brandt Redd" userId="be8ed540b98adac0" providerId="LiveId" clId="{C588ECB0-A321-488C-A9F9-CF493FD5B8E5}" dt="2025-04-09T03:26:46.543" v="36" actId="403"/>
          <ac:spMkLst>
            <pc:docMk/>
            <pc:sldMk cId="2412805654" sldId="268"/>
            <ac:spMk id="2" creationId="{F3577CDC-DF7A-2A43-5703-C6E9C9E32B0C}"/>
          </ac:spMkLst>
        </pc:spChg>
        <pc:spChg chg="del">
          <ac:chgData name="Brandt Redd" userId="be8ed540b98adac0" providerId="LiveId" clId="{C588ECB0-A321-488C-A9F9-CF493FD5B8E5}" dt="2025-04-09T03:26:37.787" v="32" actId="26606"/>
          <ac:spMkLst>
            <pc:docMk/>
            <pc:sldMk cId="2412805654" sldId="268"/>
            <ac:spMk id="3" creationId="{A3FFA5EB-3C70-9E18-BF14-21430D1F9FEB}"/>
          </ac:spMkLst>
        </pc:spChg>
        <pc:spChg chg="add">
          <ac:chgData name="Brandt Redd" userId="be8ed540b98adac0" providerId="LiveId" clId="{C588ECB0-A321-488C-A9F9-CF493FD5B8E5}" dt="2025-04-09T03:26:37.787" v="32" actId="26606"/>
          <ac:spMkLst>
            <pc:docMk/>
            <pc:sldMk cId="2412805654" sldId="268"/>
            <ac:spMk id="10" creationId="{65219498-D544-41AC-98FE-8F956EF66A62}"/>
          </ac:spMkLst>
        </pc:spChg>
        <pc:spChg chg="add">
          <ac:chgData name="Brandt Redd" userId="be8ed540b98adac0" providerId="LiveId" clId="{C588ECB0-A321-488C-A9F9-CF493FD5B8E5}" dt="2025-04-09T03:26:37.787" v="32" actId="26606"/>
          <ac:spMkLst>
            <pc:docMk/>
            <pc:sldMk cId="2412805654" sldId="268"/>
            <ac:spMk id="12" creationId="{F500DBFC-17A9-4E0A-AEE2-A49F9AEEF0FD}"/>
          </ac:spMkLst>
        </pc:spChg>
        <pc:grpChg chg="add">
          <ac:chgData name="Brandt Redd" userId="be8ed540b98adac0" providerId="LiveId" clId="{C588ECB0-A321-488C-A9F9-CF493FD5B8E5}" dt="2025-04-09T03:26:37.787" v="32" actId="26606"/>
          <ac:grpSpMkLst>
            <pc:docMk/>
            <pc:sldMk cId="2412805654" sldId="268"/>
            <ac:grpSpMk id="14" creationId="{D74613BB-817C-4C4F-8A24-4936F2F064C0}"/>
          </ac:grpSpMkLst>
        </pc:grpChg>
        <pc:picChg chg="add">
          <ac:chgData name="Brandt Redd" userId="be8ed540b98adac0" providerId="LiveId" clId="{C588ECB0-A321-488C-A9F9-CF493FD5B8E5}" dt="2025-04-09T03:26:37.787" v="32" actId="26606"/>
          <ac:picMkLst>
            <pc:docMk/>
            <pc:sldMk cId="2412805654" sldId="268"/>
            <ac:picMk id="7" creationId="{DF603F11-1148-64BE-D623-41EFB3CDEFAB}"/>
          </ac:picMkLst>
        </pc:picChg>
      </pc:sldChg>
      <pc:sldChg chg="modSp new mod">
        <pc:chgData name="Brandt Redd" userId="be8ed540b98adac0" providerId="LiveId" clId="{C588ECB0-A321-488C-A9F9-CF493FD5B8E5}" dt="2025-04-09T03:29:09.239" v="564" actId="20577"/>
        <pc:sldMkLst>
          <pc:docMk/>
          <pc:sldMk cId="3755145453" sldId="269"/>
        </pc:sldMkLst>
        <pc:spChg chg="mod">
          <ac:chgData name="Brandt Redd" userId="be8ed540b98adac0" providerId="LiveId" clId="{C588ECB0-A321-488C-A9F9-CF493FD5B8E5}" dt="2025-04-09T03:27:01.811" v="57" actId="20577"/>
          <ac:spMkLst>
            <pc:docMk/>
            <pc:sldMk cId="3755145453" sldId="269"/>
            <ac:spMk id="2" creationId="{713B4983-2A39-65CB-8C13-1EBF91B5D58F}"/>
          </ac:spMkLst>
        </pc:spChg>
        <pc:spChg chg="mod">
          <ac:chgData name="Brandt Redd" userId="be8ed540b98adac0" providerId="LiveId" clId="{C588ECB0-A321-488C-A9F9-CF493FD5B8E5}" dt="2025-04-09T03:29:09.239" v="564" actId="20577"/>
          <ac:spMkLst>
            <pc:docMk/>
            <pc:sldMk cId="3755145453" sldId="269"/>
            <ac:spMk id="3" creationId="{50BBA692-487F-F1D5-DA40-DDDBE340312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367048-BF58-416E-BFB2-D9EEEBF335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E26890-6046-4A61-BA8B-449D3D0F6BF1}">
      <dgm:prSet/>
      <dgm:spPr/>
      <dgm:t>
        <a:bodyPr/>
        <a:lstStyle/>
        <a:p>
          <a:r>
            <a:rPr lang="en-US"/>
            <a:t>C# - Language</a:t>
          </a:r>
        </a:p>
      </dgm:t>
    </dgm:pt>
    <dgm:pt modelId="{020C7678-4B8C-4866-9A5D-4AE8426BD7BF}" type="parTrans" cxnId="{4C94D2FD-EB95-422A-814D-2872C0903F54}">
      <dgm:prSet/>
      <dgm:spPr/>
      <dgm:t>
        <a:bodyPr/>
        <a:lstStyle/>
        <a:p>
          <a:endParaRPr lang="en-US"/>
        </a:p>
      </dgm:t>
    </dgm:pt>
    <dgm:pt modelId="{A3D89007-3EF8-4187-BDB5-9B87216DE421}" type="sibTrans" cxnId="{4C94D2FD-EB95-422A-814D-2872C0903F54}">
      <dgm:prSet/>
      <dgm:spPr/>
      <dgm:t>
        <a:bodyPr/>
        <a:lstStyle/>
        <a:p>
          <a:endParaRPr lang="en-US"/>
        </a:p>
      </dgm:t>
    </dgm:pt>
    <dgm:pt modelId="{D3099327-0C09-4152-B769-25EB919223D9}">
      <dgm:prSet/>
      <dgm:spPr/>
      <dgm:t>
        <a:bodyPr/>
        <a:lstStyle/>
        <a:p>
          <a:r>
            <a:rPr lang="en-US"/>
            <a:t>Razor – C# code embedded in HTML</a:t>
          </a:r>
        </a:p>
      </dgm:t>
    </dgm:pt>
    <dgm:pt modelId="{4F637AEE-7FC7-4032-9FD6-AD129DDF0152}" type="parTrans" cxnId="{39DD1D73-536C-474E-A3B5-56B150F19460}">
      <dgm:prSet/>
      <dgm:spPr/>
      <dgm:t>
        <a:bodyPr/>
        <a:lstStyle/>
        <a:p>
          <a:endParaRPr lang="en-US"/>
        </a:p>
      </dgm:t>
    </dgm:pt>
    <dgm:pt modelId="{8FA23338-22FB-4488-9CED-F5854FE7C09E}" type="sibTrans" cxnId="{39DD1D73-536C-474E-A3B5-56B150F19460}">
      <dgm:prSet/>
      <dgm:spPr/>
      <dgm:t>
        <a:bodyPr/>
        <a:lstStyle/>
        <a:p>
          <a:endParaRPr lang="en-US"/>
        </a:p>
      </dgm:t>
    </dgm:pt>
    <dgm:pt modelId="{B7A24A63-3154-44B3-9C5F-F03125A5391B}">
      <dgm:prSet/>
      <dgm:spPr/>
      <dgm:t>
        <a:bodyPr/>
        <a:lstStyle/>
        <a:p>
          <a:r>
            <a:rPr lang="en-US"/>
            <a:t>ASP.Net – Back-End Framework</a:t>
          </a:r>
        </a:p>
      </dgm:t>
    </dgm:pt>
    <dgm:pt modelId="{7CBBFB84-7E54-4145-AF75-829E7D5C58EB}" type="parTrans" cxnId="{5F5FA1F0-2279-45F0-9F61-6509711408A9}">
      <dgm:prSet/>
      <dgm:spPr/>
      <dgm:t>
        <a:bodyPr/>
        <a:lstStyle/>
        <a:p>
          <a:endParaRPr lang="en-US"/>
        </a:p>
      </dgm:t>
    </dgm:pt>
    <dgm:pt modelId="{E6D38961-0A2E-49EA-BD01-6FC73A31EACE}" type="sibTrans" cxnId="{5F5FA1F0-2279-45F0-9F61-6509711408A9}">
      <dgm:prSet/>
      <dgm:spPr/>
      <dgm:t>
        <a:bodyPr/>
        <a:lstStyle/>
        <a:p>
          <a:endParaRPr lang="en-US"/>
        </a:p>
      </dgm:t>
    </dgm:pt>
    <dgm:pt modelId="{91431221-D575-4EA6-BA57-28C1C31FA52D}" type="pres">
      <dgm:prSet presAssocID="{2F367048-BF58-416E-BFB2-D9EEEBF335FD}" presName="root" presStyleCnt="0">
        <dgm:presLayoutVars>
          <dgm:dir/>
          <dgm:resizeHandles val="exact"/>
        </dgm:presLayoutVars>
      </dgm:prSet>
      <dgm:spPr/>
    </dgm:pt>
    <dgm:pt modelId="{37A98261-7472-4390-AEAA-F477D1850858}" type="pres">
      <dgm:prSet presAssocID="{A8E26890-6046-4A61-BA8B-449D3D0F6BF1}" presName="compNode" presStyleCnt="0"/>
      <dgm:spPr/>
    </dgm:pt>
    <dgm:pt modelId="{5537C119-FCF9-4EFA-8465-EB7A7C609BDF}" type="pres">
      <dgm:prSet presAssocID="{A8E26890-6046-4A61-BA8B-449D3D0F6B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>
          <a:noFill/>
        </a:ln>
      </dgm:spPr>
    </dgm:pt>
    <dgm:pt modelId="{947374BB-3F09-4F36-9E07-17C641EA0398}" type="pres">
      <dgm:prSet presAssocID="{A8E26890-6046-4A61-BA8B-449D3D0F6BF1}" presName="spaceRect" presStyleCnt="0"/>
      <dgm:spPr/>
    </dgm:pt>
    <dgm:pt modelId="{7C04BBCD-F487-4978-9645-6AE1CF71A41A}" type="pres">
      <dgm:prSet presAssocID="{A8E26890-6046-4A61-BA8B-449D3D0F6BF1}" presName="textRect" presStyleLbl="revTx" presStyleIdx="0" presStyleCnt="3">
        <dgm:presLayoutVars>
          <dgm:chMax val="1"/>
          <dgm:chPref val="1"/>
        </dgm:presLayoutVars>
      </dgm:prSet>
      <dgm:spPr/>
    </dgm:pt>
    <dgm:pt modelId="{98A9DFBE-73A3-4EB6-B99C-685AF4EF8511}" type="pres">
      <dgm:prSet presAssocID="{A3D89007-3EF8-4187-BDB5-9B87216DE421}" presName="sibTrans" presStyleCnt="0"/>
      <dgm:spPr/>
    </dgm:pt>
    <dgm:pt modelId="{5C17C355-15EC-44E5-AFDD-9BA24D8E1D13}" type="pres">
      <dgm:prSet presAssocID="{D3099327-0C09-4152-B769-25EB919223D9}" presName="compNode" presStyleCnt="0"/>
      <dgm:spPr/>
    </dgm:pt>
    <dgm:pt modelId="{119EE623-0B38-4388-B734-B901421A2A8A}" type="pres">
      <dgm:prSet presAssocID="{D3099327-0C09-4152-B769-25EB919223D9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 outline"/>
        </a:ext>
      </dgm:extLst>
    </dgm:pt>
    <dgm:pt modelId="{74BF3291-509F-44DC-870C-DE551C3D69D8}" type="pres">
      <dgm:prSet presAssocID="{D3099327-0C09-4152-B769-25EB919223D9}" presName="spaceRect" presStyleCnt="0"/>
      <dgm:spPr/>
    </dgm:pt>
    <dgm:pt modelId="{452A57FE-68DC-45C7-AD61-5826E87DB97D}" type="pres">
      <dgm:prSet presAssocID="{D3099327-0C09-4152-B769-25EB919223D9}" presName="textRect" presStyleLbl="revTx" presStyleIdx="1" presStyleCnt="3">
        <dgm:presLayoutVars>
          <dgm:chMax val="1"/>
          <dgm:chPref val="1"/>
        </dgm:presLayoutVars>
      </dgm:prSet>
      <dgm:spPr/>
    </dgm:pt>
    <dgm:pt modelId="{BC94A2B0-ABB8-4837-BA20-6287E125D5A4}" type="pres">
      <dgm:prSet presAssocID="{8FA23338-22FB-4488-9CED-F5854FE7C09E}" presName="sibTrans" presStyleCnt="0"/>
      <dgm:spPr/>
    </dgm:pt>
    <dgm:pt modelId="{2B493228-DBE9-4466-A961-9D3B2F61CB3B}" type="pres">
      <dgm:prSet presAssocID="{B7A24A63-3154-44B3-9C5F-F03125A5391B}" presName="compNode" presStyleCnt="0"/>
      <dgm:spPr/>
    </dgm:pt>
    <dgm:pt modelId="{9E541776-5328-46CF-9B9D-18F1C6118BA4}" type="pres">
      <dgm:prSet presAssocID="{B7A24A63-3154-44B3-9C5F-F03125A5391B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E92BAB7-8DEA-4A08-B1A5-96BCBFDA3ACA}" type="pres">
      <dgm:prSet presAssocID="{B7A24A63-3154-44B3-9C5F-F03125A5391B}" presName="spaceRect" presStyleCnt="0"/>
      <dgm:spPr/>
    </dgm:pt>
    <dgm:pt modelId="{473B5459-F5B7-49A4-93BF-84F4FC66CD37}" type="pres">
      <dgm:prSet presAssocID="{B7A24A63-3154-44B3-9C5F-F03125A5391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946B63C-A68C-4BD8-9F8A-C47778953C83}" type="presOf" srcId="{D3099327-0C09-4152-B769-25EB919223D9}" destId="{452A57FE-68DC-45C7-AD61-5826E87DB97D}" srcOrd="0" destOrd="0" presId="urn:microsoft.com/office/officeart/2018/2/layout/IconLabelList"/>
    <dgm:cxn modelId="{39DD1D73-536C-474E-A3B5-56B150F19460}" srcId="{2F367048-BF58-416E-BFB2-D9EEEBF335FD}" destId="{D3099327-0C09-4152-B769-25EB919223D9}" srcOrd="1" destOrd="0" parTransId="{4F637AEE-7FC7-4032-9FD6-AD129DDF0152}" sibTransId="{8FA23338-22FB-4488-9CED-F5854FE7C09E}"/>
    <dgm:cxn modelId="{E4A56399-5BD8-4B90-8FC4-252530EBC7D1}" type="presOf" srcId="{B7A24A63-3154-44B3-9C5F-F03125A5391B}" destId="{473B5459-F5B7-49A4-93BF-84F4FC66CD37}" srcOrd="0" destOrd="0" presId="urn:microsoft.com/office/officeart/2018/2/layout/IconLabelList"/>
    <dgm:cxn modelId="{025413B1-1F63-4E9F-9BE5-AFA68CBAFB08}" type="presOf" srcId="{2F367048-BF58-416E-BFB2-D9EEEBF335FD}" destId="{91431221-D575-4EA6-BA57-28C1C31FA52D}" srcOrd="0" destOrd="0" presId="urn:microsoft.com/office/officeart/2018/2/layout/IconLabelList"/>
    <dgm:cxn modelId="{13263BC7-DDAB-4D1F-836D-859CD8DD5CC1}" type="presOf" srcId="{A8E26890-6046-4A61-BA8B-449D3D0F6BF1}" destId="{7C04BBCD-F487-4978-9645-6AE1CF71A41A}" srcOrd="0" destOrd="0" presId="urn:microsoft.com/office/officeart/2018/2/layout/IconLabelList"/>
    <dgm:cxn modelId="{5F5FA1F0-2279-45F0-9F61-6509711408A9}" srcId="{2F367048-BF58-416E-BFB2-D9EEEBF335FD}" destId="{B7A24A63-3154-44B3-9C5F-F03125A5391B}" srcOrd="2" destOrd="0" parTransId="{7CBBFB84-7E54-4145-AF75-829E7D5C58EB}" sibTransId="{E6D38961-0A2E-49EA-BD01-6FC73A31EACE}"/>
    <dgm:cxn modelId="{4C94D2FD-EB95-422A-814D-2872C0903F54}" srcId="{2F367048-BF58-416E-BFB2-D9EEEBF335FD}" destId="{A8E26890-6046-4A61-BA8B-449D3D0F6BF1}" srcOrd="0" destOrd="0" parTransId="{020C7678-4B8C-4866-9A5D-4AE8426BD7BF}" sibTransId="{A3D89007-3EF8-4187-BDB5-9B87216DE421}"/>
    <dgm:cxn modelId="{25EBDA60-2ACE-41DF-9033-AAF2B70D10D3}" type="presParOf" srcId="{91431221-D575-4EA6-BA57-28C1C31FA52D}" destId="{37A98261-7472-4390-AEAA-F477D1850858}" srcOrd="0" destOrd="0" presId="urn:microsoft.com/office/officeart/2018/2/layout/IconLabelList"/>
    <dgm:cxn modelId="{689A706B-D7D4-404B-B630-E96C171813AF}" type="presParOf" srcId="{37A98261-7472-4390-AEAA-F477D1850858}" destId="{5537C119-FCF9-4EFA-8465-EB7A7C609BDF}" srcOrd="0" destOrd="0" presId="urn:microsoft.com/office/officeart/2018/2/layout/IconLabelList"/>
    <dgm:cxn modelId="{11AFF877-72AB-4726-A72E-85B2BBE0E3B6}" type="presParOf" srcId="{37A98261-7472-4390-AEAA-F477D1850858}" destId="{947374BB-3F09-4F36-9E07-17C641EA0398}" srcOrd="1" destOrd="0" presId="urn:microsoft.com/office/officeart/2018/2/layout/IconLabelList"/>
    <dgm:cxn modelId="{C3B9FFE3-1D19-4678-BF79-A2376EB3E98B}" type="presParOf" srcId="{37A98261-7472-4390-AEAA-F477D1850858}" destId="{7C04BBCD-F487-4978-9645-6AE1CF71A41A}" srcOrd="2" destOrd="0" presId="urn:microsoft.com/office/officeart/2018/2/layout/IconLabelList"/>
    <dgm:cxn modelId="{4478DF25-0F34-489E-9BE5-A093039987A6}" type="presParOf" srcId="{91431221-D575-4EA6-BA57-28C1C31FA52D}" destId="{98A9DFBE-73A3-4EB6-B99C-685AF4EF8511}" srcOrd="1" destOrd="0" presId="urn:microsoft.com/office/officeart/2018/2/layout/IconLabelList"/>
    <dgm:cxn modelId="{04BAC485-3F1F-4CA6-8E1C-A953497222DF}" type="presParOf" srcId="{91431221-D575-4EA6-BA57-28C1C31FA52D}" destId="{5C17C355-15EC-44E5-AFDD-9BA24D8E1D13}" srcOrd="2" destOrd="0" presId="urn:microsoft.com/office/officeart/2018/2/layout/IconLabelList"/>
    <dgm:cxn modelId="{8BF3E99D-10AD-437F-83F0-1B0722E528DE}" type="presParOf" srcId="{5C17C355-15EC-44E5-AFDD-9BA24D8E1D13}" destId="{119EE623-0B38-4388-B734-B901421A2A8A}" srcOrd="0" destOrd="0" presId="urn:microsoft.com/office/officeart/2018/2/layout/IconLabelList"/>
    <dgm:cxn modelId="{51D81461-5A36-401B-9BA9-B3129AF6FFE9}" type="presParOf" srcId="{5C17C355-15EC-44E5-AFDD-9BA24D8E1D13}" destId="{74BF3291-509F-44DC-870C-DE551C3D69D8}" srcOrd="1" destOrd="0" presId="urn:microsoft.com/office/officeart/2018/2/layout/IconLabelList"/>
    <dgm:cxn modelId="{5D4F37BC-F5F5-469B-BE5B-D013B130BC26}" type="presParOf" srcId="{5C17C355-15EC-44E5-AFDD-9BA24D8E1D13}" destId="{452A57FE-68DC-45C7-AD61-5826E87DB97D}" srcOrd="2" destOrd="0" presId="urn:microsoft.com/office/officeart/2018/2/layout/IconLabelList"/>
    <dgm:cxn modelId="{95D7B666-9C4B-4221-A5BC-50C895772C59}" type="presParOf" srcId="{91431221-D575-4EA6-BA57-28C1C31FA52D}" destId="{BC94A2B0-ABB8-4837-BA20-6287E125D5A4}" srcOrd="3" destOrd="0" presId="urn:microsoft.com/office/officeart/2018/2/layout/IconLabelList"/>
    <dgm:cxn modelId="{F1F066A3-AD77-47BC-801D-945250278452}" type="presParOf" srcId="{91431221-D575-4EA6-BA57-28C1C31FA52D}" destId="{2B493228-DBE9-4466-A961-9D3B2F61CB3B}" srcOrd="4" destOrd="0" presId="urn:microsoft.com/office/officeart/2018/2/layout/IconLabelList"/>
    <dgm:cxn modelId="{984A98A8-33AE-45A6-851C-A32E29C94F4E}" type="presParOf" srcId="{2B493228-DBE9-4466-A961-9D3B2F61CB3B}" destId="{9E541776-5328-46CF-9B9D-18F1C6118BA4}" srcOrd="0" destOrd="0" presId="urn:microsoft.com/office/officeart/2018/2/layout/IconLabelList"/>
    <dgm:cxn modelId="{E0CC976F-0CC0-4B57-9B8D-C6166F300B82}" type="presParOf" srcId="{2B493228-DBE9-4466-A961-9D3B2F61CB3B}" destId="{3E92BAB7-8DEA-4A08-B1A5-96BCBFDA3ACA}" srcOrd="1" destOrd="0" presId="urn:microsoft.com/office/officeart/2018/2/layout/IconLabelList"/>
    <dgm:cxn modelId="{B7204047-6912-41EE-9F54-CCD2C06D1543}" type="presParOf" srcId="{2B493228-DBE9-4466-A961-9D3B2F61CB3B}" destId="{473B5459-F5B7-49A4-93BF-84F4FC66CD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7C119-FCF9-4EFA-8465-EB7A7C609BD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4BBCD-F487-4978-9645-6AE1CF71A41A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C# - Language</a:t>
          </a:r>
        </a:p>
      </dsp:txBody>
      <dsp:txXfrm>
        <a:off x="59990" y="2654049"/>
        <a:ext cx="3226223" cy="720000"/>
      </dsp:txXfrm>
    </dsp:sp>
    <dsp:sp modelId="{119EE623-0B38-4388-B734-B901421A2A8A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A57FE-68DC-45C7-AD61-5826E87DB97D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Razor – C# code embedded in HTML</a:t>
          </a:r>
        </a:p>
      </dsp:txBody>
      <dsp:txXfrm>
        <a:off x="3850802" y="2654049"/>
        <a:ext cx="3226223" cy="720000"/>
      </dsp:txXfrm>
    </dsp:sp>
    <dsp:sp modelId="{9E541776-5328-46CF-9B9D-18F1C6118BA4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B5459-F5B7-49A4-93BF-84F4FC66CD3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ASP.Net – Back-End Framework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4F9A-CE92-2E39-E41C-05332D3FB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FB34-26CB-7CB4-2F01-168A90272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94023-CEAE-E16D-5A78-05607463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A0734-3B5A-0DA8-59D4-49758198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87609-2B45-75BD-5A28-D7EBCF68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7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02F9-84EB-50A7-1859-A7963DB9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07F6-1137-BA30-CEF9-E318E93DA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F3F1B-29FC-12CF-6412-DE5B8836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7BC0F-4296-F5AD-F6C3-1E2D3857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9089-B1F4-ACBB-01F3-2999FBFD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0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7C33-6858-47C5-91D8-1F757368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26DB2-6E5C-D200-12B1-2DBC2BABD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7BD3-1488-D489-261E-6743AE04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DED1-729A-7212-EE6B-1E226CD3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6DC98-AAF3-B51B-7362-952322D0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2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EFED-D1C6-F01D-E16E-1A0B7844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9A6C-B8F0-5D5B-FC14-1EF2863C0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9A54A-50AC-EB22-B6C7-0706E303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F8AE1-74A8-A6DA-E13A-245724B0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5EE0A-8849-8944-80B1-B54B08ED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4A461-089D-9796-7FBF-C5585183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5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F2BE-B8E4-4C1F-EEAC-A6FDB16D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D37-121F-EDA2-CE84-9316365AA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D7D44-BBAA-16D6-B122-09D90CFCD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54609-259A-B946-3EE2-72ED19F33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D6E1E-345F-2F84-AB70-775BCE971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710A6-C987-0995-C5D3-D895DB8B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D39D4-665B-9807-A747-611CD95E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31835-8AC5-DAE6-EB24-4F400F47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6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CAC8-6C24-DAAE-8857-954B5F47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2B12C-4C31-3B29-459C-9A3BC28E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4B8BE-B135-BBA0-19A2-27E1F0AE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7AC84-8AB7-D405-CF69-3002C9D7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7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E5612-814B-8275-B88A-D45B0C61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A5CB8-BFC8-3E45-7199-15C39D5B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2BD69-C919-54B2-589C-64B0ADA2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0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366E-5DED-7DA6-56CC-13E19352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30D18-4D2C-946B-1179-6D2FAA5A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2F933-BF58-85DC-1E2A-15A79101F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27170-14BD-38AD-ECD7-D6F34F61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921C7-E3DB-A475-0ED7-EA2C9613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1A096-B286-1A48-E440-EFF54DE0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6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32C4-C0EF-772E-305A-08091A82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F1AF9-9515-B601-DCC6-37AC25C2C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E37A2-6FE7-5A3F-FB1B-34B3B3548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76CFA-AE10-8E23-0054-AE46F606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5A7DD-1624-7BB8-1FB8-75EB545F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C3DDE-5204-FF39-AE9F-D4687950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6479-4AD3-4279-F30A-75D3171CD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D1717-7314-86AF-E82D-E5764D227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589A3-88C0-D13A-E14D-EE341BC6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7E0E-45CA-331D-05AE-1FB2EE8E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F658-23BB-A933-9E84-B5BF7164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B8E0D-6419-CA0D-457B-4ED901681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C0B07-409E-2FE3-3D68-D3B9A4DD3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EFB4B-A182-AA78-AE28-696A58B6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406E1-E8BE-1904-5B63-667E723F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A133C-EB9A-9D26-A3FA-6549753A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900F6-CBD2-D441-6A4A-250E9BCD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235C9-5A39-986B-1085-B9612C815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57497-18FC-8282-DD52-E4700ABA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CA703-8418-410D-B4E7-47DF9C6E3812}" type="datetimeFigureOut">
              <a:rPr lang="en-US" smtClean="0"/>
              <a:t>04/09/2025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6C1EF-5C0C-9227-6736-06A0A1C0F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FBD11-B887-F467-6625-B51398425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0C375-6A51-451B-A9AE-5696DD17A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1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gramming_languages_used_in_most_popular_website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lummersSoftwareLLC/Primes" TargetMode="External"/><Relationship Id="rId2" Type="http://schemas.openxmlformats.org/officeDocument/2006/relationships/hyperlink" Target="https://www.youtube.com/watch?v=pSvSXBorw4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plummerssoftwarellc.github.io/PrimeView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5AF5B-9A45-81C9-9812-FCC357191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Interpreted and Compiled Languages, C# with Razor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74C4C-3326-4E30-52AE-C503E8259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IT&amp;C 210B – S35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016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27A25-1DC1-0F07-0E0D-8D0E9389A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434" y="1437769"/>
            <a:ext cx="7365129" cy="525460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59C2EAC-B605-9952-BFA6-D26D0D50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206"/>
            <a:ext cx="10515600" cy="1325563"/>
          </a:xfrm>
        </p:spPr>
        <p:txBody>
          <a:bodyPr/>
          <a:lstStyle/>
          <a:p>
            <a:r>
              <a:rPr lang="en-US" dirty="0"/>
              <a:t>Most Popular Server-Side Frameworks</a:t>
            </a:r>
            <a:br>
              <a:rPr lang="en-US" dirty="0"/>
            </a:br>
            <a:r>
              <a:rPr lang="en-US" dirty="0"/>
              <a:t>by Number of Sites</a:t>
            </a:r>
          </a:p>
        </p:txBody>
      </p:sp>
    </p:spTree>
    <p:extLst>
      <p:ext uri="{BB962C8B-B14F-4D97-AF65-F5344CB8AC3E}">
        <p14:creationId xmlns:p14="http://schemas.microsoft.com/office/powerpoint/2010/main" val="151940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81F98C-7A32-9309-C70C-F0CBF421D7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3"/>
          <a:stretch/>
        </p:blipFill>
        <p:spPr>
          <a:xfrm>
            <a:off x="2027664" y="933855"/>
            <a:ext cx="7906085" cy="5554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E135E5-93E7-080C-25B1-95962280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3854"/>
          </a:xfrm>
        </p:spPr>
        <p:txBody>
          <a:bodyPr/>
          <a:lstStyle/>
          <a:p>
            <a:r>
              <a:rPr lang="en-US" dirty="0"/>
              <a:t>The Most Heavily Trafficked Websites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4257B-0F08-6673-27CD-21963DFF8183}"/>
              </a:ext>
            </a:extLst>
          </p:cNvPr>
          <p:cNvSpPr txBox="1"/>
          <p:nvPr/>
        </p:nvSpPr>
        <p:spPr>
          <a:xfrm>
            <a:off x="3326062" y="6488668"/>
            <a:ext cx="886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hlinkClick r:id="rId3"/>
              </a:rPr>
              <a:t>https://en.wikipedia.org/wiki/Programming_languages_used_in_most_popular_websites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72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BA28FF-006B-ECE2-C0D6-48E946FD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Back-End Languages / Frameworks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A3D0CD-2386-9204-43AE-5228D362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0BE6B-3C62-5ADC-54BB-D5D4FC2560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C++ / Various Custom Frameworks</a:t>
            </a:r>
          </a:p>
          <a:p>
            <a:r>
              <a:rPr lang="en-US" sz="2400" dirty="0"/>
              <a:t>C# / </a:t>
            </a:r>
            <a:r>
              <a:rPr lang="en-US" sz="2400" dirty="0" err="1"/>
              <a:t>ASP.Net</a:t>
            </a:r>
            <a:endParaRPr lang="en-US" sz="2400" dirty="0"/>
          </a:p>
          <a:p>
            <a:r>
              <a:rPr lang="en-US" sz="2400" dirty="0"/>
              <a:t>Java / JSP, Spring, others</a:t>
            </a:r>
          </a:p>
          <a:p>
            <a:r>
              <a:rPr lang="en-US" sz="2400" dirty="0"/>
              <a:t>Go / Gin, </a:t>
            </a:r>
            <a:r>
              <a:rPr lang="en-US" sz="2400" dirty="0" err="1"/>
              <a:t>Beego</a:t>
            </a:r>
            <a:r>
              <a:rPr lang="en-US" sz="2400" dirty="0"/>
              <a:t>, others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F1EE74-2D03-BAA7-1680-6E99192B1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Interpreted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1FF806-C203-6875-1F0E-255924037FE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PHP</a:t>
            </a:r>
          </a:p>
          <a:p>
            <a:r>
              <a:rPr lang="en-US" sz="2400" dirty="0"/>
              <a:t>Ruby on Rails</a:t>
            </a:r>
          </a:p>
          <a:p>
            <a:r>
              <a:rPr lang="en-US" sz="2400" dirty="0"/>
              <a:t>JavaScript / </a:t>
            </a:r>
            <a:r>
              <a:rPr lang="en-US" sz="2400" dirty="0" err="1"/>
              <a:t>Node+Express</a:t>
            </a:r>
            <a:endParaRPr lang="en-US" sz="2400" dirty="0"/>
          </a:p>
          <a:p>
            <a:r>
              <a:rPr lang="en-US" sz="2400" dirty="0"/>
              <a:t>Python / Django, Flask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519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6FC1D6-9FBE-113E-E7AD-5C64DB7B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Interpreted Languages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008BE7-ACAA-E2A2-2139-0A80FF04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Instant updates – faster testing</a:t>
            </a:r>
          </a:p>
          <a:p>
            <a:r>
              <a:rPr lang="en-US" dirty="0"/>
              <a:t>Simpler development environments</a:t>
            </a:r>
          </a:p>
          <a:p>
            <a:r>
              <a:rPr lang="en-US" dirty="0"/>
              <a:t>Popular, lots of support and examples</a:t>
            </a:r>
          </a:p>
          <a:p>
            <a:r>
              <a:rPr lang="en-US" dirty="0"/>
              <a:t>Same front-end and back-end language (with JavaScript/Node)</a:t>
            </a:r>
          </a:p>
          <a:p>
            <a:r>
              <a:rPr lang="en-US" dirty="0"/>
              <a:t>Platform independence – portability</a:t>
            </a:r>
          </a:p>
          <a:p>
            <a:r>
              <a:rPr lang="en-US" dirty="0"/>
              <a:t>Debugging may be easier to set 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3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BFDC-A9F9-4E39-E9D1-96969ACE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Compiled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63A88-0939-2320-B3B0-535DA1DE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Compile-time error checking</a:t>
            </a:r>
          </a:p>
          <a:p>
            <a:pPr lvl="1"/>
            <a:r>
              <a:rPr lang="en-US" dirty="0"/>
              <a:t>Paired with strong typing in most languages</a:t>
            </a:r>
          </a:p>
          <a:p>
            <a:r>
              <a:rPr lang="en-US" dirty="0"/>
              <a:t>Robust debugging environments (once you get it set up)</a:t>
            </a:r>
          </a:p>
          <a:p>
            <a:r>
              <a:rPr lang="en-US" dirty="0"/>
              <a:t>Robust support for multi-threaded environments</a:t>
            </a:r>
          </a:p>
          <a:p>
            <a:pPr lvl="1"/>
            <a:r>
              <a:rPr lang="en-US" dirty="0"/>
              <a:t>Makes better use of multi-core processors</a:t>
            </a:r>
          </a:p>
          <a:p>
            <a:r>
              <a:rPr lang="en-US" dirty="0"/>
              <a:t>Performance, performance, performance!</a:t>
            </a:r>
          </a:p>
        </p:txBody>
      </p:sp>
    </p:spTree>
    <p:extLst>
      <p:ext uri="{BB962C8B-B14F-4D97-AF65-F5344CB8AC3E}">
        <p14:creationId xmlns:p14="http://schemas.microsoft.com/office/powerpoint/2010/main" val="323895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37EA52-4CC8-D680-D406-4F8AEFEE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Demo</a:t>
            </a:r>
          </a:p>
        </p:txBody>
      </p:sp>
      <p:pic>
        <p:nvPicPr>
          <p:cNvPr id="1026" name="Picture 2" descr="A fast airplane">
            <a:extLst>
              <a:ext uri="{FF2B5EF4-FFF2-40B4-BE49-F238E27FC236}">
                <a16:creationId xmlns:a16="http://schemas.microsoft.com/office/drawing/2014/main" id="{3B9ADA9C-EF4E-2F4C-D840-AE41A76B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722" y="750440"/>
            <a:ext cx="4333601" cy="43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3292FB-2954-C5D7-74EB-71E49F337298}"/>
              </a:ext>
            </a:extLst>
          </p:cNvPr>
          <p:cNvSpPr txBox="1"/>
          <p:nvPr/>
        </p:nvSpPr>
        <p:spPr>
          <a:xfrm>
            <a:off x="6626712" y="5084041"/>
            <a:ext cx="1886579" cy="352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68680">
              <a:spcAft>
                <a:spcPts val="600"/>
              </a:spcAft>
            </a:pPr>
            <a:r>
              <a:rPr lang="en-US" sz="171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Bing Image Creator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0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0EF07D-1908-98FB-7F58-127DBCFA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US" dirty="0"/>
              <a:t>Language Performance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D5B313-FA4D-40FD-6ED1-504502D50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852988"/>
          </a:xfrm>
        </p:spPr>
        <p:txBody>
          <a:bodyPr/>
          <a:lstStyle/>
          <a:p>
            <a:r>
              <a:rPr lang="en-US" dirty="0"/>
              <a:t>Sieve Primes to 1,000,000 per 15 seconds.</a:t>
            </a:r>
          </a:p>
          <a:p>
            <a:pPr lvl="1"/>
            <a:r>
              <a:rPr lang="en-US" dirty="0"/>
              <a:t>173 Python</a:t>
            </a:r>
          </a:p>
          <a:p>
            <a:pPr lvl="1"/>
            <a:r>
              <a:rPr lang="en-US" dirty="0"/>
              <a:t>366 JavaScript</a:t>
            </a:r>
          </a:p>
          <a:p>
            <a:pPr lvl="1"/>
            <a:r>
              <a:rPr lang="en-US" dirty="0"/>
              <a:t>8977 C#</a:t>
            </a:r>
          </a:p>
          <a:p>
            <a:r>
              <a:rPr lang="en-US" dirty="0"/>
              <a:t>Performance Boost</a:t>
            </a:r>
          </a:p>
          <a:p>
            <a:pPr lvl="1"/>
            <a:r>
              <a:rPr lang="en-US" dirty="0"/>
              <a:t>366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÷ </a:t>
            </a:r>
            <a:r>
              <a:rPr lang="en-US" dirty="0"/>
              <a:t>173 = 2.1       JavaScript is approximately 2x faster than Python</a:t>
            </a:r>
          </a:p>
          <a:p>
            <a:pPr lvl="1"/>
            <a:r>
              <a:rPr lang="en-US" dirty="0"/>
              <a:t>8977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÷ </a:t>
            </a:r>
            <a:r>
              <a:rPr lang="en-US" dirty="0"/>
              <a:t>366 = 24.5  C# is approximately 25x faster than JavaScript</a:t>
            </a:r>
          </a:p>
          <a:p>
            <a:r>
              <a:rPr lang="en-US" dirty="0"/>
              <a:t>In Perspective</a:t>
            </a:r>
          </a:p>
          <a:p>
            <a:pPr lvl="1"/>
            <a:r>
              <a:rPr lang="en-US" dirty="0"/>
              <a:t>15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÷ </a:t>
            </a:r>
            <a:r>
              <a:rPr lang="en-US" dirty="0"/>
              <a:t>173 = 0.087 second</a:t>
            </a:r>
          </a:p>
          <a:p>
            <a:pPr lvl="1"/>
            <a:r>
              <a:rPr lang="en-US" dirty="0"/>
              <a:t>15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÷ </a:t>
            </a:r>
            <a:r>
              <a:rPr lang="en-US" dirty="0"/>
              <a:t>366 = 0.041 second</a:t>
            </a:r>
          </a:p>
          <a:p>
            <a:pPr lvl="1"/>
            <a:r>
              <a:rPr lang="en-US" dirty="0"/>
              <a:t>15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÷ </a:t>
            </a:r>
            <a:r>
              <a:rPr lang="en-US" dirty="0"/>
              <a:t>8977 = 0.0016 second</a:t>
            </a:r>
          </a:p>
        </p:txBody>
      </p:sp>
    </p:spTree>
    <p:extLst>
      <p:ext uri="{BB962C8B-B14F-4D97-AF65-F5344CB8AC3E}">
        <p14:creationId xmlns:p14="http://schemas.microsoft.com/office/powerpoint/2010/main" val="166332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255F-AD05-50E5-2DC8-C40D7527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Dave Plummer’s Software Drag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5E7DF-179C-13B9-F5E2-287B9F75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6" y="1571625"/>
            <a:ext cx="6591300" cy="4605338"/>
          </a:xfrm>
        </p:spPr>
        <p:txBody>
          <a:bodyPr>
            <a:normAutofit/>
          </a:bodyPr>
          <a:lstStyle/>
          <a:p>
            <a:r>
              <a:rPr lang="en-US" sz="2400" dirty="0"/>
              <a:t>Uses roughly the same Sieve benchmark but with number of sieves per minute</a:t>
            </a:r>
          </a:p>
          <a:p>
            <a:pPr lvl="1"/>
            <a:r>
              <a:rPr lang="en-US" sz="2000" dirty="0"/>
              <a:t>Also requires compact memory by requiring one bit (not byte) per prime in the array.</a:t>
            </a:r>
          </a:p>
          <a:p>
            <a:r>
              <a:rPr lang="en-US" sz="2400" dirty="0"/>
              <a:t>Top 5 video</a:t>
            </a:r>
          </a:p>
          <a:p>
            <a:pPr lvl="1"/>
            <a:r>
              <a:rPr lang="en-US" sz="2000" dirty="0">
                <a:hlinkClick r:id="rId2"/>
              </a:rPr>
              <a:t>https://www.youtube.com/watch?v=pSvSXBorw4A</a:t>
            </a:r>
            <a:endParaRPr lang="en-US" sz="2000" dirty="0"/>
          </a:p>
          <a:p>
            <a:r>
              <a:rPr lang="en-US" sz="2400" dirty="0"/>
              <a:t>Source code</a:t>
            </a:r>
          </a:p>
          <a:p>
            <a:pPr lvl="1"/>
            <a:r>
              <a:rPr lang="en-US" sz="2000" dirty="0">
                <a:hlinkClick r:id="rId3"/>
              </a:rPr>
              <a:t>https://github.com/PlummersSoftwareLLC/Primes</a:t>
            </a:r>
            <a:endParaRPr lang="en-US" sz="2000" dirty="0"/>
          </a:p>
          <a:p>
            <a:r>
              <a:rPr lang="en-US" sz="2400" dirty="0"/>
              <a:t>Current Results</a:t>
            </a:r>
          </a:p>
          <a:p>
            <a:pPr lvl="1"/>
            <a:r>
              <a:rPr lang="en-US" sz="2000" dirty="0">
                <a:hlinkClick r:id="rId4"/>
              </a:rPr>
              <a:t>https://plummerssoftwarellc.github.io/PrimeView</a:t>
            </a:r>
            <a:endParaRPr lang="en-US" sz="20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5FBAA-C021-AD50-CB43-DB4054836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499" y="1571625"/>
            <a:ext cx="3990975" cy="225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CE51A-C83F-3DC5-4AB0-DFAFE72F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C#, Razor, </a:t>
            </a:r>
            <a:r>
              <a:rPr lang="en-US" sz="4000" dirty="0" err="1">
                <a:solidFill>
                  <a:srgbClr val="FFFFFF"/>
                </a:solidFill>
              </a:rPr>
              <a:t>ASP.Net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DC6A2E-0173-136C-9354-6C7FFF994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2290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927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0A73-695E-4E7C-EA1E-1891BF71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410"/>
          </a:xfrm>
        </p:spPr>
        <p:txBody>
          <a:bodyPr/>
          <a:lstStyle/>
          <a:p>
            <a:r>
              <a:rPr lang="en-US" dirty="0"/>
              <a:t>.NET Framework / .NET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F5A7A-8B44-BCEA-25FE-EECA7B4B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43"/>
            <a:ext cx="10515600" cy="4817720"/>
          </a:xfrm>
        </p:spPr>
        <p:txBody>
          <a:bodyPr/>
          <a:lstStyle/>
          <a:p>
            <a:r>
              <a:rPr lang="en-US" dirty="0"/>
              <a:t>.NET (dot Net) is Microsoft’s modern platform for application development.</a:t>
            </a:r>
          </a:p>
          <a:p>
            <a:pPr lvl="1"/>
            <a:r>
              <a:rPr lang="en-US" dirty="0"/>
              <a:t>.NET Framework is proprietary and runs on Windows</a:t>
            </a:r>
          </a:p>
          <a:p>
            <a:pPr lvl="1"/>
            <a:r>
              <a:rPr lang="en-US" dirty="0"/>
              <a:t>.NET Core is open source and runs on Windows, macOS, Linux, iOS, Android and more.</a:t>
            </a:r>
          </a:p>
          <a:p>
            <a:r>
              <a:rPr lang="en-US" dirty="0"/>
              <a:t>Multiple languages</a:t>
            </a:r>
          </a:p>
          <a:p>
            <a:pPr lvl="1"/>
            <a:r>
              <a:rPr lang="en-US" dirty="0"/>
              <a:t>C#, Visual Basic, C++, F#, and others</a:t>
            </a:r>
          </a:p>
          <a:p>
            <a:r>
              <a:rPr lang="en-US" dirty="0"/>
              <a:t>.NET compiles to an intermediate machine code, MSIL. At load time a Just-In-Time (JIT) compiler converts MSIL into the native machine language. Thus, one compiled program can run natively on multiple platforms including x86, ARM, RISC-V, and even microcontrollers.</a:t>
            </a:r>
          </a:p>
        </p:txBody>
      </p:sp>
    </p:spTree>
    <p:extLst>
      <p:ext uri="{BB962C8B-B14F-4D97-AF65-F5344CB8AC3E}">
        <p14:creationId xmlns:p14="http://schemas.microsoft.com/office/powerpoint/2010/main" val="1572792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7FCB-5244-EB2C-06E6-96FDD10E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Application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B71B3-B25E-69F3-2D13-74EC4C0C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Console App – Portable across Windows, Linux, and MacOS</a:t>
            </a:r>
          </a:p>
          <a:p>
            <a:r>
              <a:rPr lang="en-US" dirty="0" err="1"/>
              <a:t>ASP.Net</a:t>
            </a:r>
            <a:r>
              <a:rPr lang="en-US" dirty="0"/>
              <a:t> – Web</a:t>
            </a:r>
          </a:p>
          <a:p>
            <a:r>
              <a:rPr lang="en-US" dirty="0"/>
              <a:t>MAUI – Graphical User Interface on Android, iOS, Windows, macOS</a:t>
            </a:r>
          </a:p>
          <a:p>
            <a:r>
              <a:rPr lang="en-US" dirty="0"/>
              <a:t>Unity – Game Development for PC, Mac, Consoles, Mobile</a:t>
            </a:r>
          </a:p>
        </p:txBody>
      </p:sp>
    </p:spTree>
    <p:extLst>
      <p:ext uri="{BB962C8B-B14F-4D97-AF65-F5344CB8AC3E}">
        <p14:creationId xmlns:p14="http://schemas.microsoft.com/office/powerpoint/2010/main" val="3993354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77CDC-DF7A-2A43-5703-C6E9C9E3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RAZOR Website Demo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DF603F11-1148-64BE-D623-41EFB3CDE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280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4983-2A39-65CB-8C13-1EBF91B5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A692-487F-F1D5-DA40-DDDBE340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compiled languages so much faster than interpreted languages?</a:t>
            </a:r>
          </a:p>
          <a:p>
            <a:r>
              <a:rPr lang="en-US" dirty="0"/>
              <a:t>When compiled languages are so much faster, why are interpreted languages like Python and JavaScript so popular?</a:t>
            </a:r>
          </a:p>
          <a:p>
            <a:r>
              <a:rPr lang="en-US" dirty="0"/>
              <a:t>If you were writing small program to do some data conversion for yourself which language would you pick? Why?</a:t>
            </a:r>
          </a:p>
          <a:p>
            <a:r>
              <a:rPr lang="en-US" dirty="0"/>
              <a:t>If you were building a large-scale application which language would you pick</a:t>
            </a:r>
            <a:r>
              <a:rPr lang="en-US"/>
              <a:t>? 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14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580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Roboto</vt:lpstr>
      <vt:lpstr>Office Theme</vt:lpstr>
      <vt:lpstr>Interpreted and Compiled Languages, C# with Razor</vt:lpstr>
      <vt:lpstr>Most Popular Server-Side Frameworks by Number of Sites</vt:lpstr>
      <vt:lpstr>The Most Heavily Trafficked Websites</vt:lpstr>
      <vt:lpstr>Top Back-End Languages / Frameworks</vt:lpstr>
      <vt:lpstr>Advantages of Interpreted Languages</vt:lpstr>
      <vt:lpstr>Advantages of Compiled Languages</vt:lpstr>
      <vt:lpstr>Performance Demo</vt:lpstr>
      <vt:lpstr>Language Performance</vt:lpstr>
      <vt:lpstr>Dave Plummer’s Software Drag Race</vt:lpstr>
      <vt:lpstr>C#, Razor, ASP.Net</vt:lpstr>
      <vt:lpstr>.NET Framework / .NET Core</vt:lpstr>
      <vt:lpstr>.NET Application Models</vt:lpstr>
      <vt:lpstr>RAZOR Website Demo</vt:lpstr>
      <vt:lpstr>Review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Interpreted and Compiled Languages, C# with Razor</dc:title>
  <dc:creator>Brandt Redd</dc:creator>
  <cp:lastModifiedBy>Brandt Redd</cp:lastModifiedBy>
  <cp:revision>1</cp:revision>
  <dcterms:created xsi:type="dcterms:W3CDTF">2023-11-28T23:23:52Z</dcterms:created>
  <dcterms:modified xsi:type="dcterms:W3CDTF">2025-04-09T13:52:34Z</dcterms:modified>
</cp:coreProperties>
</file>