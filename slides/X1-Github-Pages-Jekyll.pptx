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1" r:id="rId2"/>
    <p:sldId id="258" r:id="rId3"/>
    <p:sldId id="259" r:id="rId4"/>
    <p:sldId id="266" r:id="rId5"/>
    <p:sldId id="260" r:id="rId6"/>
    <p:sldId id="261" r:id="rId7"/>
    <p:sldId id="263" r:id="rId8"/>
    <p:sldId id="292" r:id="rId9"/>
    <p:sldId id="262" r:id="rId10"/>
    <p:sldId id="264" r:id="rId11"/>
    <p:sldId id="294" r:id="rId12"/>
    <p:sldId id="265" r:id="rId13"/>
    <p:sldId id="29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92" d="100"/>
          <a:sy n="92" d="100"/>
        </p:scale>
        <p:origin x="942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0397526A-5767-4216-AF4D-9AF8B556735E}"/>
    <pc:docChg chg="custSel modSld">
      <pc:chgData name="Brandt Redd" userId="be8ed540b98adac0" providerId="LiveId" clId="{0397526A-5767-4216-AF4D-9AF8B556735E}" dt="2022-11-22T05:24:32.678" v="8" actId="20577"/>
      <pc:docMkLst>
        <pc:docMk/>
      </pc:docMkLst>
      <pc:sldChg chg="modSp mod">
        <pc:chgData name="Brandt Redd" userId="be8ed540b98adac0" providerId="LiveId" clId="{0397526A-5767-4216-AF4D-9AF8B556735E}" dt="2022-11-22T05:24:32.678" v="8" actId="20577"/>
        <pc:sldMkLst>
          <pc:docMk/>
          <pc:sldMk cId="430877464" sldId="264"/>
        </pc:sldMkLst>
      </pc:sldChg>
    </pc:docChg>
  </pc:docChgLst>
  <pc:docChgLst>
    <pc:chgData name="Brandt Redd" userId="be8ed540b98adac0" providerId="LiveId" clId="{C80B3441-CA12-414F-990C-58A1E2BBA381}"/>
    <pc:docChg chg="custSel modSld">
      <pc:chgData name="Brandt Redd" userId="be8ed540b98adac0" providerId="LiveId" clId="{C80B3441-CA12-414F-990C-58A1E2BBA381}" dt="2025-04-04T02:41:05.556" v="262" actId="20577"/>
      <pc:docMkLst>
        <pc:docMk/>
      </pc:docMkLst>
      <pc:sldChg chg="modSp mod">
        <pc:chgData name="Brandt Redd" userId="be8ed540b98adac0" providerId="LiveId" clId="{C80B3441-CA12-414F-990C-58A1E2BBA381}" dt="2025-04-04T02:38:24.425" v="130" actId="27636"/>
        <pc:sldMkLst>
          <pc:docMk/>
          <pc:sldMk cId="2756007996" sldId="259"/>
        </pc:sldMkLst>
        <pc:spChg chg="mod">
          <ac:chgData name="Brandt Redd" userId="be8ed540b98adac0" providerId="LiveId" clId="{C80B3441-CA12-414F-990C-58A1E2BBA381}" dt="2025-04-04T02:38:24.425" v="130" actId="27636"/>
          <ac:spMkLst>
            <pc:docMk/>
            <pc:sldMk cId="2756007996" sldId="259"/>
            <ac:spMk id="3" creationId="{910DA61B-CA7D-4DE8-AA35-B71C40560C06}"/>
          </ac:spMkLst>
        </pc:spChg>
      </pc:sldChg>
      <pc:sldChg chg="modSp mod">
        <pc:chgData name="Brandt Redd" userId="be8ed540b98adac0" providerId="LiveId" clId="{C80B3441-CA12-414F-990C-58A1E2BBA381}" dt="2025-04-04T02:39:08.021" v="188" actId="20577"/>
        <pc:sldMkLst>
          <pc:docMk/>
          <pc:sldMk cId="1424200558" sldId="261"/>
        </pc:sldMkLst>
        <pc:spChg chg="mod">
          <ac:chgData name="Brandt Redd" userId="be8ed540b98adac0" providerId="LiveId" clId="{C80B3441-CA12-414F-990C-58A1E2BBA381}" dt="2025-04-04T02:39:08.021" v="188" actId="20577"/>
          <ac:spMkLst>
            <pc:docMk/>
            <pc:sldMk cId="1424200558" sldId="261"/>
            <ac:spMk id="3" creationId="{9CC9D39B-6CE9-40DF-B2BB-D94E5A8ADD4F}"/>
          </ac:spMkLst>
        </pc:spChg>
      </pc:sldChg>
      <pc:sldChg chg="modSp mod">
        <pc:chgData name="Brandt Redd" userId="be8ed540b98adac0" providerId="LiveId" clId="{C80B3441-CA12-414F-990C-58A1E2BBA381}" dt="2025-04-04T02:39:34.312" v="225" actId="20577"/>
        <pc:sldMkLst>
          <pc:docMk/>
          <pc:sldMk cId="1881612667" sldId="263"/>
        </pc:sldMkLst>
        <pc:spChg chg="mod">
          <ac:chgData name="Brandt Redd" userId="be8ed540b98adac0" providerId="LiveId" clId="{C80B3441-CA12-414F-990C-58A1E2BBA381}" dt="2025-04-04T02:39:34.312" v="225" actId="20577"/>
          <ac:spMkLst>
            <pc:docMk/>
            <pc:sldMk cId="1881612667" sldId="263"/>
            <ac:spMk id="3" creationId="{9CC9D39B-6CE9-40DF-B2BB-D94E5A8ADD4F}"/>
          </ac:spMkLst>
        </pc:spChg>
      </pc:sldChg>
      <pc:sldChg chg="modSp mod">
        <pc:chgData name="Brandt Redd" userId="be8ed540b98adac0" providerId="LiveId" clId="{C80B3441-CA12-414F-990C-58A1E2BBA381}" dt="2025-04-04T02:40:45.071" v="238" actId="20577"/>
        <pc:sldMkLst>
          <pc:docMk/>
          <pc:sldMk cId="430877464" sldId="264"/>
        </pc:sldMkLst>
        <pc:spChg chg="mod">
          <ac:chgData name="Brandt Redd" userId="be8ed540b98adac0" providerId="LiveId" clId="{C80B3441-CA12-414F-990C-58A1E2BBA381}" dt="2025-04-04T02:40:45.071" v="238" actId="20577"/>
          <ac:spMkLst>
            <pc:docMk/>
            <pc:sldMk cId="430877464" sldId="264"/>
            <ac:spMk id="3" creationId="{467E0EC4-02A9-49A1-B3C7-7BB720265A05}"/>
          </ac:spMkLst>
        </pc:spChg>
      </pc:sldChg>
      <pc:sldChg chg="modSp mod">
        <pc:chgData name="Brandt Redd" userId="be8ed540b98adac0" providerId="LiveId" clId="{C80B3441-CA12-414F-990C-58A1E2BBA381}" dt="2025-04-04T02:41:05.556" v="262" actId="20577"/>
        <pc:sldMkLst>
          <pc:docMk/>
          <pc:sldMk cId="4290253736" sldId="294"/>
        </pc:sldMkLst>
        <pc:spChg chg="mod">
          <ac:chgData name="Brandt Redd" userId="be8ed540b98adac0" providerId="LiveId" clId="{C80B3441-CA12-414F-990C-58A1E2BBA381}" dt="2025-04-04T02:41:05.556" v="262" actId="20577"/>
          <ac:spMkLst>
            <pc:docMk/>
            <pc:sldMk cId="4290253736" sldId="294"/>
            <ac:spMk id="2" creationId="{DFE7A968-F1F9-DF3B-A4CA-C0292E6DF284}"/>
          </ac:spMkLst>
        </pc:spChg>
      </pc:sldChg>
    </pc:docChg>
  </pc:docChgLst>
  <pc:docChgLst>
    <pc:chgData name="Brandt Redd" userId="be8ed540b98adac0" providerId="LiveId" clId="{BD89A610-892D-4F43-93B5-50102CCDC09A}"/>
    <pc:docChg chg="custSel modSld">
      <pc:chgData name="Brandt Redd" userId="be8ed540b98adac0" providerId="LiveId" clId="{BD89A610-892D-4F43-93B5-50102CCDC09A}" dt="2023-10-13T04:21:13.606" v="11" actId="33524"/>
      <pc:docMkLst>
        <pc:docMk/>
      </pc:docMkLst>
      <pc:sldChg chg="modSp mod">
        <pc:chgData name="Brandt Redd" userId="be8ed540b98adac0" providerId="LiveId" clId="{BD89A610-892D-4F43-93B5-50102CCDC09A}" dt="2023-10-13T04:21:13.606" v="11" actId="33524"/>
        <pc:sldMkLst>
          <pc:docMk/>
          <pc:sldMk cId="1881612667" sldId="263"/>
        </pc:sldMkLst>
      </pc:sldChg>
      <pc:sldChg chg="modSp mod">
        <pc:chgData name="Brandt Redd" userId="be8ed540b98adac0" providerId="LiveId" clId="{BD89A610-892D-4F43-93B5-50102CCDC09A}" dt="2023-10-13T04:15:57.015" v="9" actId="20577"/>
        <pc:sldMkLst>
          <pc:docMk/>
          <pc:sldMk cId="3459664641" sldId="291"/>
        </pc:sldMkLst>
      </pc:sldChg>
    </pc:docChg>
  </pc:docChgLst>
  <pc:docChgLst>
    <pc:chgData name="Brandt Redd" userId="be8ed540b98adac0" providerId="LiveId" clId="{485A2F70-577B-4F45-9135-2937B6CD827A}"/>
    <pc:docChg chg="custSel addSld modSld">
      <pc:chgData name="Brandt Redd" userId="be8ed540b98adac0" providerId="LiveId" clId="{485A2F70-577B-4F45-9135-2937B6CD827A}" dt="2024-06-12T20:14:50.908" v="405" actId="20577"/>
      <pc:docMkLst>
        <pc:docMk/>
      </pc:docMkLst>
      <pc:sldChg chg="modSp mod">
        <pc:chgData name="Brandt Redd" userId="be8ed540b98adac0" providerId="LiveId" clId="{485A2F70-577B-4F45-9135-2937B6CD827A}" dt="2024-06-12T19:59:17.261" v="208" actId="20577"/>
        <pc:sldMkLst>
          <pc:docMk/>
          <pc:sldMk cId="2923408219" sldId="260"/>
        </pc:sldMkLst>
      </pc:sldChg>
      <pc:sldChg chg="modSp mod">
        <pc:chgData name="Brandt Redd" userId="be8ed540b98adac0" providerId="LiveId" clId="{485A2F70-577B-4F45-9135-2937B6CD827A}" dt="2024-06-12T20:14:50.908" v="405" actId="20577"/>
        <pc:sldMkLst>
          <pc:docMk/>
          <pc:sldMk cId="1424200558" sldId="261"/>
        </pc:sldMkLst>
      </pc:sldChg>
      <pc:sldChg chg="modSp new mod">
        <pc:chgData name="Brandt Redd" userId="be8ed540b98adac0" providerId="LiveId" clId="{485A2F70-577B-4F45-9135-2937B6CD827A}" dt="2024-06-12T20:01:01.248" v="399" actId="20577"/>
        <pc:sldMkLst>
          <pc:docMk/>
          <pc:sldMk cId="4290253736" sldId="294"/>
        </pc:sldMkLst>
      </pc:sldChg>
    </pc:docChg>
  </pc:docChgLst>
  <pc:docChgLst>
    <pc:chgData name="Brandt Redd" userId="be8ed540b98adac0" providerId="LiveId" clId="{EACD0884-5B2A-459F-A8EA-A506CF3E124B}"/>
    <pc:docChg chg="custSel addSld delSld modSld">
      <pc:chgData name="Brandt Redd" userId="be8ed540b98adac0" providerId="LiveId" clId="{EACD0884-5B2A-459F-A8EA-A506CF3E124B}" dt="2021-04-12T13:46:52.307" v="1997" actId="20577"/>
      <pc:docMkLst>
        <pc:docMk/>
      </pc:docMkLst>
      <pc:sldChg chg="del">
        <pc:chgData name="Brandt Redd" userId="be8ed540b98adac0" providerId="LiveId" clId="{EACD0884-5B2A-459F-A8EA-A506CF3E124B}" dt="2021-04-12T02:59:22.256" v="1008" actId="47"/>
        <pc:sldMkLst>
          <pc:docMk/>
          <pc:sldMk cId="2101513280" sldId="256"/>
        </pc:sldMkLst>
      </pc:sldChg>
      <pc:sldChg chg="del">
        <pc:chgData name="Brandt Redd" userId="be8ed540b98adac0" providerId="LiveId" clId="{EACD0884-5B2A-459F-A8EA-A506CF3E124B}" dt="2021-04-12T02:59:35.762" v="1009" actId="47"/>
        <pc:sldMkLst>
          <pc:docMk/>
          <pc:sldMk cId="744146249" sldId="257"/>
        </pc:sldMkLst>
      </pc:sldChg>
      <pc:sldChg chg="modSp mod">
        <pc:chgData name="Brandt Redd" userId="be8ed540b98adac0" providerId="LiveId" clId="{EACD0884-5B2A-459F-A8EA-A506CF3E124B}" dt="2021-04-12T02:40:19.373" v="9" actId="6549"/>
        <pc:sldMkLst>
          <pc:docMk/>
          <pc:sldMk cId="2756007996" sldId="259"/>
        </pc:sldMkLst>
      </pc:sldChg>
      <pc:sldChg chg="modSp mod">
        <pc:chgData name="Brandt Redd" userId="be8ed540b98adac0" providerId="LiveId" clId="{EACD0884-5B2A-459F-A8EA-A506CF3E124B}" dt="2021-04-12T02:41:43.239" v="10" actId="20577"/>
        <pc:sldMkLst>
          <pc:docMk/>
          <pc:sldMk cId="1424200558" sldId="261"/>
        </pc:sldMkLst>
      </pc:sldChg>
      <pc:sldChg chg="modSp new mod">
        <pc:chgData name="Brandt Redd" userId="be8ed540b98adac0" providerId="LiveId" clId="{EACD0884-5B2A-459F-A8EA-A506CF3E124B}" dt="2021-04-12T02:56:22.680" v="838" actId="27636"/>
        <pc:sldMkLst>
          <pc:docMk/>
          <pc:sldMk cId="245624744" sldId="266"/>
        </pc:sldMkLst>
      </pc:sldChg>
      <pc:sldChg chg="addSp delSp modSp add mod setBg delDesignElem">
        <pc:chgData name="Brandt Redd" userId="be8ed540b98adac0" providerId="LiveId" clId="{EACD0884-5B2A-459F-A8EA-A506CF3E124B}" dt="2021-04-12T13:46:52.307" v="1997" actId="20577"/>
        <pc:sldMkLst>
          <pc:docMk/>
          <pc:sldMk cId="3459664641" sldId="291"/>
        </pc:sldMkLst>
      </pc:sldChg>
    </pc:docChg>
  </pc:docChgLst>
  <pc:docChgLst>
    <pc:chgData name="Brandt Redd" userId="be8ed540b98adac0" providerId="LiveId" clId="{56118CBC-3878-4201-8F59-295250294B04}"/>
    <pc:docChg chg="custSel addSld modSld sldOrd">
      <pc:chgData name="Brandt Redd" userId="be8ed540b98adac0" providerId="LiveId" clId="{56118CBC-3878-4201-8F59-295250294B04}" dt="2021-12-06T06:06:44.921" v="603"/>
      <pc:docMkLst>
        <pc:docMk/>
      </pc:docMkLst>
      <pc:sldChg chg="modSp mod">
        <pc:chgData name="Brandt Redd" userId="be8ed540b98adac0" providerId="LiveId" clId="{56118CBC-3878-4201-8F59-295250294B04}" dt="2021-12-06T06:02:04.059" v="50" actId="404"/>
        <pc:sldMkLst>
          <pc:docMk/>
          <pc:sldMk cId="1424200558" sldId="261"/>
        </pc:sldMkLst>
      </pc:sldChg>
      <pc:sldChg chg="modSp mod">
        <pc:chgData name="Brandt Redd" userId="be8ed540b98adac0" providerId="LiveId" clId="{56118CBC-3878-4201-8F59-295250294B04}" dt="2021-12-06T06:01:24.366" v="13" actId="20577"/>
        <pc:sldMkLst>
          <pc:docMk/>
          <pc:sldMk cId="245624744" sldId="266"/>
        </pc:sldMkLst>
      </pc:sldChg>
      <pc:sldChg chg="addSp delSp modSp mod modClrScheme delDesignElem chgLayout">
        <pc:chgData name="Brandt Redd" userId="be8ed540b98adac0" providerId="LiveId" clId="{56118CBC-3878-4201-8F59-295250294B04}" dt="2021-12-06T06:00:36.267" v="3" actId="478"/>
        <pc:sldMkLst>
          <pc:docMk/>
          <pc:sldMk cId="3459664641" sldId="291"/>
        </pc:sldMkLst>
      </pc:sldChg>
      <pc:sldChg chg="modSp new mod ord">
        <pc:chgData name="Brandt Redd" userId="be8ed540b98adac0" providerId="LiveId" clId="{56118CBC-3878-4201-8F59-295250294B04}" dt="2021-12-06T06:06:44.921" v="603"/>
        <pc:sldMkLst>
          <pc:docMk/>
          <pc:sldMk cId="2489912389" sldId="292"/>
        </pc:sldMkLst>
      </pc:sldChg>
    </pc:docChg>
  </pc:docChgLst>
  <pc:docChgLst>
    <pc:chgData name="Brandt Redd" userId="be8ed540b98adac0" providerId="LiveId" clId="{2108006E-9D3D-457C-A61E-298387BB5A42}"/>
    <pc:docChg chg="modSld">
      <pc:chgData name="Brandt Redd" userId="be8ed540b98adac0" providerId="LiveId" clId="{2108006E-9D3D-457C-A61E-298387BB5A42}" dt="2022-12-21T03:41:59.234" v="7" actId="20577"/>
      <pc:docMkLst>
        <pc:docMk/>
      </pc:docMkLst>
      <pc:sldChg chg="modSp mod">
        <pc:chgData name="Brandt Redd" userId="be8ed540b98adac0" providerId="LiveId" clId="{2108006E-9D3D-457C-A61E-298387BB5A42}" dt="2022-12-21T03:41:59.234" v="7" actId="20577"/>
        <pc:sldMkLst>
          <pc:docMk/>
          <pc:sldMk cId="3459664641" sldId="291"/>
        </pc:sldMkLst>
      </pc:sldChg>
    </pc:docChg>
  </pc:docChgLst>
  <pc:docChgLst>
    <pc:chgData name="Brandt Redd" userId="be8ed540b98adac0" providerId="LiveId" clId="{2DE31EE1-EDC2-46F2-9A24-F1BE06E61021}"/>
    <pc:docChg chg="custSel addSld modSld">
      <pc:chgData name="Brandt Redd" userId="be8ed540b98adac0" providerId="LiveId" clId="{2DE31EE1-EDC2-46F2-9A24-F1BE06E61021}" dt="2022-02-11T06:06:51.741" v="16" actId="6549"/>
      <pc:docMkLst>
        <pc:docMk/>
      </pc:docMkLst>
      <pc:sldChg chg="modSp new mod">
        <pc:chgData name="Brandt Redd" userId="be8ed540b98adac0" providerId="LiveId" clId="{2DE31EE1-EDC2-46F2-9A24-F1BE06E61021}" dt="2022-02-11T06:06:51.741" v="16" actId="6549"/>
        <pc:sldMkLst>
          <pc:docMk/>
          <pc:sldMk cId="1934519275" sldId="293"/>
        </pc:sldMkLst>
      </pc:sldChg>
    </pc:docChg>
  </pc:docChgLst>
  <pc:docChgLst>
    <pc:chgData name="Brandt Redd" userId="be8ed540b98adac0" providerId="LiveId" clId="{4C5EB822-57C4-41E7-9EAA-D823D3CCC15E}"/>
    <pc:docChg chg="undo custSel modSld">
      <pc:chgData name="Brandt Redd" userId="be8ed540b98adac0" providerId="LiveId" clId="{4C5EB822-57C4-41E7-9EAA-D823D3CCC15E}" dt="2022-04-08T02:41:48.425" v="96" actId="20577"/>
      <pc:docMkLst>
        <pc:docMk/>
      </pc:docMkLst>
      <pc:sldChg chg="modSp mod">
        <pc:chgData name="Brandt Redd" userId="be8ed540b98adac0" providerId="LiveId" clId="{4C5EB822-57C4-41E7-9EAA-D823D3CCC15E}" dt="2022-04-08T02:40:14.302" v="32" actId="20577"/>
        <pc:sldMkLst>
          <pc:docMk/>
          <pc:sldMk cId="1424200558" sldId="261"/>
        </pc:sldMkLst>
      </pc:sldChg>
      <pc:sldChg chg="modSp mod">
        <pc:chgData name="Brandt Redd" userId="be8ed540b98adac0" providerId="LiveId" clId="{4C5EB822-57C4-41E7-9EAA-D823D3CCC15E}" dt="2022-04-08T02:41:48.425" v="96" actId="20577"/>
        <pc:sldMkLst>
          <pc:docMk/>
          <pc:sldMk cId="430877464" sldId="264"/>
        </pc:sldMkLst>
      </pc:sldChg>
      <pc:sldChg chg="modSp mod">
        <pc:chgData name="Brandt Redd" userId="be8ed540b98adac0" providerId="LiveId" clId="{4C5EB822-57C4-41E7-9EAA-D823D3CCC15E}" dt="2022-04-08T02:41:07.263" v="81" actId="20577"/>
        <pc:sldMkLst>
          <pc:docMk/>
          <pc:sldMk cId="2489912389" sldId="2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8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734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6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87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306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913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588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B80B7-5FE6-4B33-91E2-A8E1F226B39C}" type="datetimeFigureOut">
              <a:rPr lang="en-US" smtClean="0"/>
              <a:t>04/03/2025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0AF60-CD9B-4375-9641-D80EAD7BA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1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yproject.github.io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obadiah.github.io/myprojec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pages/configuring-a-custom-domain-for-your-github-pages-sit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tarefossen/docker-github-pag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dmatrix.org/" TargetMode="External"/><Relationship Id="rId2" Type="http://schemas.openxmlformats.org/officeDocument/2006/relationships/hyperlink" Target="https://byu-itc-210.github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ollard.brandtredd.org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byujekylldemo.github.io/" TargetMode="External"/><Relationship Id="rId2" Type="http://schemas.openxmlformats.org/officeDocument/2006/relationships/hyperlink" Target="https://github.com/BYUJekyllDemo/BYUJekyllDemo.github.io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ekyllrb.com/" TargetMode="External"/><Relationship Id="rId2" Type="http://schemas.openxmlformats.org/officeDocument/2006/relationships/hyperlink" Target="https://docs.github.com/en/pages/getting-started-with-github-pages/about-github-pag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811573-B7ED-465F-A6AF-2AA5AA60D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>
                <a:solidFill>
                  <a:srgbClr val="FFFFFF"/>
                </a:solidFill>
              </a:rPr>
              <a:t>GitHub Pages and Jekyll</a:t>
            </a:r>
            <a:br>
              <a:rPr lang="en-US" sz="4200" dirty="0">
                <a:solidFill>
                  <a:srgbClr val="FFFFFF"/>
                </a:solidFill>
              </a:rPr>
            </a:br>
            <a:br>
              <a:rPr lang="en-US" sz="4200" dirty="0">
                <a:solidFill>
                  <a:srgbClr val="FFFFFF"/>
                </a:solidFill>
              </a:rPr>
            </a:br>
            <a:r>
              <a:rPr lang="en-US" sz="4200" dirty="0">
                <a:solidFill>
                  <a:srgbClr val="FFFFFF"/>
                </a:solidFill>
              </a:rPr>
              <a:t>IT&amp;C 210</a:t>
            </a:r>
            <a:br>
              <a:rPr lang="en-US" sz="4200" dirty="0">
                <a:solidFill>
                  <a:srgbClr val="FFFFFF"/>
                </a:solidFill>
              </a:rPr>
            </a:br>
            <a:r>
              <a:rPr lang="en-US" sz="4200" dirty="0">
                <a:solidFill>
                  <a:srgbClr val="FFFFFF"/>
                </a:solidFill>
              </a:rPr>
              <a:t>X1</a:t>
            </a:r>
          </a:p>
        </p:txBody>
      </p:sp>
    </p:spTree>
    <p:extLst>
      <p:ext uri="{BB962C8B-B14F-4D97-AF65-F5344CB8AC3E}">
        <p14:creationId xmlns:p14="http://schemas.microsoft.com/office/powerpoint/2010/main" val="34596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B315-F348-4C42-A7AC-DEC5FD3B3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3128" y="245444"/>
            <a:ext cx="5579645" cy="6343048"/>
          </a:xfrm>
        </p:spPr>
        <p:txBody>
          <a:bodyPr>
            <a:normAutofit/>
          </a:bodyPr>
          <a:lstStyle/>
          <a:p>
            <a:r>
              <a:rPr lang="en-US" dirty="0"/>
              <a:t>“No Additional Cost” hosting of static websites.</a:t>
            </a:r>
          </a:p>
          <a:p>
            <a:r>
              <a:rPr lang="en-US" dirty="0"/>
              <a:t>Automatically generated from the designated branch of a GitHub repo.</a:t>
            </a:r>
          </a:p>
          <a:p>
            <a:r>
              <a:rPr lang="en-US" dirty="0"/>
              <a:t>Update the site simply by committing or merging to that branch.</a:t>
            </a:r>
          </a:p>
          <a:p>
            <a:r>
              <a:rPr lang="en-US" dirty="0"/>
              <a:t>Uses </a:t>
            </a:r>
            <a:r>
              <a:rPr lang="en-US" dirty="0"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Jekyll</a:t>
            </a:r>
            <a:r>
              <a:rPr lang="en-US" dirty="0"/>
              <a:t> for page rendering.</a:t>
            </a:r>
          </a:p>
          <a:p>
            <a:r>
              <a:rPr lang="en-US" dirty="0"/>
              <a:t>Completely free if your repository is public (meaning your source code is visible on GitHub).</a:t>
            </a:r>
          </a:p>
        </p:txBody>
      </p:sp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14D6DDE2-D7D9-4A35-872C-2A653154B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855" y="245444"/>
            <a:ext cx="2589196" cy="2589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833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608B1-924F-49A9-8882-2666C3421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818781"/>
          </a:xfrm>
        </p:spPr>
        <p:txBody>
          <a:bodyPr/>
          <a:lstStyle/>
          <a:p>
            <a:r>
              <a:rPr lang="en-US" dirty="0"/>
              <a:t>Static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DA61B-CA7D-4DE8-AA35-B71C40560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47537"/>
            <a:ext cx="7886700" cy="4829426"/>
          </a:xfrm>
        </p:spPr>
        <p:txBody>
          <a:bodyPr>
            <a:normAutofit/>
          </a:bodyPr>
          <a:lstStyle/>
          <a:p>
            <a:r>
              <a:rPr lang="en-US" sz="2400" dirty="0"/>
              <a:t>No Server-Side Code (no PHP, no Node.js, ASP.net etc.)</a:t>
            </a:r>
          </a:p>
          <a:p>
            <a:r>
              <a:rPr lang="en-US" sz="2400" dirty="0"/>
              <a:t>But you can have build scripts like the default Jekyll or Vue or other static site generators.</a:t>
            </a:r>
          </a:p>
          <a:p>
            <a:r>
              <a:rPr lang="en-US" sz="2400" dirty="0"/>
              <a:t>Browser-side code is fine (JavaScript etc.)</a:t>
            </a:r>
          </a:p>
          <a:p>
            <a:r>
              <a:rPr lang="en-US" sz="2400" dirty="0"/>
              <a:t>Through JavaScript, you can still make use of web services (e.g. REST interfaces) hosted by other sites.</a:t>
            </a:r>
          </a:p>
          <a:p>
            <a:r>
              <a:rPr lang="en-US" sz="2400" dirty="0"/>
              <a:t>You can use browser storage.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i="1" dirty="0"/>
              <a:t>There’s an impressive amount you can do without server-side code!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6007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D005C-3DC7-4DDA-B902-E14276728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8824"/>
          </a:xfrm>
        </p:spPr>
        <p:txBody>
          <a:bodyPr/>
          <a:lstStyle/>
          <a:p>
            <a:r>
              <a:rPr lang="en-US" dirty="0"/>
              <a:t>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F322-4F25-4313-BE06-18F83A840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14450"/>
            <a:ext cx="7886700" cy="486251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Strictly static content.</a:t>
            </a:r>
          </a:p>
          <a:p>
            <a:pPr>
              <a:lnSpc>
                <a:spcPct val="120000"/>
              </a:lnSpc>
            </a:pPr>
            <a:r>
              <a:rPr lang="en-US" dirty="0"/>
              <a:t>Total site content no larger than 1GB</a:t>
            </a:r>
          </a:p>
          <a:p>
            <a:pPr>
              <a:lnSpc>
                <a:spcPct val="120000"/>
              </a:lnSpc>
            </a:pPr>
            <a:r>
              <a:rPr lang="en-US" i="1" dirty="0"/>
              <a:t>Soft</a:t>
            </a:r>
            <a:r>
              <a:rPr lang="en-US" dirty="0"/>
              <a:t> bandwidth limit of 100GB/month</a:t>
            </a:r>
          </a:p>
          <a:p>
            <a:pPr>
              <a:lnSpc>
                <a:spcPct val="120000"/>
              </a:lnSpc>
            </a:pPr>
            <a:r>
              <a:rPr lang="en-US" i="1" dirty="0"/>
              <a:t>Soft</a:t>
            </a:r>
            <a:r>
              <a:rPr lang="en-US" dirty="0"/>
              <a:t> limit of 10 builds per hour.</a:t>
            </a:r>
          </a:p>
          <a:p>
            <a:pPr>
              <a:lnSpc>
                <a:spcPct val="120000"/>
              </a:lnSpc>
            </a:pPr>
            <a:r>
              <a:rPr lang="en-US" dirty="0"/>
              <a:t>Must not be used for e-commerce or commercial (paid) services.</a:t>
            </a:r>
          </a:p>
          <a:p>
            <a:pPr>
              <a:lnSpc>
                <a:spcPct val="120000"/>
              </a:lnSpc>
            </a:pPr>
            <a:endParaRPr lang="en-US" i="1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Guidelines</a:t>
            </a:r>
          </a:p>
          <a:p>
            <a:pPr>
              <a:lnSpc>
                <a:spcPct val="120000"/>
              </a:lnSpc>
            </a:pPr>
            <a:r>
              <a:rPr lang="en-US" dirty="0"/>
              <a:t>If your site gets popular enough to exceed the bandwidth, consider using a CDN in front of the GitHub pages site.</a:t>
            </a:r>
          </a:p>
          <a:p>
            <a:pPr>
              <a:lnSpc>
                <a:spcPct val="120000"/>
              </a:lnSpc>
            </a:pPr>
            <a:r>
              <a:rPr lang="en-US" dirty="0"/>
              <a:t>If you don’t meet the other requirements (too much content, frequent content updates, commercial serves) find a different hosting solution.</a:t>
            </a:r>
          </a:p>
        </p:txBody>
      </p:sp>
    </p:spTree>
    <p:extLst>
      <p:ext uri="{BB962C8B-B14F-4D97-AF65-F5344CB8AC3E}">
        <p14:creationId xmlns:p14="http://schemas.microsoft.com/office/powerpoint/2010/main" val="24562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45C8D-3F8F-4618-B670-B051A8585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site generator written in Ruby</a:t>
            </a:r>
          </a:p>
          <a:p>
            <a:r>
              <a:rPr lang="en-US" dirty="0"/>
              <a:t>“Blog Friendly” – an excellent blogging platform</a:t>
            </a:r>
          </a:p>
          <a:p>
            <a:r>
              <a:rPr lang="en-US" dirty="0"/>
              <a:t>Uses the </a:t>
            </a:r>
            <a:r>
              <a:rPr lang="en-US" b="1" dirty="0"/>
              <a:t>Liquid</a:t>
            </a:r>
            <a:r>
              <a:rPr lang="en-US" dirty="0"/>
              <a:t> template engine</a:t>
            </a:r>
          </a:p>
          <a:p>
            <a:pPr lvl="1"/>
            <a:r>
              <a:rPr lang="en-US" dirty="0"/>
              <a:t>Supports data-driven site generation</a:t>
            </a:r>
          </a:p>
          <a:p>
            <a:r>
              <a:rPr lang="en-US" dirty="0"/>
              <a:t>Renders </a:t>
            </a:r>
            <a:r>
              <a:rPr lang="en-US" b="1" dirty="0" err="1"/>
              <a:t>MarkDown</a:t>
            </a:r>
            <a:r>
              <a:rPr lang="en-US" dirty="0"/>
              <a:t> and Textile into </a:t>
            </a:r>
            <a:r>
              <a:rPr lang="en-US" b="1" dirty="0"/>
              <a:t>HTML</a:t>
            </a:r>
            <a:endParaRPr lang="en-US" dirty="0"/>
          </a:p>
          <a:p>
            <a:r>
              <a:rPr lang="en-US" dirty="0"/>
              <a:t>Can generate data formats such as JSON and XML</a:t>
            </a:r>
          </a:p>
          <a:p>
            <a:r>
              <a:rPr lang="en-US" dirty="0"/>
              <a:t>Convenient Docker containers – you don’t have to install Ruby</a:t>
            </a:r>
          </a:p>
          <a:p>
            <a:endParaRPr lang="en-US" dirty="0"/>
          </a:p>
        </p:txBody>
      </p:sp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9217579A-2922-4990-998A-DCFDEFB16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24" y="0"/>
            <a:ext cx="3826192" cy="1696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408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4302-CF2A-4CB3-836B-1BB2CCBF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 GitHub Pages Repo</a:t>
            </a:r>
            <a:br>
              <a:rPr lang="en-US" dirty="0"/>
            </a:br>
            <a:r>
              <a:rPr lang="en-US" sz="2800" dirty="0"/>
              <a:t>(Without a Custom Domain Name)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9D39B-6CE9-40DF-B2BB-D94E5A8AD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Repository name </a:t>
            </a:r>
            <a:r>
              <a:rPr lang="en-US" b="1" dirty="0"/>
              <a:t>should</a:t>
            </a:r>
            <a:r>
              <a:rPr lang="en-US" dirty="0"/>
              <a:t> be “&lt;</a:t>
            </a:r>
            <a:r>
              <a:rPr lang="en-US" dirty="0" err="1"/>
              <a:t>orgname</a:t>
            </a:r>
            <a:r>
              <a:rPr lang="en-US" dirty="0"/>
              <a:t>&gt;.github.io”</a:t>
            </a:r>
          </a:p>
          <a:p>
            <a:pPr lvl="1"/>
            <a:r>
              <a:rPr lang="en-US" dirty="0"/>
              <a:t>E.g. myorg.github.io</a:t>
            </a:r>
          </a:p>
          <a:p>
            <a:pPr lvl="1"/>
            <a:r>
              <a:rPr lang="en-US" dirty="0"/>
              <a:t>It can be another name if you use a custom domain.</a:t>
            </a:r>
          </a:p>
          <a:p>
            <a:r>
              <a:rPr lang="en-US" dirty="0"/>
              <a:t>If the project name is the same as the owning user or organization then the URL will be at the root of the domain.</a:t>
            </a:r>
          </a:p>
          <a:p>
            <a:pPr marL="457200" lvl="1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GitHub Organization: </a:t>
            </a:r>
            <a:r>
              <a:rPr lang="en-US" dirty="0" err="1"/>
              <a:t>myproject</a:t>
            </a:r>
            <a:endParaRPr lang="en-US" dirty="0"/>
          </a:p>
          <a:p>
            <a:pPr lvl="1"/>
            <a:r>
              <a:rPr lang="en-US" dirty="0"/>
              <a:t>Repository Name: myproject.github.io</a:t>
            </a:r>
          </a:p>
          <a:p>
            <a:pPr lvl="1"/>
            <a:r>
              <a:rPr lang="en-US" dirty="0"/>
              <a:t>URL: </a:t>
            </a:r>
            <a:r>
              <a:rPr lang="en-US" dirty="0">
                <a:hlinkClick r:id="rId2"/>
              </a:rPr>
              <a:t>https://myproject.github.io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20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44302-CF2A-4CB3-836B-1BB2CCBF7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a GitHub Pages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9D39B-6CE9-40DF-B2BB-D94E5A8AD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project name is NOT same as the owning user or organization, AND you don’t use a custom </a:t>
            </a:r>
            <a:r>
              <a:rPr lang="en-US" dirty="0" err="1"/>
              <a:t>doman</a:t>
            </a:r>
            <a:r>
              <a:rPr lang="en-US" dirty="0"/>
              <a:t>, then the URL will be on a path from the root.</a:t>
            </a:r>
          </a:p>
          <a:p>
            <a:pPr marL="457200" lvl="1" indent="0">
              <a:buNone/>
            </a:pPr>
            <a:r>
              <a:rPr lang="en-US" dirty="0"/>
              <a:t>Example:</a:t>
            </a:r>
          </a:p>
          <a:p>
            <a:pPr lvl="1"/>
            <a:r>
              <a:rPr lang="en-US" dirty="0"/>
              <a:t>GitHub Organization: Obadiah</a:t>
            </a:r>
          </a:p>
          <a:p>
            <a:pPr lvl="1"/>
            <a:r>
              <a:rPr lang="en-US" dirty="0"/>
              <a:t>Repository Name: myproject.github.io</a:t>
            </a:r>
          </a:p>
          <a:p>
            <a:pPr lvl="1"/>
            <a:r>
              <a:rPr lang="en-US" dirty="0"/>
              <a:t>URL: </a:t>
            </a:r>
            <a:r>
              <a:rPr lang="en-US" dirty="0">
                <a:hlinkClick r:id="rId2"/>
              </a:rPr>
              <a:t>https://obadiah.github.io/myproject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612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027BD-0733-4E3D-8395-E86FA44D8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 Domains on GitHub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F6222-BFA4-464B-8E16-A02EAEA5B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 your domain on any domain registrar.</a:t>
            </a:r>
          </a:p>
          <a:p>
            <a:r>
              <a:rPr lang="en-US" dirty="0"/>
              <a:t>Get DNS services – often provided free of charge by the registrar.</a:t>
            </a:r>
          </a:p>
          <a:p>
            <a:r>
              <a:rPr lang="en-US" dirty="0"/>
              <a:t>Follow the GitHub instructions here: </a:t>
            </a:r>
            <a:r>
              <a:rPr lang="en-US" sz="2000" dirty="0">
                <a:hlinkClick r:id="rId2"/>
              </a:rPr>
              <a:t>https://docs.github.com/en/pages/configuring-a-custom-domain-for-your-github-pages-site</a:t>
            </a:r>
            <a:endParaRPr lang="en-US" sz="2000" dirty="0"/>
          </a:p>
          <a:p>
            <a:r>
              <a:rPr lang="en-US" dirty="0"/>
              <a:t>The repo doesn’t have to have a “.github.io” suffix like those on a GitHub domain and you can have several of these in the same organization.</a:t>
            </a:r>
            <a:br>
              <a:rPr lang="en-US" dirty="0"/>
            </a:br>
            <a:r>
              <a:rPr lang="en-US" dirty="0"/>
              <a:t>(This is not clear in the documentation.)</a:t>
            </a:r>
          </a:p>
        </p:txBody>
      </p:sp>
    </p:spTree>
    <p:extLst>
      <p:ext uri="{BB962C8B-B14F-4D97-AF65-F5344CB8AC3E}">
        <p14:creationId xmlns:p14="http://schemas.microsoft.com/office/powerpoint/2010/main" val="248991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E2C4-4B8E-4F2C-A37D-C3D7446E4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53370"/>
            <a:ext cx="7886700" cy="751405"/>
          </a:xfrm>
        </p:spPr>
        <p:txBody>
          <a:bodyPr>
            <a:noAutofit/>
          </a:bodyPr>
          <a:lstStyle/>
          <a:p>
            <a:r>
              <a:rPr lang="en-US" sz="2800" dirty="0"/>
              <a:t>In the repository settings, turn on GitHub pages.</a:t>
            </a:r>
            <a:br>
              <a:rPr lang="en-US" sz="2800" dirty="0"/>
            </a:br>
            <a:r>
              <a:rPr lang="en-US" sz="2800" dirty="0"/>
              <a:t>You can also configure a custom domain name.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083CF0-8570-4A2D-BF50-DAD5840007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083" y="926506"/>
            <a:ext cx="8531834" cy="5778124"/>
          </a:xfr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0426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AE1A0-BAA0-40DD-BEE1-AB547D9ED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3629"/>
            <a:ext cx="7886700" cy="962528"/>
          </a:xfrm>
        </p:spPr>
        <p:txBody>
          <a:bodyPr/>
          <a:lstStyle/>
          <a:p>
            <a:r>
              <a:rPr lang="en-US" dirty="0"/>
              <a:t>Developing a 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0EC4-02A9-49A1-B3C7-7BB720265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034"/>
            <a:ext cx="7886700" cy="4944929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To make a page go live, you have to commit the changes, push to GitHub, and wait for the site to be re-generated. This can be tedious if you’re trying to get something working.</a:t>
            </a:r>
          </a:p>
          <a:p>
            <a:r>
              <a:rPr lang="en-US" sz="2400" dirty="0"/>
              <a:t>Alternative is to install Jekyll locally</a:t>
            </a:r>
          </a:p>
          <a:p>
            <a:pPr lvl="1"/>
            <a:r>
              <a:rPr lang="en-US" sz="2000" dirty="0"/>
              <a:t>Install Ruby first</a:t>
            </a:r>
          </a:p>
          <a:p>
            <a:pPr lvl="1"/>
            <a:r>
              <a:rPr lang="en-US" sz="2000" dirty="0"/>
              <a:t>Then a bunch of Gems</a:t>
            </a:r>
          </a:p>
          <a:p>
            <a:pPr lvl="1"/>
            <a:r>
              <a:rPr lang="en-US" sz="2000" dirty="0"/>
              <a:t>Tedious on Mac or Linux even more difficult to get working on Windows</a:t>
            </a:r>
          </a:p>
          <a:p>
            <a:pPr lvl="1"/>
            <a:r>
              <a:rPr lang="en-US" sz="2000" dirty="0"/>
              <a:t>Instructions can be found on the web</a:t>
            </a:r>
          </a:p>
          <a:p>
            <a:r>
              <a:rPr lang="en-US" sz="2400" dirty="0"/>
              <a:t>Better option: Use Docker Desktop and load the Jekyll docker image – quick and easy.</a:t>
            </a:r>
          </a:p>
          <a:p>
            <a:pPr lvl="1"/>
            <a:r>
              <a:rPr lang="en-US" sz="2000" dirty="0" err="1"/>
              <a:t>Starfossen’s</a:t>
            </a:r>
            <a:r>
              <a:rPr lang="en-US" sz="2000" dirty="0"/>
              <a:t> </a:t>
            </a:r>
            <a:r>
              <a:rPr lang="en-US" sz="2000" dirty="0" err="1"/>
              <a:t>github</a:t>
            </a:r>
            <a:r>
              <a:rPr lang="en-US" sz="2000" dirty="0"/>
              <a:t>-pages image is an excellent choice.</a:t>
            </a:r>
          </a:p>
          <a:p>
            <a:pPr lvl="1"/>
            <a:r>
              <a:rPr lang="en-US" sz="2000" dirty="0">
                <a:hlinkClick r:id="rId2"/>
              </a:rPr>
              <a:t>https://github.com/Starefossen/docker-github-pages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0877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7A968-F1F9-DF3B-A4CA-C0292E6DF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Pages </a:t>
            </a:r>
            <a:r>
              <a:rPr lang="en-US"/>
              <a:t>/ Jekyll Examples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74FD0-F400-E2EE-F00C-FB17FD0ED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387429" cy="4351338"/>
          </a:xfrm>
        </p:spPr>
        <p:txBody>
          <a:bodyPr/>
          <a:lstStyle/>
          <a:p>
            <a:r>
              <a:rPr lang="en-US" dirty="0"/>
              <a:t>Class website – </a:t>
            </a:r>
            <a:r>
              <a:rPr lang="en-US" dirty="0">
                <a:hlinkClick r:id="rId2"/>
              </a:rPr>
              <a:t>https://byu-itc-210.github.io</a:t>
            </a:r>
            <a:endParaRPr lang="en-US" dirty="0"/>
          </a:p>
          <a:p>
            <a:r>
              <a:rPr lang="en-US" dirty="0"/>
              <a:t>EdMatrix.org – </a:t>
            </a:r>
            <a:r>
              <a:rPr lang="en-US" dirty="0">
                <a:hlinkClick r:id="rId3"/>
              </a:rPr>
              <a:t>https://edmatrix.org</a:t>
            </a:r>
            <a:endParaRPr lang="en-US" dirty="0"/>
          </a:p>
          <a:p>
            <a:r>
              <a:rPr lang="en-US" dirty="0"/>
              <a:t>Brandt’s Bollard Blog – </a:t>
            </a:r>
            <a:r>
              <a:rPr lang="en-US" dirty="0">
                <a:hlinkClick r:id="rId4"/>
              </a:rPr>
              <a:t>https://bollard.brandtredd.org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253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515F8-7D70-4DDB-8E03-49FD8037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62916-9255-4AE1-9176-574FAFC13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template is on GitHub at:</a:t>
            </a:r>
            <a:br>
              <a:rPr lang="en-US" dirty="0"/>
            </a:br>
            <a:r>
              <a:rPr lang="en-US" dirty="0">
                <a:hlinkClick r:id="rId2"/>
              </a:rPr>
              <a:t>https://github.com/BYUJekyllDemo/BYUJekyllDemo.github.io</a:t>
            </a:r>
            <a:endParaRPr lang="en-US" dirty="0"/>
          </a:p>
          <a:p>
            <a:r>
              <a:rPr lang="en-US" dirty="0"/>
              <a:t>View the produced GitHub Pages site at:</a:t>
            </a:r>
            <a:br>
              <a:rPr lang="en-US" dirty="0"/>
            </a:br>
            <a:r>
              <a:rPr lang="en-US" dirty="0">
                <a:hlinkClick r:id="rId3"/>
              </a:rPr>
              <a:t>https://byujekylldemo.github.io/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63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32A9-C5A0-4102-A7B1-3700A6D72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CDE5-9255-46B9-846C-3E90AC0AE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88FF"/>
                </a:solidFill>
                <a:effectLst/>
                <a:latin typeface="Nunito Sans" pitchFamily="2" charset="0"/>
                <a:hlinkClick r:id="rId2"/>
              </a:rPr>
              <a:t>Getting Started with GitHub Pages</a:t>
            </a:r>
            <a:endParaRPr lang="en-US" dirty="0">
              <a:solidFill>
                <a:srgbClr val="0088FF"/>
              </a:solidFill>
              <a:latin typeface="Nunito Sans" pitchFamily="2" charset="0"/>
            </a:endParaRPr>
          </a:p>
          <a:p>
            <a:r>
              <a:rPr lang="en-US" b="0" i="0" dirty="0">
                <a:solidFill>
                  <a:srgbClr val="0088FF"/>
                </a:solidFill>
                <a:effectLst/>
                <a:latin typeface="Nunito Sans" pitchFamily="2" charset="0"/>
                <a:hlinkClick r:id="rId3"/>
              </a:rPr>
              <a:t>Jekyll Documentation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519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233</TotalTime>
  <Words>747</Words>
  <Application>Microsoft Office PowerPoint</Application>
  <PresentationFormat>On-screen Show (4:3)</PresentationFormat>
  <Paragraphs>72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Nunito Sans</vt:lpstr>
      <vt:lpstr>Office Theme</vt:lpstr>
      <vt:lpstr>GitHub Pages and Jekyll  IT&amp;C 210 X1</vt:lpstr>
      <vt:lpstr>PowerPoint Presentation</vt:lpstr>
      <vt:lpstr>Static Website</vt:lpstr>
      <vt:lpstr>Limits</vt:lpstr>
      <vt:lpstr>PowerPoint Presentation</vt:lpstr>
      <vt:lpstr>Creating a GitHub Pages Repo (Without a Custom Domain Name)</vt:lpstr>
      <vt:lpstr>Creating a GitHub Pages Repo</vt:lpstr>
      <vt:lpstr>Custom Domains on GitHub Pages</vt:lpstr>
      <vt:lpstr>In the repository settings, turn on GitHub pages. You can also configure a custom domain name.</vt:lpstr>
      <vt:lpstr>Developing a Site</vt:lpstr>
      <vt:lpstr>Github Pages / Jekyll Examples</vt:lpstr>
      <vt:lpstr>Demo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Pages and Jekyll</dc:title>
  <dc:creator>Brandt Redd</dc:creator>
  <cp:lastModifiedBy>Brandt Redd</cp:lastModifiedBy>
  <cp:revision>5</cp:revision>
  <dcterms:created xsi:type="dcterms:W3CDTF">2020-11-17T21:36:17Z</dcterms:created>
  <dcterms:modified xsi:type="dcterms:W3CDTF">2025-04-04T02:41:09Z</dcterms:modified>
</cp:coreProperties>
</file>