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26"/>
  </p:notesMasterIdLst>
  <p:sldIdLst>
    <p:sldId id="349" r:id="rId2"/>
    <p:sldId id="332" r:id="rId3"/>
    <p:sldId id="342" r:id="rId4"/>
    <p:sldId id="320" r:id="rId5"/>
    <p:sldId id="334" r:id="rId6"/>
    <p:sldId id="352" r:id="rId7"/>
    <p:sldId id="308" r:id="rId8"/>
    <p:sldId id="353" r:id="rId9"/>
    <p:sldId id="305" r:id="rId10"/>
    <p:sldId id="354" r:id="rId11"/>
    <p:sldId id="330" r:id="rId12"/>
    <p:sldId id="271" r:id="rId13"/>
    <p:sldId id="351" r:id="rId14"/>
    <p:sldId id="355" r:id="rId15"/>
    <p:sldId id="336" r:id="rId16"/>
    <p:sldId id="337" r:id="rId17"/>
    <p:sldId id="341" r:id="rId18"/>
    <p:sldId id="350" r:id="rId19"/>
    <p:sldId id="338" r:id="rId20"/>
    <p:sldId id="335" r:id="rId21"/>
    <p:sldId id="340" r:id="rId22"/>
    <p:sldId id="344" r:id="rId23"/>
    <p:sldId id="272" r:id="rId24"/>
    <p:sldId id="329" r:id="rId2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62"/>
    <p:restoredTop sz="80275" autoAdjust="0"/>
  </p:normalViewPr>
  <p:slideViewPr>
    <p:cSldViewPr>
      <p:cViewPr varScale="1">
        <p:scale>
          <a:sx n="102" d="100"/>
          <a:sy n="102" d="100"/>
        </p:scale>
        <p:origin x="20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3C4C0FF4-64A2-4482-85F3-9A5FA7834043}"/>
    <pc:docChg chg="custSel addSld delSld modSld sldOrd">
      <pc:chgData name="Brandt Redd" userId="be8ed540b98adac0" providerId="LiveId" clId="{3C4C0FF4-64A2-4482-85F3-9A5FA7834043}" dt="2024-02-20T14:56:05.483" v="1466" actId="20577"/>
      <pc:docMkLst>
        <pc:docMk/>
      </pc:docMkLst>
      <pc:sldChg chg="modSp mod">
        <pc:chgData name="Brandt Redd" userId="be8ed540b98adac0" providerId="LiveId" clId="{3C4C0FF4-64A2-4482-85F3-9A5FA7834043}" dt="2024-02-20T14:56:05.483" v="1466" actId="20577"/>
        <pc:sldMkLst>
          <pc:docMk/>
          <pc:sldMk cId="3756805590" sldId="332"/>
        </pc:sldMkLst>
        <pc:spChg chg="mod">
          <ac:chgData name="Brandt Redd" userId="be8ed540b98adac0" providerId="LiveId" clId="{3C4C0FF4-64A2-4482-85F3-9A5FA7834043}" dt="2024-02-20T14:56:05.483" v="1466" actId="20577"/>
          <ac:spMkLst>
            <pc:docMk/>
            <pc:sldMk cId="3756805590" sldId="332"/>
            <ac:spMk id="3" creationId="{1992ADAB-0F24-40B0-BE6F-0B30C4BD32C4}"/>
          </ac:spMkLst>
        </pc:spChg>
      </pc:sldChg>
      <pc:sldChg chg="modSp mod">
        <pc:chgData name="Brandt Redd" userId="be8ed540b98adac0" providerId="LiveId" clId="{3C4C0FF4-64A2-4482-85F3-9A5FA7834043}" dt="2024-02-20T04:42:18.228" v="1412" actId="947"/>
        <pc:sldMkLst>
          <pc:docMk/>
          <pc:sldMk cId="4227207780" sldId="336"/>
        </pc:sldMkLst>
        <pc:spChg chg="mod">
          <ac:chgData name="Brandt Redd" userId="be8ed540b98adac0" providerId="LiveId" clId="{3C4C0FF4-64A2-4482-85F3-9A5FA7834043}" dt="2024-02-20T04:42:18.228" v="1412" actId="947"/>
          <ac:spMkLst>
            <pc:docMk/>
            <pc:sldMk cId="4227207780" sldId="336"/>
            <ac:spMk id="3" creationId="{85830458-45EF-4ACC-A796-EDF47D153299}"/>
          </ac:spMkLst>
        </pc:spChg>
      </pc:sldChg>
      <pc:sldChg chg="modSp mod ord">
        <pc:chgData name="Brandt Redd" userId="be8ed540b98adac0" providerId="LiveId" clId="{3C4C0FF4-64A2-4482-85F3-9A5FA7834043}" dt="2024-02-20T04:52:22.658" v="1462" actId="20577"/>
        <pc:sldMkLst>
          <pc:docMk/>
          <pc:sldMk cId="2192293662" sldId="338"/>
        </pc:sldMkLst>
        <pc:spChg chg="mod">
          <ac:chgData name="Brandt Redd" userId="be8ed540b98adac0" providerId="LiveId" clId="{3C4C0FF4-64A2-4482-85F3-9A5FA7834043}" dt="2024-02-20T04:46:34.122" v="1417" actId="14100"/>
          <ac:spMkLst>
            <pc:docMk/>
            <pc:sldMk cId="2192293662" sldId="338"/>
            <ac:spMk id="2" creationId="{9D96A6DB-AD0F-4689-9B22-13B3DE3479E4}"/>
          </ac:spMkLst>
        </pc:spChg>
        <pc:spChg chg="mod">
          <ac:chgData name="Brandt Redd" userId="be8ed540b98adac0" providerId="LiveId" clId="{3C4C0FF4-64A2-4482-85F3-9A5FA7834043}" dt="2024-02-20T04:52:22.658" v="1462" actId="20577"/>
          <ac:spMkLst>
            <pc:docMk/>
            <pc:sldMk cId="2192293662" sldId="338"/>
            <ac:spMk id="3" creationId="{98BD72FA-8BAF-49E9-88A3-8310D2CE94AE}"/>
          </ac:spMkLst>
        </pc:spChg>
      </pc:sldChg>
      <pc:sldChg chg="addSp delSp modSp new mod modClrScheme chgLayout">
        <pc:chgData name="Brandt Redd" userId="be8ed540b98adac0" providerId="LiveId" clId="{3C4C0FF4-64A2-4482-85F3-9A5FA7834043}" dt="2024-02-20T04:22:07.813" v="46" actId="478"/>
        <pc:sldMkLst>
          <pc:docMk/>
          <pc:sldMk cId="2338253092" sldId="352"/>
        </pc:sldMkLst>
        <pc:spChg chg="del mod ord">
          <ac:chgData name="Brandt Redd" userId="be8ed540b98adac0" providerId="LiveId" clId="{3C4C0FF4-64A2-4482-85F3-9A5FA7834043}" dt="2024-02-20T04:21:46.173" v="1" actId="700"/>
          <ac:spMkLst>
            <pc:docMk/>
            <pc:sldMk cId="2338253092" sldId="352"/>
            <ac:spMk id="2" creationId="{720C832D-03C7-2973-0205-9D1A14712B14}"/>
          </ac:spMkLst>
        </pc:spChg>
        <pc:spChg chg="del mod ord">
          <ac:chgData name="Brandt Redd" userId="be8ed540b98adac0" providerId="LiveId" clId="{3C4C0FF4-64A2-4482-85F3-9A5FA7834043}" dt="2024-02-20T04:21:46.173" v="1" actId="700"/>
          <ac:spMkLst>
            <pc:docMk/>
            <pc:sldMk cId="2338253092" sldId="352"/>
            <ac:spMk id="3" creationId="{05110F3A-A948-FAB0-C3DF-E6A275E7BB34}"/>
          </ac:spMkLst>
        </pc:spChg>
        <pc:spChg chg="mod ord">
          <ac:chgData name="Brandt Redd" userId="be8ed540b98adac0" providerId="LiveId" clId="{3C4C0FF4-64A2-4482-85F3-9A5FA7834043}" dt="2024-02-20T04:21:52.422" v="3" actId="700"/>
          <ac:spMkLst>
            <pc:docMk/>
            <pc:sldMk cId="2338253092" sldId="352"/>
            <ac:spMk id="4" creationId="{37D5B267-26E4-5AA4-7AF9-607F1DD680FB}"/>
          </ac:spMkLst>
        </pc:spChg>
        <pc:spChg chg="add del mod ord">
          <ac:chgData name="Brandt Redd" userId="be8ed540b98adac0" providerId="LiveId" clId="{3C4C0FF4-64A2-4482-85F3-9A5FA7834043}" dt="2024-02-20T04:21:52.422" v="3" actId="700"/>
          <ac:spMkLst>
            <pc:docMk/>
            <pc:sldMk cId="2338253092" sldId="352"/>
            <ac:spMk id="5" creationId="{BCB13ED2-1FF5-87F4-1C63-981A7A6987A2}"/>
          </ac:spMkLst>
        </pc:spChg>
        <pc:spChg chg="add del mod ord">
          <ac:chgData name="Brandt Redd" userId="be8ed540b98adac0" providerId="LiveId" clId="{3C4C0FF4-64A2-4482-85F3-9A5FA7834043}" dt="2024-02-20T04:21:52.422" v="3" actId="700"/>
          <ac:spMkLst>
            <pc:docMk/>
            <pc:sldMk cId="2338253092" sldId="352"/>
            <ac:spMk id="6" creationId="{BCB0CB7A-0A91-0AC2-C65B-8F0F13DBD16F}"/>
          </ac:spMkLst>
        </pc:spChg>
        <pc:spChg chg="add mod ord">
          <ac:chgData name="Brandt Redd" userId="be8ed540b98adac0" providerId="LiveId" clId="{3C4C0FF4-64A2-4482-85F3-9A5FA7834043}" dt="2024-02-20T04:22:05.112" v="45" actId="20577"/>
          <ac:spMkLst>
            <pc:docMk/>
            <pc:sldMk cId="2338253092" sldId="352"/>
            <ac:spMk id="7" creationId="{FAC9FF74-55A9-DB07-ACF3-97460A9F2FF8}"/>
          </ac:spMkLst>
        </pc:spChg>
        <pc:spChg chg="add del mod ord">
          <ac:chgData name="Brandt Redd" userId="be8ed540b98adac0" providerId="LiveId" clId="{3C4C0FF4-64A2-4482-85F3-9A5FA7834043}" dt="2024-02-20T04:22:07.813" v="46" actId="478"/>
          <ac:spMkLst>
            <pc:docMk/>
            <pc:sldMk cId="2338253092" sldId="352"/>
            <ac:spMk id="8" creationId="{582049E5-B959-BACE-47B4-281AEB940BC6}"/>
          </ac:spMkLst>
        </pc:spChg>
      </pc:sldChg>
      <pc:sldChg chg="new del">
        <pc:chgData name="Brandt Redd" userId="be8ed540b98adac0" providerId="LiveId" clId="{3C4C0FF4-64A2-4482-85F3-9A5FA7834043}" dt="2024-02-20T04:22:12.108" v="47" actId="47"/>
        <pc:sldMkLst>
          <pc:docMk/>
          <pc:sldMk cId="3449822621" sldId="353"/>
        </pc:sldMkLst>
      </pc:sldChg>
      <pc:sldChg chg="modSp new mod">
        <pc:chgData name="Brandt Redd" userId="be8ed540b98adac0" providerId="LiveId" clId="{3C4C0FF4-64A2-4482-85F3-9A5FA7834043}" dt="2024-02-20T04:33:53.839" v="1260" actId="27636"/>
        <pc:sldMkLst>
          <pc:docMk/>
          <pc:sldMk cId="3636186856" sldId="353"/>
        </pc:sldMkLst>
        <pc:spChg chg="mod">
          <ac:chgData name="Brandt Redd" userId="be8ed540b98adac0" providerId="LiveId" clId="{3C4C0FF4-64A2-4482-85F3-9A5FA7834043}" dt="2024-02-20T04:33:51.783" v="1258" actId="14100"/>
          <ac:spMkLst>
            <pc:docMk/>
            <pc:sldMk cId="3636186856" sldId="353"/>
            <ac:spMk id="2" creationId="{8AF7557C-4F61-6788-8E5D-9F78402BDBC3}"/>
          </ac:spMkLst>
        </pc:spChg>
        <pc:spChg chg="mod">
          <ac:chgData name="Brandt Redd" userId="be8ed540b98adac0" providerId="LiveId" clId="{3C4C0FF4-64A2-4482-85F3-9A5FA7834043}" dt="2024-02-20T04:33:53.839" v="1260" actId="27636"/>
          <ac:spMkLst>
            <pc:docMk/>
            <pc:sldMk cId="3636186856" sldId="353"/>
            <ac:spMk id="3" creationId="{47086AF3-9697-0BC9-5698-5ABEBA083241}"/>
          </ac:spMkLst>
        </pc:spChg>
      </pc:sldChg>
      <pc:sldChg chg="modSp add mod">
        <pc:chgData name="Brandt Redd" userId="be8ed540b98adac0" providerId="LiveId" clId="{3C4C0FF4-64A2-4482-85F3-9A5FA7834043}" dt="2024-02-20T04:34:56.340" v="1304" actId="20577"/>
        <pc:sldMkLst>
          <pc:docMk/>
          <pc:sldMk cId="191659335" sldId="354"/>
        </pc:sldMkLst>
        <pc:spChg chg="mod">
          <ac:chgData name="Brandt Redd" userId="be8ed540b98adac0" providerId="LiveId" clId="{3C4C0FF4-64A2-4482-85F3-9A5FA7834043}" dt="2024-02-20T04:34:56.340" v="1304" actId="20577"/>
          <ac:spMkLst>
            <pc:docMk/>
            <pc:sldMk cId="191659335" sldId="354"/>
            <ac:spMk id="7" creationId="{0615312F-A317-37BE-597F-A6BFC3F473DB}"/>
          </ac:spMkLst>
        </pc:spChg>
      </pc:sldChg>
      <pc:sldChg chg="modSp add mod ord">
        <pc:chgData name="Brandt Redd" userId="be8ed540b98adac0" providerId="LiveId" clId="{3C4C0FF4-64A2-4482-85F3-9A5FA7834043}" dt="2024-02-20T04:39:10.002" v="1341"/>
        <pc:sldMkLst>
          <pc:docMk/>
          <pc:sldMk cId="1473985585" sldId="355"/>
        </pc:sldMkLst>
        <pc:spChg chg="mod">
          <ac:chgData name="Brandt Redd" userId="be8ed540b98adac0" providerId="LiveId" clId="{3C4C0FF4-64A2-4482-85F3-9A5FA7834043}" dt="2024-02-20T04:38:24.942" v="1339" actId="20577"/>
          <ac:spMkLst>
            <pc:docMk/>
            <pc:sldMk cId="1473985585" sldId="355"/>
            <ac:spMk id="7" creationId="{F557D8EF-FE30-3EF8-1589-F74D2CC7AF51}"/>
          </ac:spMkLst>
        </pc:spChg>
      </pc:sldChg>
    </pc:docChg>
  </pc:docChgLst>
  <pc:docChgLst>
    <pc:chgData name="Brandt Redd" userId="be8ed540b98adac0" providerId="LiveId" clId="{12F6F651-4B30-4FCF-BC20-89A3BF6C8D44}"/>
    <pc:docChg chg="addSld delSld modSld sldOrd">
      <pc:chgData name="Brandt Redd" userId="be8ed540b98adac0" providerId="LiveId" clId="{12F6F651-4B30-4FCF-BC20-89A3BF6C8D44}" dt="2024-01-26T01:55:19.159" v="3"/>
      <pc:docMkLst>
        <pc:docMk/>
      </pc:docMkLst>
      <pc:sldChg chg="del">
        <pc:chgData name="Brandt Redd" userId="be8ed540b98adac0" providerId="LiveId" clId="{12F6F651-4B30-4FCF-BC20-89A3BF6C8D44}" dt="2024-01-26T01:53:27.654" v="0" actId="47"/>
        <pc:sldMkLst>
          <pc:docMk/>
          <pc:sldMk cId="0" sldId="256"/>
        </pc:sldMkLst>
      </pc:sldChg>
      <pc:sldChg chg="del">
        <pc:chgData name="Brandt Redd" userId="be8ed540b98adac0" providerId="LiveId" clId="{12F6F651-4B30-4FCF-BC20-89A3BF6C8D44}" dt="2024-01-26T01:53:27.654" v="0" actId="47"/>
        <pc:sldMkLst>
          <pc:docMk/>
          <pc:sldMk cId="0" sldId="301"/>
        </pc:sldMkLst>
      </pc:sldChg>
      <pc:sldChg chg="del">
        <pc:chgData name="Brandt Redd" userId="be8ed540b98adac0" providerId="LiveId" clId="{12F6F651-4B30-4FCF-BC20-89A3BF6C8D44}" dt="2024-01-26T01:53:27.654" v="0" actId="47"/>
        <pc:sldMkLst>
          <pc:docMk/>
          <pc:sldMk cId="0" sldId="303"/>
        </pc:sldMkLst>
      </pc:sldChg>
      <pc:sldChg chg="del">
        <pc:chgData name="Brandt Redd" userId="be8ed540b98adac0" providerId="LiveId" clId="{12F6F651-4B30-4FCF-BC20-89A3BF6C8D44}" dt="2024-01-26T01:53:27.654" v="0" actId="47"/>
        <pc:sldMkLst>
          <pc:docMk/>
          <pc:sldMk cId="0" sldId="307"/>
        </pc:sldMkLst>
      </pc:sldChg>
      <pc:sldChg chg="del">
        <pc:chgData name="Brandt Redd" userId="be8ed540b98adac0" providerId="LiveId" clId="{12F6F651-4B30-4FCF-BC20-89A3BF6C8D44}" dt="2024-01-26T01:53:27.654" v="0" actId="47"/>
        <pc:sldMkLst>
          <pc:docMk/>
          <pc:sldMk cId="328330158" sldId="328"/>
        </pc:sldMkLst>
      </pc:sldChg>
      <pc:sldChg chg="add del ord">
        <pc:chgData name="Brandt Redd" userId="be8ed540b98adac0" providerId="LiveId" clId="{12F6F651-4B30-4FCF-BC20-89A3BF6C8D44}" dt="2024-01-26T01:55:19.159" v="3"/>
        <pc:sldMkLst>
          <pc:docMk/>
          <pc:sldMk cId="967021702" sldId="330"/>
        </pc:sldMkLst>
      </pc:sldChg>
      <pc:sldChg chg="del">
        <pc:chgData name="Brandt Redd" userId="be8ed540b98adac0" providerId="LiveId" clId="{12F6F651-4B30-4FCF-BC20-89A3BF6C8D44}" dt="2024-01-26T01:53:27.654" v="0" actId="47"/>
        <pc:sldMkLst>
          <pc:docMk/>
          <pc:sldMk cId="2099430926" sldId="331"/>
        </pc:sldMkLst>
      </pc:sldChg>
      <pc:sldChg chg="del">
        <pc:chgData name="Brandt Redd" userId="be8ed540b98adac0" providerId="LiveId" clId="{12F6F651-4B30-4FCF-BC20-89A3BF6C8D44}" dt="2024-01-26T01:53:27.654" v="0" actId="47"/>
        <pc:sldMkLst>
          <pc:docMk/>
          <pc:sldMk cId="745567870" sldId="333"/>
        </pc:sldMkLst>
      </pc:sldChg>
      <pc:sldChg chg="del">
        <pc:chgData name="Brandt Redd" userId="be8ed540b98adac0" providerId="LiveId" clId="{12F6F651-4B30-4FCF-BC20-89A3BF6C8D44}" dt="2024-01-26T01:53:27.654" v="0" actId="47"/>
        <pc:sldMkLst>
          <pc:docMk/>
          <pc:sldMk cId="2007388768" sldId="345"/>
        </pc:sldMkLst>
      </pc:sldChg>
      <pc:sldChg chg="del">
        <pc:chgData name="Brandt Redd" userId="be8ed540b98adac0" providerId="LiveId" clId="{12F6F651-4B30-4FCF-BC20-89A3BF6C8D44}" dt="2024-01-26T01:53:27.654" v="0" actId="47"/>
        <pc:sldMkLst>
          <pc:docMk/>
          <pc:sldMk cId="2442924321" sldId="347"/>
        </pc:sldMkLst>
      </pc:sldChg>
      <pc:sldChg chg="del">
        <pc:chgData name="Brandt Redd" userId="be8ed540b98adac0" providerId="LiveId" clId="{12F6F651-4B30-4FCF-BC20-89A3BF6C8D44}" dt="2024-01-26T01:53:27.654" v="0" actId="47"/>
        <pc:sldMkLst>
          <pc:docMk/>
          <pc:sldMk cId="3784469240" sldId="348"/>
        </pc:sldMkLst>
      </pc:sldChg>
    </pc:docChg>
  </pc:docChgLst>
  <pc:docChgLst>
    <pc:chgData name="Brandt Redd" userId="be8ed540b98adac0" providerId="LiveId" clId="{E354F12F-0DB0-462F-92C1-9585492B88BF}"/>
    <pc:docChg chg="modSld">
      <pc:chgData name="Brandt Redd" userId="be8ed540b98adac0" providerId="LiveId" clId="{E354F12F-0DB0-462F-92C1-9585492B88BF}" dt="2024-05-23T22:39:43.986" v="142" actId="20577"/>
      <pc:docMkLst>
        <pc:docMk/>
      </pc:docMkLst>
      <pc:sldChg chg="modNotesTx">
        <pc:chgData name="Brandt Redd" userId="be8ed540b98adac0" providerId="LiveId" clId="{E354F12F-0DB0-462F-92C1-9585492B88BF}" dt="2024-05-23T22:38:46.180" v="123" actId="20577"/>
        <pc:sldMkLst>
          <pc:docMk/>
          <pc:sldMk cId="3138394538" sldId="305"/>
        </pc:sldMkLst>
      </pc:sldChg>
      <pc:sldChg chg="modSp mod">
        <pc:chgData name="Brandt Redd" userId="be8ed540b98adac0" providerId="LiveId" clId="{E354F12F-0DB0-462F-92C1-9585492B88BF}" dt="2024-05-23T22:37:37.260" v="50" actId="20577"/>
        <pc:sldMkLst>
          <pc:docMk/>
          <pc:sldMk cId="2848869890" sldId="334"/>
        </pc:sldMkLst>
        <pc:graphicFrameChg chg="modGraphic">
          <ac:chgData name="Brandt Redd" userId="be8ed540b98adac0" providerId="LiveId" clId="{E354F12F-0DB0-462F-92C1-9585492B88BF}" dt="2024-05-23T22:37:37.260" v="50" actId="20577"/>
          <ac:graphicFrameMkLst>
            <pc:docMk/>
            <pc:sldMk cId="2848869890" sldId="334"/>
            <ac:graphicFrameMk id="4" creationId="{5FC83556-163B-4203-88C7-ACCD9612B409}"/>
          </ac:graphicFrameMkLst>
        </pc:graphicFrameChg>
      </pc:sldChg>
      <pc:sldChg chg="modSp mod">
        <pc:chgData name="Brandt Redd" userId="be8ed540b98adac0" providerId="LiveId" clId="{E354F12F-0DB0-462F-92C1-9585492B88BF}" dt="2024-05-23T22:39:43.986" v="142" actId="20577"/>
        <pc:sldMkLst>
          <pc:docMk/>
          <pc:sldMk cId="1783477572" sldId="337"/>
        </pc:sldMkLst>
        <pc:spChg chg="mod">
          <ac:chgData name="Brandt Redd" userId="be8ed540b98adac0" providerId="LiveId" clId="{E354F12F-0DB0-462F-92C1-9585492B88BF}" dt="2024-05-23T22:39:43.986" v="142" actId="20577"/>
          <ac:spMkLst>
            <pc:docMk/>
            <pc:sldMk cId="1783477572" sldId="337"/>
            <ac:spMk id="3" creationId="{FD6AC627-DD5D-4242-BE19-F3200BB647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0312D3-80EA-E747-A9B8-AEA7490281D5}"/>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4BD9BA94-C838-9B45-ADDF-3D33CC3E49F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95F5680-5FEF-4A00-8961-3623266BAC06}" type="datetimeFigureOut">
              <a:rPr lang="en-US"/>
              <a:pPr>
                <a:defRPr/>
              </a:pPr>
              <a:t>2024-05-23</a:t>
            </a:fld>
            <a:endParaRPr lang="en-US"/>
          </a:p>
        </p:txBody>
      </p:sp>
      <p:sp>
        <p:nvSpPr>
          <p:cNvPr id="4" name="Slide Image Placeholder 3">
            <a:extLst>
              <a:ext uri="{FF2B5EF4-FFF2-40B4-BE49-F238E27FC236}">
                <a16:creationId xmlns:a16="http://schemas.microsoft.com/office/drawing/2014/main" id="{6C78161F-063F-CB44-BCE5-CD2EA9B7053B}"/>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64E908C-19C6-5A46-ACFE-FA7C5E69D64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442F936-CE10-3F47-A839-5A6F243F38D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B2CB033A-8F7E-2F4F-89E4-855C49BF4AC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D63C98D-557F-4221-823D-AE3D6E4FE2C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a:extLst>
              <a:ext uri="{FF2B5EF4-FFF2-40B4-BE49-F238E27FC236}">
                <a16:creationId xmlns:a16="http://schemas.microsoft.com/office/drawing/2014/main" id="{3BD9CD84-AC2E-4A04-9603-E1D24EB2C91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0" name="Notes Placeholder 2">
            <a:extLst>
              <a:ext uri="{FF2B5EF4-FFF2-40B4-BE49-F238E27FC236}">
                <a16:creationId xmlns:a16="http://schemas.microsoft.com/office/drawing/2014/main" id="{1D5F32E0-FA3F-4154-A1CB-B1499BCD6E7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Network Address Translation is a method for connecting multiple devices to the Internet when there is just one “public” IP address. Think of it like a company that has one main phone number, with many ”internal” extensions that can be used.</a:t>
            </a:r>
          </a:p>
          <a:p>
            <a:endParaRPr lang="en-US" altLang="en-US" dirty="0"/>
          </a:p>
          <a:p>
            <a:r>
              <a:rPr lang="en-US" altLang="en-US" dirty="0"/>
              <a:t>The DHCP Server shown in the image helps assign dynamic IP addresses to the various hosts.</a:t>
            </a:r>
          </a:p>
        </p:txBody>
      </p:sp>
      <p:sp>
        <p:nvSpPr>
          <p:cNvPr id="37891" name="Slide Number Placeholder 3">
            <a:extLst>
              <a:ext uri="{FF2B5EF4-FFF2-40B4-BE49-F238E27FC236}">
                <a16:creationId xmlns:a16="http://schemas.microsoft.com/office/drawing/2014/main" id="{66391466-B99A-4D1B-88D7-A49A2E6EA1C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5948AA1B-5AB9-4974-8E8E-06251528A60E}" type="slidenum">
              <a:rPr lang="en-US" altLang="en-US"/>
              <a:pPr/>
              <a:t>4</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Note: you’ll be using the loopback often in your labs since you have the same IP address for your server and client running on your same virtual machine.</a:t>
            </a:r>
          </a:p>
          <a:p>
            <a:r>
              <a:rPr lang="en-US" altLang="en-US" dirty="0"/>
              <a:t>Also note that your IP address at home or when you are on the IT networks likely has a private address – since it is getting assigned by your ISP or the IT network.</a:t>
            </a:r>
          </a:p>
          <a:p>
            <a:endParaRPr lang="en-US" altLang="en-US" dirty="0"/>
          </a:p>
          <a:p>
            <a:r>
              <a:rPr lang="en-US" altLang="en-US" dirty="0"/>
              <a:t>Lab computers are 192.168 </a:t>
            </a:r>
            <a:r>
              <a:rPr lang="en-US" altLang="en-US" dirty="0" err="1"/>
              <a:t>etc</a:t>
            </a:r>
            <a:r>
              <a:rPr lang="en-US" altLang="en-US" dirty="0"/>
              <a:t>, remember from </a:t>
            </a:r>
            <a:r>
              <a:rPr lang="en-US" altLang="en-US" dirty="0" err="1"/>
              <a:t>htaccess</a:t>
            </a:r>
            <a:r>
              <a:rPr lang="en-US" altLang="en-US" dirty="0"/>
              <a:t>?</a:t>
            </a:r>
          </a:p>
          <a:p>
            <a:endParaRPr lang="en-US" dirty="0"/>
          </a:p>
        </p:txBody>
      </p:sp>
      <p:sp>
        <p:nvSpPr>
          <p:cNvPr id="4" name="Slide Number Placeholder 3"/>
          <p:cNvSpPr>
            <a:spLocks noGrp="1"/>
          </p:cNvSpPr>
          <p:nvPr>
            <p:ph type="sldNum" sz="quarter" idx="5"/>
          </p:nvPr>
        </p:nvSpPr>
        <p:spPr/>
        <p:txBody>
          <a:bodyPr/>
          <a:lstStyle/>
          <a:p>
            <a:fld id="{1D63C98D-557F-4221-823D-AE3D6E4FE2CD}" type="slidenum">
              <a:rPr lang="en-US" altLang="en-US" smtClean="0"/>
              <a:pPr/>
              <a:t>5</a:t>
            </a:fld>
            <a:endParaRPr lang="en-US" altLang="en-US"/>
          </a:p>
        </p:txBody>
      </p:sp>
    </p:spTree>
    <p:extLst>
      <p:ext uri="{BB962C8B-B14F-4D97-AF65-F5344CB8AC3E}">
        <p14:creationId xmlns:p14="http://schemas.microsoft.com/office/powerpoint/2010/main" val="4217380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a:extLst>
              <a:ext uri="{FF2B5EF4-FFF2-40B4-BE49-F238E27FC236}">
                <a16:creationId xmlns:a16="http://schemas.microsoft.com/office/drawing/2014/main" id="{E33EAC90-3EF4-45F9-AE1D-248CCAF214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Notes Placeholder 2">
            <a:extLst>
              <a:ext uri="{FF2B5EF4-FFF2-40B4-BE49-F238E27FC236}">
                <a16:creationId xmlns:a16="http://schemas.microsoft.com/office/drawing/2014/main" id="{BD5AF6C1-7235-4D47-A6B1-C4E9FEAD8D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Static addresses don’t change, while dynamic are assigned on the fly by ISPs or routers or DHCP servers (e.g., on your local network). Notice that the IP addresses begin with 192.168 because that is a “private” reserved block of addresses.</a:t>
            </a:r>
          </a:p>
        </p:txBody>
      </p:sp>
      <p:sp>
        <p:nvSpPr>
          <p:cNvPr id="12291" name="Slide Number Placeholder 3">
            <a:extLst>
              <a:ext uri="{FF2B5EF4-FFF2-40B4-BE49-F238E27FC236}">
                <a16:creationId xmlns:a16="http://schemas.microsoft.com/office/drawing/2014/main" id="{8E620079-1A49-4CD3-AAEF-409F9B1518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7A7FC5A8-3087-49B9-952F-ED561B6B3778}" type="slidenum">
              <a:rPr lang="en-US" altLang="en-US"/>
              <a:pPr/>
              <a:t>7</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home router is actually multiple devices combined into one box.</a:t>
            </a:r>
          </a:p>
        </p:txBody>
      </p:sp>
      <p:sp>
        <p:nvSpPr>
          <p:cNvPr id="4" name="Slide Number Placeholder 3"/>
          <p:cNvSpPr>
            <a:spLocks noGrp="1"/>
          </p:cNvSpPr>
          <p:nvPr>
            <p:ph type="sldNum" sz="quarter" idx="5"/>
          </p:nvPr>
        </p:nvSpPr>
        <p:spPr/>
        <p:txBody>
          <a:bodyPr/>
          <a:lstStyle/>
          <a:p>
            <a:fld id="{1D63C98D-557F-4221-823D-AE3D6E4FE2CD}" type="slidenum">
              <a:rPr lang="en-US" altLang="en-US" smtClean="0"/>
              <a:pPr/>
              <a:t>9</a:t>
            </a:fld>
            <a:endParaRPr lang="en-US" altLang="en-US"/>
          </a:p>
        </p:txBody>
      </p:sp>
    </p:spTree>
    <p:extLst>
      <p:ext uri="{BB962C8B-B14F-4D97-AF65-F5344CB8AC3E}">
        <p14:creationId xmlns:p14="http://schemas.microsoft.com/office/powerpoint/2010/main" val="3046726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530909D4-6B99-4384-87B5-3C79F013F3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Notes Placeholder 2">
            <a:extLst>
              <a:ext uri="{FF2B5EF4-FFF2-40B4-BE49-F238E27FC236}">
                <a16:creationId xmlns:a16="http://schemas.microsoft.com/office/drawing/2014/main" id="{1A687BFA-8C59-48D2-BAA3-37A6973BAC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Originally, classful addressing was used. There were 3 main classes of IP addresses: A, B, and C. There were 126 Class A networks, each of which could handle 2^24 hosts on their networks. There were far more Class B networks, but they could only handle 2^16 hosts. Likewise, there were many more Class C addresses, but they could only handle 2^8 hosts. This “classful” addressing scheme was not a very efficient way to allocate IP addresses, since they had to be allocated in just 3 different sized blocks. As a result, the Classless Inter-Domain Routing (CIDR) addressing scheme was invented, which allows an IP address to </a:t>
            </a:r>
          </a:p>
        </p:txBody>
      </p:sp>
      <p:sp>
        <p:nvSpPr>
          <p:cNvPr id="16387" name="Slide Number Placeholder 3">
            <a:extLst>
              <a:ext uri="{FF2B5EF4-FFF2-40B4-BE49-F238E27FC236}">
                <a16:creationId xmlns:a16="http://schemas.microsoft.com/office/drawing/2014/main" id="{6922DA84-EA95-47BB-8456-F1AD17A5A6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77996B5C-F3C6-4744-89E8-8C7E573DDCCC}" type="slidenum">
              <a:rPr lang="en-US" altLang="en-US"/>
              <a:pPr/>
              <a:t>12</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63C98D-557F-4221-823D-AE3D6E4FE2CD}" type="slidenum">
              <a:rPr lang="en-US" altLang="en-US" smtClean="0"/>
              <a:pPr/>
              <a:t>18</a:t>
            </a:fld>
            <a:endParaRPr lang="en-US" altLang="en-US"/>
          </a:p>
        </p:txBody>
      </p:sp>
    </p:spTree>
    <p:extLst>
      <p:ext uri="{BB962C8B-B14F-4D97-AF65-F5344CB8AC3E}">
        <p14:creationId xmlns:p14="http://schemas.microsoft.com/office/powerpoint/2010/main" val="1816520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4895E13B-A709-45D9-8652-B5CD4A9084F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Notes Placeholder 2">
            <a:extLst>
              <a:ext uri="{FF2B5EF4-FFF2-40B4-BE49-F238E27FC236}">
                <a16:creationId xmlns:a16="http://schemas.microsoft.com/office/drawing/2014/main" id="{21FC215F-4C42-432A-8832-CB6AAB1C27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Remember, standards and protocols are what make the Internet work. They’re simply things we all agree on.</a:t>
            </a:r>
          </a:p>
        </p:txBody>
      </p:sp>
      <p:sp>
        <p:nvSpPr>
          <p:cNvPr id="43011" name="Slide Number Placeholder 3">
            <a:extLst>
              <a:ext uri="{FF2B5EF4-FFF2-40B4-BE49-F238E27FC236}">
                <a16:creationId xmlns:a16="http://schemas.microsoft.com/office/drawing/2014/main" id="{062C64A3-503C-4437-B4FD-0AE3BAB701C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B2F001B3-91C6-4B38-ADE6-F920CDFEB465}" type="slidenum">
              <a:rPr lang="en-US" altLang="en-US"/>
              <a:pPr/>
              <a:t>23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C6265-FFD8-144F-8381-C18FF304FF9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F86C082-9CA5-414B-A6A3-C6D9A7E3AC2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C3DCA41-C92D-4D03-85F4-BFDAD7DA48C0}"/>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4BEB137F-F1A2-44A0-8EF1-F2328FE2042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EB54477-1A02-4CEC-B1C1-C51018794965}"/>
              </a:ext>
            </a:extLst>
          </p:cNvPr>
          <p:cNvSpPr>
            <a:spLocks noGrp="1"/>
          </p:cNvSpPr>
          <p:nvPr>
            <p:ph type="sldNum" sz="quarter" idx="12"/>
          </p:nvPr>
        </p:nvSpPr>
        <p:spPr/>
        <p:txBody>
          <a:bodyPr/>
          <a:lstStyle>
            <a:lvl1pPr>
              <a:defRPr/>
            </a:lvl1pPr>
          </a:lstStyle>
          <a:p>
            <a:fld id="{E1210FA7-5396-4033-BC19-2FDEED7A1CB7}" type="slidenum">
              <a:rPr lang="en-US" altLang="en-US"/>
              <a:pPr/>
              <a:t>‹#›</a:t>
            </a:fld>
            <a:endParaRPr lang="en-US" altLang="en-US"/>
          </a:p>
        </p:txBody>
      </p:sp>
    </p:spTree>
    <p:extLst>
      <p:ext uri="{BB962C8B-B14F-4D97-AF65-F5344CB8AC3E}">
        <p14:creationId xmlns:p14="http://schemas.microsoft.com/office/powerpoint/2010/main" val="4189596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903F0-3A29-C140-AF72-ED0A33377D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393143-31F5-794F-9A46-D2225FD4A78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F46854-6BBF-424A-B412-F448BFAF782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D034E6D-E0DD-483C-A4EB-A6B19C0AA57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2DFC764-0B5F-4CBE-AB47-09A4637E5CB4}"/>
              </a:ext>
            </a:extLst>
          </p:cNvPr>
          <p:cNvSpPr>
            <a:spLocks noGrp="1"/>
          </p:cNvSpPr>
          <p:nvPr>
            <p:ph type="sldNum" sz="quarter" idx="12"/>
          </p:nvPr>
        </p:nvSpPr>
        <p:spPr/>
        <p:txBody>
          <a:bodyPr/>
          <a:lstStyle>
            <a:lvl1pPr>
              <a:defRPr/>
            </a:lvl1pPr>
          </a:lstStyle>
          <a:p>
            <a:fld id="{94DA5560-7D38-429A-87FF-A402256C76FF}" type="slidenum">
              <a:rPr lang="en-US" altLang="en-US"/>
              <a:pPr/>
              <a:t>‹#›</a:t>
            </a:fld>
            <a:endParaRPr lang="en-US" altLang="en-US"/>
          </a:p>
        </p:txBody>
      </p:sp>
    </p:spTree>
    <p:extLst>
      <p:ext uri="{BB962C8B-B14F-4D97-AF65-F5344CB8AC3E}">
        <p14:creationId xmlns:p14="http://schemas.microsoft.com/office/powerpoint/2010/main" val="1697598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4F5F-EB52-9242-9E16-A2B8E5289D2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2CE5635-B7BF-CD4C-BDC7-612E7165FE9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68F84AC-95CC-421D-887A-8901C1C182F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4D1C5B5-3A28-4139-BB1E-73CAEE239FE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080427C-4762-458D-BC2A-BFD2B4FB1958}"/>
              </a:ext>
            </a:extLst>
          </p:cNvPr>
          <p:cNvSpPr>
            <a:spLocks noGrp="1"/>
          </p:cNvSpPr>
          <p:nvPr>
            <p:ph type="sldNum" sz="quarter" idx="12"/>
          </p:nvPr>
        </p:nvSpPr>
        <p:spPr/>
        <p:txBody>
          <a:bodyPr/>
          <a:lstStyle>
            <a:lvl1pPr>
              <a:defRPr/>
            </a:lvl1pPr>
          </a:lstStyle>
          <a:p>
            <a:fld id="{79E56963-3B0D-4BD2-8747-6EAB086FC719}" type="slidenum">
              <a:rPr lang="en-US" altLang="en-US"/>
              <a:pPr/>
              <a:t>‹#›</a:t>
            </a:fld>
            <a:endParaRPr lang="en-US" altLang="en-US"/>
          </a:p>
        </p:txBody>
      </p:sp>
    </p:spTree>
    <p:extLst>
      <p:ext uri="{BB962C8B-B14F-4D97-AF65-F5344CB8AC3E}">
        <p14:creationId xmlns:p14="http://schemas.microsoft.com/office/powerpoint/2010/main" val="3598575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D6FF6-AD12-624B-A465-DADB66AF8B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5FA836-DD7E-8F45-A2C4-E6E9F2F55115}"/>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FA8A94-22EF-2D4A-9918-F8F102A6A0C6}"/>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B1FEED5-1A1B-4CC6-AB45-240D3AFDCF8D}"/>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4E50C98D-0B73-421A-95A1-A639BDDA0EF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C8C433C-8DA8-44C4-8F61-B505E0DD5015}"/>
              </a:ext>
            </a:extLst>
          </p:cNvPr>
          <p:cNvSpPr>
            <a:spLocks noGrp="1"/>
          </p:cNvSpPr>
          <p:nvPr>
            <p:ph type="sldNum" sz="quarter" idx="12"/>
          </p:nvPr>
        </p:nvSpPr>
        <p:spPr/>
        <p:txBody>
          <a:bodyPr/>
          <a:lstStyle>
            <a:lvl1pPr>
              <a:defRPr/>
            </a:lvl1pPr>
          </a:lstStyle>
          <a:p>
            <a:fld id="{2101EC68-788A-4FAC-89EE-B22096554216}" type="slidenum">
              <a:rPr lang="en-US" altLang="en-US"/>
              <a:pPr/>
              <a:t>‹#›</a:t>
            </a:fld>
            <a:endParaRPr lang="en-US" altLang="en-US"/>
          </a:p>
        </p:txBody>
      </p:sp>
    </p:spTree>
    <p:extLst>
      <p:ext uri="{BB962C8B-B14F-4D97-AF65-F5344CB8AC3E}">
        <p14:creationId xmlns:p14="http://schemas.microsoft.com/office/powerpoint/2010/main" val="2818962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C95B7-4D71-5C4E-AD9C-6A01DDF28E0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C10454-BD5D-4447-B485-DE86F24FD6D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97B294E4-BCC6-3849-982B-AA77C70666E1}"/>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064DCC-8CE0-0D4E-B7E3-77CA339DBB3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D5D08C31-23EC-B749-8C0B-4A90C5CBDC30}"/>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C91ACE5-BD3C-4E1B-850E-DD174A0EF864}"/>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8FF40185-3E3A-4C69-83C6-703DCEE87B5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0BDC478-1DD8-42C4-9DE8-45033B155BCA}"/>
              </a:ext>
            </a:extLst>
          </p:cNvPr>
          <p:cNvSpPr>
            <a:spLocks noGrp="1"/>
          </p:cNvSpPr>
          <p:nvPr>
            <p:ph type="sldNum" sz="quarter" idx="12"/>
          </p:nvPr>
        </p:nvSpPr>
        <p:spPr/>
        <p:txBody>
          <a:bodyPr/>
          <a:lstStyle>
            <a:lvl1pPr>
              <a:defRPr/>
            </a:lvl1pPr>
          </a:lstStyle>
          <a:p>
            <a:fld id="{85F0F118-67AD-4C3E-8FF9-2129F1F6A582}" type="slidenum">
              <a:rPr lang="en-US" altLang="en-US"/>
              <a:pPr/>
              <a:t>‹#›</a:t>
            </a:fld>
            <a:endParaRPr lang="en-US" altLang="en-US"/>
          </a:p>
        </p:txBody>
      </p:sp>
    </p:spTree>
    <p:extLst>
      <p:ext uri="{BB962C8B-B14F-4D97-AF65-F5344CB8AC3E}">
        <p14:creationId xmlns:p14="http://schemas.microsoft.com/office/powerpoint/2010/main" val="197721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A6CB5-4E72-674C-A95C-9D31DE9813F5}"/>
              </a:ext>
            </a:extLst>
          </p:cNvPr>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0935D25-FCE2-480D-BC81-883D62701916}"/>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41C3B65E-1A6F-479D-851C-513AD2C9249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E9E0683-CBC8-4274-88CD-460D87DB7002}"/>
              </a:ext>
            </a:extLst>
          </p:cNvPr>
          <p:cNvSpPr>
            <a:spLocks noGrp="1"/>
          </p:cNvSpPr>
          <p:nvPr>
            <p:ph type="sldNum" sz="quarter" idx="12"/>
          </p:nvPr>
        </p:nvSpPr>
        <p:spPr/>
        <p:txBody>
          <a:bodyPr/>
          <a:lstStyle>
            <a:lvl1pPr>
              <a:defRPr/>
            </a:lvl1pPr>
          </a:lstStyle>
          <a:p>
            <a:fld id="{1B00EF0E-4B5D-4C3F-9E71-13BF928AAA86}" type="slidenum">
              <a:rPr lang="en-US" altLang="en-US"/>
              <a:pPr/>
              <a:t>‹#›</a:t>
            </a:fld>
            <a:endParaRPr lang="en-US" altLang="en-US"/>
          </a:p>
        </p:txBody>
      </p:sp>
    </p:spTree>
    <p:extLst>
      <p:ext uri="{BB962C8B-B14F-4D97-AF65-F5344CB8AC3E}">
        <p14:creationId xmlns:p14="http://schemas.microsoft.com/office/powerpoint/2010/main" val="891433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AE651F5-34B9-4B29-B924-62FB0DDF0676}"/>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291BFC4C-FDF8-4F47-94B2-6F1EDE8BAC5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1CA6ECA-2A2F-464B-8279-8C276596889C}"/>
              </a:ext>
            </a:extLst>
          </p:cNvPr>
          <p:cNvSpPr>
            <a:spLocks noGrp="1"/>
          </p:cNvSpPr>
          <p:nvPr>
            <p:ph type="sldNum" sz="quarter" idx="12"/>
          </p:nvPr>
        </p:nvSpPr>
        <p:spPr/>
        <p:txBody>
          <a:bodyPr/>
          <a:lstStyle>
            <a:lvl1pPr>
              <a:defRPr/>
            </a:lvl1pPr>
          </a:lstStyle>
          <a:p>
            <a:fld id="{8C023722-1C0D-4578-9B9E-FB389DC2750F}" type="slidenum">
              <a:rPr lang="en-US" altLang="en-US"/>
              <a:pPr/>
              <a:t>‹#›</a:t>
            </a:fld>
            <a:endParaRPr lang="en-US" altLang="en-US"/>
          </a:p>
        </p:txBody>
      </p:sp>
    </p:spTree>
    <p:extLst>
      <p:ext uri="{BB962C8B-B14F-4D97-AF65-F5344CB8AC3E}">
        <p14:creationId xmlns:p14="http://schemas.microsoft.com/office/powerpoint/2010/main" val="1631481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AA232-1E0F-044F-80E1-3CB8819C3CC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A43F93D-2932-6646-9BE5-56B775850A4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D56B62-6F18-3D44-B76C-A4B285BB57D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3">
            <a:extLst>
              <a:ext uri="{FF2B5EF4-FFF2-40B4-BE49-F238E27FC236}">
                <a16:creationId xmlns:a16="http://schemas.microsoft.com/office/drawing/2014/main" id="{86284990-19BA-4521-8DEB-D698C238DD69}"/>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02907C7-9715-494B-A37A-B5845CB82A3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15427EB-5822-486C-9841-4A6A3EAB40D5}"/>
              </a:ext>
            </a:extLst>
          </p:cNvPr>
          <p:cNvSpPr>
            <a:spLocks noGrp="1"/>
          </p:cNvSpPr>
          <p:nvPr>
            <p:ph type="sldNum" sz="quarter" idx="12"/>
          </p:nvPr>
        </p:nvSpPr>
        <p:spPr/>
        <p:txBody>
          <a:bodyPr/>
          <a:lstStyle>
            <a:lvl1pPr>
              <a:defRPr/>
            </a:lvl1pPr>
          </a:lstStyle>
          <a:p>
            <a:fld id="{09470506-BD29-4C6A-87F2-5E40922611DF}" type="slidenum">
              <a:rPr lang="en-US" altLang="en-US"/>
              <a:pPr/>
              <a:t>‹#›</a:t>
            </a:fld>
            <a:endParaRPr lang="en-US" altLang="en-US"/>
          </a:p>
        </p:txBody>
      </p:sp>
    </p:spTree>
    <p:extLst>
      <p:ext uri="{BB962C8B-B14F-4D97-AF65-F5344CB8AC3E}">
        <p14:creationId xmlns:p14="http://schemas.microsoft.com/office/powerpoint/2010/main" val="4112883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87AB-9913-EC44-AFAC-45A70259C39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23A7A62-4943-D249-9D63-21ADBF8CC6B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a:extLst>
              <a:ext uri="{FF2B5EF4-FFF2-40B4-BE49-F238E27FC236}">
                <a16:creationId xmlns:a16="http://schemas.microsoft.com/office/drawing/2014/main" id="{E20114A5-450C-F344-91FC-8AE35E205F9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3">
            <a:extLst>
              <a:ext uri="{FF2B5EF4-FFF2-40B4-BE49-F238E27FC236}">
                <a16:creationId xmlns:a16="http://schemas.microsoft.com/office/drawing/2014/main" id="{FDFAE7C4-8B19-47C0-B86B-1FAB1D1F3214}"/>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16FE9055-354D-4FD2-BDD6-7D1B47E0D26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3C375D2-9744-445F-8708-81366F03BDE2}"/>
              </a:ext>
            </a:extLst>
          </p:cNvPr>
          <p:cNvSpPr>
            <a:spLocks noGrp="1"/>
          </p:cNvSpPr>
          <p:nvPr>
            <p:ph type="sldNum" sz="quarter" idx="12"/>
          </p:nvPr>
        </p:nvSpPr>
        <p:spPr/>
        <p:txBody>
          <a:bodyPr/>
          <a:lstStyle>
            <a:lvl1pPr>
              <a:defRPr/>
            </a:lvl1pPr>
          </a:lstStyle>
          <a:p>
            <a:fld id="{1176618A-F743-49A3-94D9-9FA4C731CAB5}" type="slidenum">
              <a:rPr lang="en-US" altLang="en-US"/>
              <a:pPr/>
              <a:t>‹#›</a:t>
            </a:fld>
            <a:endParaRPr lang="en-US" altLang="en-US"/>
          </a:p>
        </p:txBody>
      </p:sp>
    </p:spTree>
    <p:extLst>
      <p:ext uri="{BB962C8B-B14F-4D97-AF65-F5344CB8AC3E}">
        <p14:creationId xmlns:p14="http://schemas.microsoft.com/office/powerpoint/2010/main" val="3345582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95130-54A4-A04C-8C1B-1F4AC7B298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7DEC30-BD22-094F-9B95-DA7A06811D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2B806-E893-4711-8D51-23B73EC14A0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7757695-9733-4052-8074-B73A02C1320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EC201FD-1279-4BCC-86E8-B1E6417016DC}"/>
              </a:ext>
            </a:extLst>
          </p:cNvPr>
          <p:cNvSpPr>
            <a:spLocks noGrp="1"/>
          </p:cNvSpPr>
          <p:nvPr>
            <p:ph type="sldNum" sz="quarter" idx="12"/>
          </p:nvPr>
        </p:nvSpPr>
        <p:spPr/>
        <p:txBody>
          <a:bodyPr/>
          <a:lstStyle>
            <a:lvl1pPr>
              <a:defRPr/>
            </a:lvl1pPr>
          </a:lstStyle>
          <a:p>
            <a:fld id="{71AC91DF-6FC5-41A6-95B7-18D4ADCDD992}" type="slidenum">
              <a:rPr lang="en-US" altLang="en-US"/>
              <a:pPr/>
              <a:t>‹#›</a:t>
            </a:fld>
            <a:endParaRPr lang="en-US" altLang="en-US"/>
          </a:p>
        </p:txBody>
      </p:sp>
    </p:spTree>
    <p:extLst>
      <p:ext uri="{BB962C8B-B14F-4D97-AF65-F5344CB8AC3E}">
        <p14:creationId xmlns:p14="http://schemas.microsoft.com/office/powerpoint/2010/main" val="2268489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558021-A3D7-B64A-9579-FE5955A1B782}"/>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8E3EBD-32F9-4348-8E1B-34AF37780C55}"/>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54B351-F778-425F-B4C8-60C6DFEACDFA}"/>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39AA2639-4424-4CB4-9B07-1342A56985E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ACAF884-940C-4DBD-9992-CB808ACDBB58}"/>
              </a:ext>
            </a:extLst>
          </p:cNvPr>
          <p:cNvSpPr>
            <a:spLocks noGrp="1"/>
          </p:cNvSpPr>
          <p:nvPr>
            <p:ph type="sldNum" sz="quarter" idx="12"/>
          </p:nvPr>
        </p:nvSpPr>
        <p:spPr/>
        <p:txBody>
          <a:bodyPr/>
          <a:lstStyle>
            <a:lvl1pPr>
              <a:defRPr/>
            </a:lvl1pPr>
          </a:lstStyle>
          <a:p>
            <a:fld id="{7D27B8E4-623B-426D-A87B-D7433D79F80A}" type="slidenum">
              <a:rPr lang="en-US" altLang="en-US"/>
              <a:pPr/>
              <a:t>‹#›</a:t>
            </a:fld>
            <a:endParaRPr lang="en-US" altLang="en-US"/>
          </a:p>
        </p:txBody>
      </p:sp>
    </p:spTree>
    <p:extLst>
      <p:ext uri="{BB962C8B-B14F-4D97-AF65-F5344CB8AC3E}">
        <p14:creationId xmlns:p14="http://schemas.microsoft.com/office/powerpoint/2010/main" val="3522011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Title Placeholder 1">
            <a:extLst>
              <a:ext uri="{FF2B5EF4-FFF2-40B4-BE49-F238E27FC236}">
                <a16:creationId xmlns:a16="http://schemas.microsoft.com/office/drawing/2014/main" id="{3A5172A9-ACF4-4E01-A1DB-2F113F29C6BC}"/>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CDB63D5B-9417-C642-A360-BCDF9134576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6F8C0-BE86-2D45-94D1-66B8B5BB5934}"/>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53E18A51-11DA-5842-88BC-F0530BB8CF32}"/>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2F889206-353B-C84B-875C-4C24E1EE4794}"/>
              </a:ext>
            </a:extLst>
          </p:cNvPr>
          <p:cNvSpPr>
            <a:spLocks noGrp="1"/>
          </p:cNvSpPr>
          <p:nvPr>
            <p:ph type="sldNum" sz="quarter" idx="4"/>
          </p:nvPr>
        </p:nvSpPr>
        <p:spPr>
          <a:xfrm>
            <a:off x="7010400" y="47625"/>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898989"/>
                </a:solidFill>
              </a:defRPr>
            </a:lvl1pPr>
          </a:lstStyle>
          <a:p>
            <a:fld id="{632EA820-2550-4421-A6D0-3BEFA2042E7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ftr="0" dt="0"/>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www.whatismyip.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tools.ietf.org/html/rfc1518"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tools.ietf.org/html/rfc2373" TargetMode="External"/><Relationship Id="rId4" Type="http://schemas.openxmlformats.org/officeDocument/2006/relationships/hyperlink" Target="http://tools.ietf.org/html/rfc151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89C93-E754-4A2E-B239-0B38C843998C}"/>
              </a:ext>
            </a:extLst>
          </p:cNvPr>
          <p:cNvSpPr>
            <a:spLocks noGrp="1"/>
          </p:cNvSpPr>
          <p:nvPr>
            <p:ph type="title"/>
          </p:nvPr>
        </p:nvSpPr>
        <p:spPr/>
        <p:txBody>
          <a:bodyPr/>
          <a:lstStyle/>
          <a:p>
            <a:r>
              <a:rPr lang="en-US" dirty="0"/>
              <a:t>Addressing the</a:t>
            </a:r>
            <a:br>
              <a:rPr lang="en-US" dirty="0"/>
            </a:br>
            <a:r>
              <a:rPr lang="en-US" dirty="0"/>
              <a:t>IP Address Shortage</a:t>
            </a:r>
          </a:p>
        </p:txBody>
      </p:sp>
      <p:sp>
        <p:nvSpPr>
          <p:cNvPr id="2" name="Slide Number Placeholder 1">
            <a:extLst>
              <a:ext uri="{FF2B5EF4-FFF2-40B4-BE49-F238E27FC236}">
                <a16:creationId xmlns:a16="http://schemas.microsoft.com/office/drawing/2014/main" id="{FCF17B26-4B9A-4101-B1A8-E05F3758DDF2}"/>
              </a:ext>
            </a:extLst>
          </p:cNvPr>
          <p:cNvSpPr>
            <a:spLocks noGrp="1"/>
          </p:cNvSpPr>
          <p:nvPr>
            <p:ph type="sldNum" sz="quarter" idx="12"/>
          </p:nvPr>
        </p:nvSpPr>
        <p:spPr/>
        <p:txBody>
          <a:bodyPr/>
          <a:lstStyle/>
          <a:p>
            <a:fld id="{79E56963-3B0D-4BD2-8747-6EAB086FC719}" type="slidenum">
              <a:rPr lang="en-US" altLang="en-US" smtClean="0"/>
              <a:pPr/>
              <a:t>1</a:t>
            </a:fld>
            <a:endParaRPr lang="en-US" altLang="en-US"/>
          </a:p>
        </p:txBody>
      </p:sp>
    </p:spTree>
    <p:extLst>
      <p:ext uri="{BB962C8B-B14F-4D97-AF65-F5344CB8AC3E}">
        <p14:creationId xmlns:p14="http://schemas.microsoft.com/office/powerpoint/2010/main" val="326440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0A15-F0E0-4994-BFC5-4C1770C352C7}"/>
              </a:ext>
            </a:extLst>
          </p:cNvPr>
          <p:cNvSpPr>
            <a:spLocks noGrp="1"/>
          </p:cNvSpPr>
          <p:nvPr>
            <p:ph type="title"/>
          </p:nvPr>
        </p:nvSpPr>
        <p:spPr>
          <a:xfrm>
            <a:off x="628650" y="365125"/>
            <a:ext cx="7886700" cy="701675"/>
          </a:xfrm>
        </p:spPr>
        <p:txBody>
          <a:bodyPr/>
          <a:lstStyle/>
          <a:p>
            <a:r>
              <a:rPr lang="en-US" dirty="0"/>
              <a:t>Problem</a:t>
            </a:r>
          </a:p>
        </p:txBody>
      </p:sp>
      <p:sp>
        <p:nvSpPr>
          <p:cNvPr id="3" name="Content Placeholder 2">
            <a:extLst>
              <a:ext uri="{FF2B5EF4-FFF2-40B4-BE49-F238E27FC236}">
                <a16:creationId xmlns:a16="http://schemas.microsoft.com/office/drawing/2014/main" id="{1992ADAB-0F24-40B0-BE6F-0B30C4BD32C4}"/>
              </a:ext>
            </a:extLst>
          </p:cNvPr>
          <p:cNvSpPr>
            <a:spLocks noGrp="1"/>
          </p:cNvSpPr>
          <p:nvPr>
            <p:ph idx="1"/>
          </p:nvPr>
        </p:nvSpPr>
        <p:spPr>
          <a:xfrm>
            <a:off x="628650" y="1066801"/>
            <a:ext cx="7886700" cy="2438400"/>
          </a:xfrm>
        </p:spPr>
        <p:txBody>
          <a:bodyPr>
            <a:normAutofit/>
          </a:bodyPr>
          <a:lstStyle/>
          <a:p>
            <a:r>
              <a:rPr lang="en-US" sz="2800" dirty="0"/>
              <a:t>2^32 = 4,294,967,296 Possible IP Addresses</a:t>
            </a:r>
          </a:p>
          <a:p>
            <a:r>
              <a:rPr lang="en-US" sz="2800" dirty="0"/>
              <a:t>Many IP addresses are wasted due to subnet overhead.</a:t>
            </a:r>
          </a:p>
          <a:p>
            <a:r>
              <a:rPr lang="en-US" sz="2800" dirty="0"/>
              <a:t>The number of devices connected to the internet is expected to </a:t>
            </a:r>
            <a:r>
              <a:rPr lang="en-US" sz="2800"/>
              <a:t>exceed 30 </a:t>
            </a:r>
            <a:r>
              <a:rPr lang="en-US" sz="2800" dirty="0"/>
              <a:t>billion </a:t>
            </a:r>
            <a:r>
              <a:rPr lang="en-US" sz="2800"/>
              <a:t>in 2024.</a:t>
            </a:r>
            <a:endParaRPr lang="en-US" sz="2800" dirty="0"/>
          </a:p>
        </p:txBody>
      </p:sp>
      <p:sp>
        <p:nvSpPr>
          <p:cNvPr id="5" name="TextBox 4">
            <a:extLst>
              <a:ext uri="{FF2B5EF4-FFF2-40B4-BE49-F238E27FC236}">
                <a16:creationId xmlns:a16="http://schemas.microsoft.com/office/drawing/2014/main" id="{78A98F38-8E2E-4F69-BBEB-1E3F4832085F}"/>
              </a:ext>
            </a:extLst>
          </p:cNvPr>
          <p:cNvSpPr txBox="1"/>
          <p:nvPr/>
        </p:nvSpPr>
        <p:spPr>
          <a:xfrm>
            <a:off x="1066800" y="3886200"/>
            <a:ext cx="6781800" cy="2062103"/>
          </a:xfrm>
          <a:prstGeom prst="rect">
            <a:avLst/>
          </a:prstGeom>
          <a:noFill/>
        </p:spPr>
        <p:txBody>
          <a:bodyPr wrap="square" rtlCol="0">
            <a:spAutoFit/>
          </a:bodyPr>
          <a:lstStyle/>
          <a:p>
            <a:r>
              <a:rPr lang="en-US" sz="3200" i="1" dirty="0"/>
              <a:t>How is this possible?</a:t>
            </a:r>
            <a:br>
              <a:rPr lang="en-US" sz="3200" i="1" dirty="0"/>
            </a:br>
            <a:r>
              <a:rPr lang="en-US" sz="3200" i="1" dirty="0"/>
              <a:t>It seems like we should have used up all IP addresses a long time ago!</a:t>
            </a:r>
          </a:p>
        </p:txBody>
      </p:sp>
      <p:sp>
        <p:nvSpPr>
          <p:cNvPr id="4" name="Slide Number Placeholder 3">
            <a:extLst>
              <a:ext uri="{FF2B5EF4-FFF2-40B4-BE49-F238E27FC236}">
                <a16:creationId xmlns:a16="http://schemas.microsoft.com/office/drawing/2014/main" id="{1B954B1A-5FCB-476C-A652-F3E530C6EBF6}"/>
              </a:ext>
            </a:extLst>
          </p:cNvPr>
          <p:cNvSpPr>
            <a:spLocks noGrp="1"/>
          </p:cNvSpPr>
          <p:nvPr>
            <p:ph type="sldNum" sz="quarter" idx="12"/>
          </p:nvPr>
        </p:nvSpPr>
        <p:spPr/>
        <p:txBody>
          <a:bodyPr/>
          <a:lstStyle/>
          <a:p>
            <a:fld id="{94DA5560-7D38-429A-87FF-A402256C76FF}" type="slidenum">
              <a:rPr lang="en-US" altLang="en-US" smtClean="0"/>
              <a:pPr/>
              <a:t>2</a:t>
            </a:fld>
            <a:endParaRPr lang="en-US" altLang="en-US"/>
          </a:p>
        </p:txBody>
      </p:sp>
    </p:spTree>
    <p:extLst>
      <p:ext uri="{BB962C8B-B14F-4D97-AF65-F5344CB8AC3E}">
        <p14:creationId xmlns:p14="http://schemas.microsoft.com/office/powerpoint/2010/main" val="3756805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14FCC-8275-4388-ABB7-5467DFA3F6B3}"/>
              </a:ext>
            </a:extLst>
          </p:cNvPr>
          <p:cNvSpPr>
            <a:spLocks noGrp="1"/>
          </p:cNvSpPr>
          <p:nvPr>
            <p:ph type="title"/>
          </p:nvPr>
        </p:nvSpPr>
        <p:spPr/>
        <p:txBody>
          <a:bodyPr/>
          <a:lstStyle/>
          <a:p>
            <a:r>
              <a:rPr lang="en-US" dirty="0"/>
              <a:t>Four Ways to Remedy IP Address Shortage</a:t>
            </a:r>
          </a:p>
        </p:txBody>
      </p:sp>
      <p:sp>
        <p:nvSpPr>
          <p:cNvPr id="3" name="Content Placeholder 2">
            <a:extLst>
              <a:ext uri="{FF2B5EF4-FFF2-40B4-BE49-F238E27FC236}">
                <a16:creationId xmlns:a16="http://schemas.microsoft.com/office/drawing/2014/main" id="{D16137FF-0A89-4F44-AFD0-287653CF10F0}"/>
              </a:ext>
            </a:extLst>
          </p:cNvPr>
          <p:cNvSpPr>
            <a:spLocks noGrp="1"/>
          </p:cNvSpPr>
          <p:nvPr>
            <p:ph idx="1"/>
          </p:nvPr>
        </p:nvSpPr>
        <p:spPr/>
        <p:txBody>
          <a:bodyPr>
            <a:normAutofit/>
          </a:bodyPr>
          <a:lstStyle/>
          <a:p>
            <a:r>
              <a:rPr lang="en-US" sz="3200" dirty="0"/>
              <a:t>Network Address Translation (NAT)</a:t>
            </a:r>
          </a:p>
          <a:p>
            <a:r>
              <a:rPr lang="en-US" sz="3200" dirty="0"/>
              <a:t>Dynamic Address Assignment (DHCP)</a:t>
            </a:r>
          </a:p>
          <a:p>
            <a:r>
              <a:rPr lang="en-US" sz="3200" dirty="0"/>
              <a:t>Classless Inter-Domain Routing (CIDR)</a:t>
            </a:r>
          </a:p>
          <a:p>
            <a:r>
              <a:rPr lang="en-US" sz="3200" dirty="0"/>
              <a:t>IPv6 – Change the Address Space</a:t>
            </a:r>
          </a:p>
        </p:txBody>
      </p:sp>
      <p:sp>
        <p:nvSpPr>
          <p:cNvPr id="4" name="Slide Number Placeholder 3">
            <a:extLst>
              <a:ext uri="{FF2B5EF4-FFF2-40B4-BE49-F238E27FC236}">
                <a16:creationId xmlns:a16="http://schemas.microsoft.com/office/drawing/2014/main" id="{3F54A268-A61B-46E5-BB6D-0B89AE599E38}"/>
              </a:ext>
            </a:extLst>
          </p:cNvPr>
          <p:cNvSpPr>
            <a:spLocks noGrp="1"/>
          </p:cNvSpPr>
          <p:nvPr>
            <p:ph type="sldNum" sz="quarter" idx="12"/>
          </p:nvPr>
        </p:nvSpPr>
        <p:spPr/>
        <p:txBody>
          <a:bodyPr/>
          <a:lstStyle/>
          <a:p>
            <a:fld id="{94DA5560-7D38-429A-87FF-A402256C76FF}" type="slidenum">
              <a:rPr lang="en-US" altLang="en-US" smtClean="0"/>
              <a:pPr/>
              <a:t>3</a:t>
            </a:fld>
            <a:endParaRPr lang="en-US" altLang="en-US"/>
          </a:p>
        </p:txBody>
      </p:sp>
    </p:spTree>
    <p:extLst>
      <p:ext uri="{BB962C8B-B14F-4D97-AF65-F5344CB8AC3E}">
        <p14:creationId xmlns:p14="http://schemas.microsoft.com/office/powerpoint/2010/main" val="153865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67A088F2-E655-4E0B-AE40-7CE2A6C01D9C}"/>
              </a:ext>
            </a:extLst>
          </p:cNvPr>
          <p:cNvSpPr>
            <a:spLocks noGrp="1" noChangeArrowheads="1"/>
          </p:cNvSpPr>
          <p:nvPr>
            <p:ph type="title"/>
          </p:nvPr>
        </p:nvSpPr>
        <p:spPr>
          <a:xfrm>
            <a:off x="628650" y="228601"/>
            <a:ext cx="8134350" cy="2209800"/>
          </a:xfrm>
        </p:spPr>
        <p:txBody>
          <a:bodyPr/>
          <a:lstStyle/>
          <a:p>
            <a:r>
              <a:rPr lang="en-US" altLang="en-US" sz="4400" dirty="0"/>
              <a:t>Network Address Translation (NAT) </a:t>
            </a:r>
            <a:r>
              <a:rPr lang="en-US" altLang="en-US" sz="3600" dirty="0">
                <a:solidFill>
                  <a:srgbClr val="C00000"/>
                </a:solidFill>
              </a:rPr>
              <a:t>“hide” lots of devices behind one Public IP</a:t>
            </a:r>
            <a:br>
              <a:rPr lang="en-US" altLang="en-US" sz="3600" dirty="0">
                <a:solidFill>
                  <a:srgbClr val="C00000"/>
                </a:solidFill>
              </a:rPr>
            </a:br>
            <a:br>
              <a:rPr lang="en-US" altLang="en-US" sz="2400" dirty="0">
                <a:solidFill>
                  <a:srgbClr val="C00000"/>
                </a:solidFill>
              </a:rPr>
            </a:br>
            <a:r>
              <a:rPr lang="en-US" altLang="en-US" sz="2400" dirty="0"/>
              <a:t>Typically uses the port number on the router to determine which internal host.</a:t>
            </a:r>
            <a:endParaRPr lang="en-US" altLang="en-US" sz="4400" dirty="0"/>
          </a:p>
        </p:txBody>
      </p:sp>
      <p:pic>
        <p:nvPicPr>
          <p:cNvPr id="36866" name="Content Placeholder 4">
            <a:extLst>
              <a:ext uri="{FF2B5EF4-FFF2-40B4-BE49-F238E27FC236}">
                <a16:creationId xmlns:a16="http://schemas.microsoft.com/office/drawing/2014/main" id="{BBAB14C3-E3B4-4418-A0D6-3DE2DC1679C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5912" y="2655094"/>
            <a:ext cx="8759825" cy="3697287"/>
          </a:xfrm>
        </p:spPr>
      </p:pic>
      <p:sp>
        <p:nvSpPr>
          <p:cNvPr id="36867" name="TextBox 5">
            <a:extLst>
              <a:ext uri="{FF2B5EF4-FFF2-40B4-BE49-F238E27FC236}">
                <a16:creationId xmlns:a16="http://schemas.microsoft.com/office/drawing/2014/main" id="{29E78E4E-4B24-430C-955B-5109BE13FD68}"/>
              </a:ext>
            </a:extLst>
          </p:cNvPr>
          <p:cNvSpPr txBox="1">
            <a:spLocks noChangeArrowheads="1"/>
          </p:cNvSpPr>
          <p:nvPr/>
        </p:nvSpPr>
        <p:spPr bwMode="auto">
          <a:xfrm>
            <a:off x="315912" y="2655094"/>
            <a:ext cx="2322513" cy="6635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2" name="Slide Number Placeholder 1">
            <a:extLst>
              <a:ext uri="{FF2B5EF4-FFF2-40B4-BE49-F238E27FC236}">
                <a16:creationId xmlns:a16="http://schemas.microsoft.com/office/drawing/2014/main" id="{7497B119-1CD2-4727-98FA-8590623ED343}"/>
              </a:ext>
            </a:extLst>
          </p:cNvPr>
          <p:cNvSpPr>
            <a:spLocks noGrp="1"/>
          </p:cNvSpPr>
          <p:nvPr>
            <p:ph type="sldNum" sz="quarter" idx="12"/>
          </p:nvPr>
        </p:nvSpPr>
        <p:spPr/>
        <p:txBody>
          <a:bodyPr/>
          <a:lstStyle/>
          <a:p>
            <a:fld id="{94DA5560-7D38-429A-87FF-A402256C76FF}" type="slidenum">
              <a:rPr lang="en-US" altLang="en-US" smtClean="0"/>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AA0A-2C5B-4D8E-B5D9-031D6D711C56}"/>
              </a:ext>
            </a:extLst>
          </p:cNvPr>
          <p:cNvSpPr>
            <a:spLocks noGrp="1"/>
          </p:cNvSpPr>
          <p:nvPr>
            <p:ph type="title"/>
          </p:nvPr>
        </p:nvSpPr>
        <p:spPr/>
        <p:txBody>
          <a:bodyPr/>
          <a:lstStyle/>
          <a:p>
            <a:r>
              <a:rPr lang="en-US" dirty="0"/>
              <a:t>Private IP Address Ranges</a:t>
            </a:r>
          </a:p>
        </p:txBody>
      </p:sp>
      <p:graphicFrame>
        <p:nvGraphicFramePr>
          <p:cNvPr id="4" name="Table 4">
            <a:extLst>
              <a:ext uri="{FF2B5EF4-FFF2-40B4-BE49-F238E27FC236}">
                <a16:creationId xmlns:a16="http://schemas.microsoft.com/office/drawing/2014/main" id="{5FC83556-163B-4203-88C7-ACCD9612B409}"/>
              </a:ext>
            </a:extLst>
          </p:cNvPr>
          <p:cNvGraphicFramePr>
            <a:graphicFrameLocks noGrp="1"/>
          </p:cNvGraphicFramePr>
          <p:nvPr>
            <p:ph idx="1"/>
            <p:extLst>
              <p:ext uri="{D42A27DB-BD31-4B8C-83A1-F6EECF244321}">
                <p14:modId xmlns:p14="http://schemas.microsoft.com/office/powerpoint/2010/main" val="2569384056"/>
              </p:ext>
            </p:extLst>
          </p:nvPr>
        </p:nvGraphicFramePr>
        <p:xfrm>
          <a:off x="304800" y="1690688"/>
          <a:ext cx="8458200" cy="4450080"/>
        </p:xfrm>
        <a:graphic>
          <a:graphicData uri="http://schemas.openxmlformats.org/drawingml/2006/table">
            <a:tbl>
              <a:tblPr firstRow="1" bandRow="1">
                <a:tableStyleId>{5C22544A-7EE6-4342-B048-85BDC9FD1C3A}</a:tableStyleId>
              </a:tblPr>
              <a:tblGrid>
                <a:gridCol w="1450561">
                  <a:extLst>
                    <a:ext uri="{9D8B030D-6E8A-4147-A177-3AD203B41FA5}">
                      <a16:colId xmlns:a16="http://schemas.microsoft.com/office/drawing/2014/main" val="3888018171"/>
                    </a:ext>
                  </a:extLst>
                </a:gridCol>
                <a:gridCol w="2740439">
                  <a:extLst>
                    <a:ext uri="{9D8B030D-6E8A-4147-A177-3AD203B41FA5}">
                      <a16:colId xmlns:a16="http://schemas.microsoft.com/office/drawing/2014/main" val="1117345129"/>
                    </a:ext>
                  </a:extLst>
                </a:gridCol>
                <a:gridCol w="1219200">
                  <a:extLst>
                    <a:ext uri="{9D8B030D-6E8A-4147-A177-3AD203B41FA5}">
                      <a16:colId xmlns:a16="http://schemas.microsoft.com/office/drawing/2014/main" val="3095267175"/>
                    </a:ext>
                  </a:extLst>
                </a:gridCol>
                <a:gridCol w="3048000">
                  <a:extLst>
                    <a:ext uri="{9D8B030D-6E8A-4147-A177-3AD203B41FA5}">
                      <a16:colId xmlns:a16="http://schemas.microsoft.com/office/drawing/2014/main" val="986891195"/>
                    </a:ext>
                  </a:extLst>
                </a:gridCol>
              </a:tblGrid>
              <a:tr h="370840">
                <a:tc>
                  <a:txBody>
                    <a:bodyPr/>
                    <a:lstStyle/>
                    <a:p>
                      <a:r>
                        <a:rPr lang="en-US" sz="1600" dirty="0"/>
                        <a:t>Network ID</a:t>
                      </a:r>
                    </a:p>
                  </a:txBody>
                  <a:tcPr/>
                </a:tc>
                <a:tc>
                  <a:txBody>
                    <a:bodyPr/>
                    <a:lstStyle/>
                    <a:p>
                      <a:r>
                        <a:rPr lang="en-US" sz="1600" dirty="0"/>
                        <a:t>Address Range</a:t>
                      </a:r>
                    </a:p>
                  </a:txBody>
                  <a:tcPr/>
                </a:tc>
                <a:tc>
                  <a:txBody>
                    <a:bodyPr/>
                    <a:lstStyle/>
                    <a:p>
                      <a:r>
                        <a:rPr lang="en-US" sz="1600" dirty="0"/>
                        <a:t>Number of</a:t>
                      </a:r>
                      <a:br>
                        <a:rPr lang="en-US" sz="1600" dirty="0"/>
                      </a:br>
                      <a:r>
                        <a:rPr lang="en-US" sz="1600" dirty="0"/>
                        <a:t>Addresses</a:t>
                      </a:r>
                    </a:p>
                  </a:txBody>
                  <a:tcPr/>
                </a:tc>
                <a:tc>
                  <a:txBody>
                    <a:bodyPr/>
                    <a:lstStyle/>
                    <a:p>
                      <a:r>
                        <a:rPr lang="en-US" sz="1600" dirty="0"/>
                        <a:t>Notes</a:t>
                      </a:r>
                    </a:p>
                  </a:txBody>
                  <a:tcPr/>
                </a:tc>
                <a:extLst>
                  <a:ext uri="{0D108BD9-81ED-4DB2-BD59-A6C34878D82A}">
                    <a16:rowId xmlns:a16="http://schemas.microsoft.com/office/drawing/2014/main" val="3698429697"/>
                  </a:ext>
                </a:extLst>
              </a:tr>
              <a:tr h="370840">
                <a:tc>
                  <a:txBody>
                    <a:bodyPr/>
                    <a:lstStyle/>
                    <a:p>
                      <a:r>
                        <a:rPr lang="en-US" sz="1600" dirty="0"/>
                        <a:t>10.0.0.0/8</a:t>
                      </a:r>
                    </a:p>
                  </a:txBody>
                  <a:tcPr/>
                </a:tc>
                <a:tc>
                  <a:txBody>
                    <a:bodyPr/>
                    <a:lstStyle/>
                    <a:p>
                      <a:r>
                        <a:rPr lang="en-US" sz="1600" dirty="0"/>
                        <a:t>10.0.0.0 - 10.255.255.255</a:t>
                      </a:r>
                    </a:p>
                  </a:txBody>
                  <a:tcPr/>
                </a:tc>
                <a:tc>
                  <a:txBody>
                    <a:bodyPr/>
                    <a:lstStyle/>
                    <a:p>
                      <a:pPr algn="r"/>
                      <a:r>
                        <a:rPr lang="en-US" sz="1600" dirty="0"/>
                        <a:t>16,777,216</a:t>
                      </a:r>
                    </a:p>
                  </a:txBody>
                  <a:tcPr/>
                </a:tc>
                <a:tc>
                  <a:txBody>
                    <a:bodyPr/>
                    <a:lstStyle/>
                    <a:p>
                      <a:r>
                        <a:rPr lang="en-US" sz="1600" dirty="0"/>
                        <a:t>Mostly used for corporate internal networks.</a:t>
                      </a:r>
                    </a:p>
                  </a:txBody>
                  <a:tcPr/>
                </a:tc>
                <a:extLst>
                  <a:ext uri="{0D108BD9-81ED-4DB2-BD59-A6C34878D82A}">
                    <a16:rowId xmlns:a16="http://schemas.microsoft.com/office/drawing/2014/main" val="1208765405"/>
                  </a:ext>
                </a:extLst>
              </a:tr>
              <a:tr h="370840">
                <a:tc>
                  <a:txBody>
                    <a:bodyPr/>
                    <a:lstStyle/>
                    <a:p>
                      <a:r>
                        <a:rPr lang="en-US" sz="1600" dirty="0"/>
                        <a:t>172.16.0.0/12</a:t>
                      </a:r>
                    </a:p>
                  </a:txBody>
                  <a:tcPr/>
                </a:tc>
                <a:tc>
                  <a:txBody>
                    <a:bodyPr/>
                    <a:lstStyle/>
                    <a:p>
                      <a:r>
                        <a:rPr lang="en-US" sz="1600" dirty="0"/>
                        <a:t>172.16.0.0 - 172.31.255.255</a:t>
                      </a:r>
                    </a:p>
                  </a:txBody>
                  <a:tcPr/>
                </a:tc>
                <a:tc>
                  <a:txBody>
                    <a:bodyPr/>
                    <a:lstStyle/>
                    <a:p>
                      <a:pPr algn="r"/>
                      <a:r>
                        <a:rPr lang="en-US" sz="1600" dirty="0"/>
                        <a:t>1,048,576</a:t>
                      </a:r>
                    </a:p>
                  </a:txBody>
                  <a:tcPr/>
                </a:tc>
                <a:tc>
                  <a:txBody>
                    <a:bodyPr/>
                    <a:lstStyle/>
                    <a:p>
                      <a:r>
                        <a:rPr lang="en-US" sz="1600" dirty="0"/>
                        <a:t>Least commonly used. A good candidate for when you need something distinct.</a:t>
                      </a:r>
                    </a:p>
                  </a:txBody>
                  <a:tcPr/>
                </a:tc>
                <a:extLst>
                  <a:ext uri="{0D108BD9-81ED-4DB2-BD59-A6C34878D82A}">
                    <a16:rowId xmlns:a16="http://schemas.microsoft.com/office/drawing/2014/main" val="1247906015"/>
                  </a:ext>
                </a:extLst>
              </a:tr>
              <a:tr h="370840">
                <a:tc>
                  <a:txBody>
                    <a:bodyPr/>
                    <a:lstStyle/>
                    <a:p>
                      <a:r>
                        <a:rPr lang="en-US" sz="1600" dirty="0"/>
                        <a:t>192.168.0.0/16</a:t>
                      </a:r>
                    </a:p>
                  </a:txBody>
                  <a:tcPr/>
                </a:tc>
                <a:tc>
                  <a:txBody>
                    <a:bodyPr/>
                    <a:lstStyle/>
                    <a:p>
                      <a:r>
                        <a:rPr lang="en-US" sz="1600" dirty="0"/>
                        <a:t>192.168.0.0 - 192.168.255.255</a:t>
                      </a:r>
                    </a:p>
                  </a:txBody>
                  <a:tcPr/>
                </a:tc>
                <a:tc>
                  <a:txBody>
                    <a:bodyPr/>
                    <a:lstStyle/>
                    <a:p>
                      <a:pPr algn="r"/>
                      <a:r>
                        <a:rPr lang="en-US" sz="1600" dirty="0"/>
                        <a:t>65,536</a:t>
                      </a:r>
                    </a:p>
                  </a:txBody>
                  <a:tcPr/>
                </a:tc>
                <a:tc>
                  <a:txBody>
                    <a:bodyPr/>
                    <a:lstStyle/>
                    <a:p>
                      <a:r>
                        <a:rPr lang="en-US" sz="1600" dirty="0"/>
                        <a:t>Commonly used for home networks, but usually with a /24 subnet mask.</a:t>
                      </a:r>
                    </a:p>
                  </a:txBody>
                  <a:tcPr/>
                </a:tc>
                <a:extLst>
                  <a:ext uri="{0D108BD9-81ED-4DB2-BD59-A6C34878D82A}">
                    <a16:rowId xmlns:a16="http://schemas.microsoft.com/office/drawing/2014/main" val="2440442051"/>
                  </a:ext>
                </a:extLst>
              </a:tr>
              <a:tr h="478472">
                <a:tc>
                  <a:txBody>
                    <a:bodyPr/>
                    <a:lstStyle/>
                    <a:p>
                      <a:r>
                        <a:rPr lang="en-US" sz="1600" dirty="0"/>
                        <a:t>169.254.0.0/16</a:t>
                      </a:r>
                    </a:p>
                  </a:txBody>
                  <a:tcPr/>
                </a:tc>
                <a:tc>
                  <a:txBody>
                    <a:bodyPr/>
                    <a:lstStyle/>
                    <a:p>
                      <a:r>
                        <a:rPr lang="en-US" sz="1600" dirty="0"/>
                        <a:t>169.254.0.0 - 169.254.255.255</a:t>
                      </a:r>
                    </a:p>
                  </a:txBody>
                  <a:tcPr/>
                </a:tc>
                <a:tc>
                  <a:txBody>
                    <a:bodyPr/>
                    <a:lstStyle/>
                    <a:p>
                      <a:pPr algn="r"/>
                      <a:r>
                        <a:rPr lang="en-US" sz="1600" dirty="0"/>
                        <a:t>65,536</a:t>
                      </a:r>
                    </a:p>
                  </a:txBody>
                  <a:tcPr/>
                </a:tc>
                <a:tc>
                  <a:txBody>
                    <a:bodyPr/>
                    <a:lstStyle/>
                    <a:p>
                      <a:r>
                        <a:rPr lang="en-US" sz="1600" dirty="0"/>
                        <a:t>Autoconfiguration range.</a:t>
                      </a:r>
                    </a:p>
                    <a:p>
                      <a:r>
                        <a:rPr lang="en-US" sz="1600" dirty="0"/>
                        <a:t>(Usually means DHCP has failed.)</a:t>
                      </a:r>
                    </a:p>
                  </a:txBody>
                  <a:tcPr/>
                </a:tc>
                <a:extLst>
                  <a:ext uri="{0D108BD9-81ED-4DB2-BD59-A6C34878D82A}">
                    <a16:rowId xmlns:a16="http://schemas.microsoft.com/office/drawing/2014/main" val="3675703941"/>
                  </a:ext>
                </a:extLst>
              </a:tr>
              <a:tr h="370840">
                <a:tc>
                  <a:txBody>
                    <a:bodyPr/>
                    <a:lstStyle/>
                    <a:p>
                      <a:r>
                        <a:rPr lang="en-US" sz="1600" dirty="0"/>
                        <a:t>127.0.0.0/8</a:t>
                      </a:r>
                    </a:p>
                  </a:txBody>
                  <a:tcPr/>
                </a:tc>
                <a:tc>
                  <a:txBody>
                    <a:bodyPr/>
                    <a:lstStyle/>
                    <a:p>
                      <a:r>
                        <a:rPr lang="en-US" sz="1600" dirty="0"/>
                        <a:t>127.0.0.0 - 127.255.255.255</a:t>
                      </a:r>
                    </a:p>
                  </a:txBody>
                  <a:tcPr/>
                </a:tc>
                <a:tc>
                  <a:txBody>
                    <a:bodyPr/>
                    <a:lstStyle/>
                    <a:p>
                      <a:pPr algn="r"/>
                      <a:r>
                        <a:rPr lang="en-US" sz="1600" dirty="0"/>
                        <a:t>65,536</a:t>
                      </a:r>
                    </a:p>
                  </a:txBody>
                  <a:tcPr/>
                </a:tc>
                <a:tc>
                  <a:txBody>
                    <a:bodyPr/>
                    <a:lstStyle/>
                    <a:p>
                      <a:r>
                        <a:rPr lang="en-US" sz="1600" dirty="0"/>
                        <a:t>Loopback address (talking to yourself). Typically, you use 127.0.0.1 but 255 addresses are available.</a:t>
                      </a:r>
                    </a:p>
                  </a:txBody>
                  <a:tcPr/>
                </a:tc>
                <a:extLst>
                  <a:ext uri="{0D108BD9-81ED-4DB2-BD59-A6C34878D82A}">
                    <a16:rowId xmlns:a16="http://schemas.microsoft.com/office/drawing/2014/main" val="3546761801"/>
                  </a:ext>
                </a:extLst>
              </a:tr>
            </a:tbl>
          </a:graphicData>
        </a:graphic>
      </p:graphicFrame>
      <p:sp>
        <p:nvSpPr>
          <p:cNvPr id="3" name="Slide Number Placeholder 2">
            <a:extLst>
              <a:ext uri="{FF2B5EF4-FFF2-40B4-BE49-F238E27FC236}">
                <a16:creationId xmlns:a16="http://schemas.microsoft.com/office/drawing/2014/main" id="{476001A9-3E0D-42E1-AC0D-2342C2A50532}"/>
              </a:ext>
            </a:extLst>
          </p:cNvPr>
          <p:cNvSpPr>
            <a:spLocks noGrp="1"/>
          </p:cNvSpPr>
          <p:nvPr>
            <p:ph type="sldNum" sz="quarter" idx="12"/>
          </p:nvPr>
        </p:nvSpPr>
        <p:spPr/>
        <p:txBody>
          <a:bodyPr/>
          <a:lstStyle/>
          <a:p>
            <a:fld id="{94DA5560-7D38-429A-87FF-A402256C76FF}" type="slidenum">
              <a:rPr lang="en-US" altLang="en-US" smtClean="0"/>
              <a:pPr/>
              <a:t>5</a:t>
            </a:fld>
            <a:endParaRPr lang="en-US" altLang="en-US"/>
          </a:p>
        </p:txBody>
      </p:sp>
    </p:spTree>
    <p:extLst>
      <p:ext uri="{BB962C8B-B14F-4D97-AF65-F5344CB8AC3E}">
        <p14:creationId xmlns:p14="http://schemas.microsoft.com/office/powerpoint/2010/main" val="2848869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C9FF74-55A9-DB07-ACF3-97460A9F2FF8}"/>
              </a:ext>
            </a:extLst>
          </p:cNvPr>
          <p:cNvSpPr>
            <a:spLocks noGrp="1"/>
          </p:cNvSpPr>
          <p:nvPr>
            <p:ph type="title"/>
          </p:nvPr>
        </p:nvSpPr>
        <p:spPr/>
        <p:txBody>
          <a:bodyPr/>
          <a:lstStyle/>
          <a:p>
            <a:r>
              <a:rPr lang="en-US" dirty="0"/>
              <a:t>DHCP (Dynamic Host Configuration Protocol)</a:t>
            </a:r>
          </a:p>
        </p:txBody>
      </p:sp>
      <p:sp>
        <p:nvSpPr>
          <p:cNvPr id="4" name="Slide Number Placeholder 3">
            <a:extLst>
              <a:ext uri="{FF2B5EF4-FFF2-40B4-BE49-F238E27FC236}">
                <a16:creationId xmlns:a16="http://schemas.microsoft.com/office/drawing/2014/main" id="{37D5B267-26E4-5AA4-7AF9-607F1DD680FB}"/>
              </a:ext>
            </a:extLst>
          </p:cNvPr>
          <p:cNvSpPr>
            <a:spLocks noGrp="1"/>
          </p:cNvSpPr>
          <p:nvPr>
            <p:ph type="sldNum" sz="quarter" idx="12"/>
          </p:nvPr>
        </p:nvSpPr>
        <p:spPr/>
        <p:txBody>
          <a:bodyPr/>
          <a:lstStyle/>
          <a:p>
            <a:fld id="{94DA5560-7D38-429A-87FF-A402256C76FF}" type="slidenum">
              <a:rPr lang="en-US" altLang="en-US" smtClean="0"/>
              <a:pPr/>
              <a:t>6</a:t>
            </a:fld>
            <a:endParaRPr lang="en-US" altLang="en-US"/>
          </a:p>
        </p:txBody>
      </p:sp>
    </p:spTree>
    <p:extLst>
      <p:ext uri="{BB962C8B-B14F-4D97-AF65-F5344CB8AC3E}">
        <p14:creationId xmlns:p14="http://schemas.microsoft.com/office/powerpoint/2010/main" val="233825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C03F4308-AB14-426C-9E92-D0DE8DA54D3B}"/>
              </a:ext>
            </a:extLst>
          </p:cNvPr>
          <p:cNvSpPr>
            <a:spLocks noGrp="1" noChangeArrowheads="1"/>
          </p:cNvSpPr>
          <p:nvPr>
            <p:ph type="title"/>
          </p:nvPr>
        </p:nvSpPr>
        <p:spPr>
          <a:xfrm>
            <a:off x="628650" y="365125"/>
            <a:ext cx="7886700" cy="1539875"/>
          </a:xfrm>
        </p:spPr>
        <p:txBody>
          <a:bodyPr/>
          <a:lstStyle/>
          <a:p>
            <a:r>
              <a:rPr lang="en-US" altLang="en-US" sz="4400" dirty="0"/>
              <a:t>DHCP* Dynamically Assigns an Address to a Computer.</a:t>
            </a:r>
          </a:p>
        </p:txBody>
      </p:sp>
      <p:pic>
        <p:nvPicPr>
          <p:cNvPr id="11266" name="Picture 2" descr="http://www.mil-embedded.com/articles/white_papers/metainfo/include/content/images/1.zoom.jpg">
            <a:extLst>
              <a:ext uri="{FF2B5EF4-FFF2-40B4-BE49-F238E27FC236}">
                <a16:creationId xmlns:a16="http://schemas.microsoft.com/office/drawing/2014/main" id="{DB746015-A65C-48F0-8877-45B7CB087A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744"/>
          <a:stretch/>
        </p:blipFill>
        <p:spPr bwMode="auto">
          <a:xfrm>
            <a:off x="104775" y="1828800"/>
            <a:ext cx="8934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2F5411D-FA9A-444D-BBFE-9708410DF08F}"/>
              </a:ext>
            </a:extLst>
          </p:cNvPr>
          <p:cNvSpPr txBox="1"/>
          <p:nvPr/>
        </p:nvSpPr>
        <p:spPr>
          <a:xfrm>
            <a:off x="1600200" y="6121888"/>
            <a:ext cx="5943600" cy="381000"/>
          </a:xfrm>
          <a:prstGeom prst="rect">
            <a:avLst/>
          </a:prstGeom>
          <a:noFill/>
        </p:spPr>
        <p:txBody>
          <a:bodyPr wrap="square" rtlCol="0">
            <a:spAutoFit/>
          </a:bodyPr>
          <a:lstStyle/>
          <a:p>
            <a:r>
              <a:rPr lang="en-US" dirty="0"/>
              <a:t>*DHCP = Dynamic Host Configuration Protocol</a:t>
            </a:r>
          </a:p>
        </p:txBody>
      </p:sp>
      <p:sp>
        <p:nvSpPr>
          <p:cNvPr id="3" name="Rectangle 2">
            <a:extLst>
              <a:ext uri="{FF2B5EF4-FFF2-40B4-BE49-F238E27FC236}">
                <a16:creationId xmlns:a16="http://schemas.microsoft.com/office/drawing/2014/main" id="{22196B84-E6DC-4ECD-8740-91BBF5F41489}"/>
              </a:ext>
            </a:extLst>
          </p:cNvPr>
          <p:cNvSpPr/>
          <p:nvPr/>
        </p:nvSpPr>
        <p:spPr>
          <a:xfrm>
            <a:off x="5638801" y="5644444"/>
            <a:ext cx="1371600" cy="146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BF51FBC-4312-4D7F-A3B6-5934CACEF376}"/>
              </a:ext>
            </a:extLst>
          </p:cNvPr>
          <p:cNvSpPr/>
          <p:nvPr/>
        </p:nvSpPr>
        <p:spPr>
          <a:xfrm>
            <a:off x="135466" y="5269089"/>
            <a:ext cx="1645356"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30F7CB3-4CE3-48CB-B055-634FE17A9CB9}"/>
              </a:ext>
            </a:extLst>
          </p:cNvPr>
          <p:cNvSpPr>
            <a:spLocks noGrp="1"/>
          </p:cNvSpPr>
          <p:nvPr>
            <p:ph type="sldNum" sz="quarter" idx="12"/>
          </p:nvPr>
        </p:nvSpPr>
        <p:spPr/>
        <p:txBody>
          <a:bodyPr/>
          <a:lstStyle/>
          <a:p>
            <a:fld id="{94DA5560-7D38-429A-87FF-A402256C76FF}"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7557C-4F61-6788-8E5D-9F78402BDBC3}"/>
              </a:ext>
            </a:extLst>
          </p:cNvPr>
          <p:cNvSpPr>
            <a:spLocks noGrp="1"/>
          </p:cNvSpPr>
          <p:nvPr>
            <p:ph type="title"/>
          </p:nvPr>
        </p:nvSpPr>
        <p:spPr>
          <a:xfrm>
            <a:off x="628650" y="365125"/>
            <a:ext cx="7886700" cy="854075"/>
          </a:xfrm>
        </p:spPr>
        <p:txBody>
          <a:bodyPr/>
          <a:lstStyle/>
          <a:p>
            <a:r>
              <a:rPr lang="en-US" dirty="0"/>
              <a:t>DHCP Supplies to the Computer…</a:t>
            </a:r>
          </a:p>
        </p:txBody>
      </p:sp>
      <p:sp>
        <p:nvSpPr>
          <p:cNvPr id="3" name="Content Placeholder 2">
            <a:extLst>
              <a:ext uri="{FF2B5EF4-FFF2-40B4-BE49-F238E27FC236}">
                <a16:creationId xmlns:a16="http://schemas.microsoft.com/office/drawing/2014/main" id="{47086AF3-9697-0BC9-5698-5ABEBA083241}"/>
              </a:ext>
            </a:extLst>
          </p:cNvPr>
          <p:cNvSpPr>
            <a:spLocks noGrp="1"/>
          </p:cNvSpPr>
          <p:nvPr>
            <p:ph idx="1"/>
          </p:nvPr>
        </p:nvSpPr>
        <p:spPr>
          <a:xfrm>
            <a:off x="628650" y="1295400"/>
            <a:ext cx="7886700" cy="4881563"/>
          </a:xfrm>
        </p:spPr>
        <p:txBody>
          <a:bodyPr>
            <a:normAutofit lnSpcReduction="10000"/>
          </a:bodyPr>
          <a:lstStyle/>
          <a:p>
            <a:r>
              <a:rPr lang="en-US" b="1" dirty="0"/>
              <a:t>An IP Address:</a:t>
            </a:r>
            <a:r>
              <a:rPr lang="en-US" dirty="0"/>
              <a:t> Typically in a private range but ISPs provide public addresses via DHCP.</a:t>
            </a:r>
          </a:p>
          <a:p>
            <a:r>
              <a:rPr lang="en-US" b="1" dirty="0"/>
              <a:t>The Subnet Mask:</a:t>
            </a:r>
            <a:r>
              <a:rPr lang="en-US" dirty="0"/>
              <a:t> So that devices can tell what part is the network ID and what part is the computer address.</a:t>
            </a:r>
          </a:p>
          <a:p>
            <a:r>
              <a:rPr lang="en-US" b="1" dirty="0"/>
              <a:t>Lease Timeout:</a:t>
            </a:r>
            <a:r>
              <a:rPr lang="en-US" dirty="0"/>
              <a:t> The time at which a device must renew the address or get a new one.</a:t>
            </a:r>
          </a:p>
          <a:p>
            <a:r>
              <a:rPr lang="en-US" b="1" dirty="0"/>
              <a:t>Default Gateway: </a:t>
            </a:r>
            <a:r>
              <a:rPr lang="en-US" dirty="0"/>
              <a:t>The IP address, on the local network, of a router that can get to other networks.</a:t>
            </a:r>
          </a:p>
          <a:p>
            <a:r>
              <a:rPr lang="en-US" b="1" dirty="0"/>
              <a:t>DNS Server Addresses:</a:t>
            </a:r>
            <a:r>
              <a:rPr lang="en-US" dirty="0"/>
              <a:t> Address of a provided DNS server to translate domain names into addresses.</a:t>
            </a:r>
          </a:p>
          <a:p>
            <a:pPr marL="0" indent="0">
              <a:buNone/>
            </a:pPr>
            <a:r>
              <a:rPr lang="en-US" b="1" u="sng" dirty="0"/>
              <a:t>Optionally</a:t>
            </a:r>
          </a:p>
          <a:p>
            <a:r>
              <a:rPr lang="en-US" b="1" dirty="0"/>
              <a:t>DNS Suffix: </a:t>
            </a:r>
            <a:r>
              <a:rPr lang="en-US" dirty="0"/>
              <a:t>Added to host names that don’t include a top-level domain.</a:t>
            </a:r>
          </a:p>
          <a:p>
            <a:r>
              <a:rPr lang="en-US" dirty="0"/>
              <a:t>Extended information such as Microsoft NetBIOS and Active directory info. </a:t>
            </a:r>
          </a:p>
        </p:txBody>
      </p:sp>
      <p:sp>
        <p:nvSpPr>
          <p:cNvPr id="4" name="Slide Number Placeholder 3">
            <a:extLst>
              <a:ext uri="{FF2B5EF4-FFF2-40B4-BE49-F238E27FC236}">
                <a16:creationId xmlns:a16="http://schemas.microsoft.com/office/drawing/2014/main" id="{240386D0-5CF4-5F50-5E40-0716E2768CFC}"/>
              </a:ext>
            </a:extLst>
          </p:cNvPr>
          <p:cNvSpPr>
            <a:spLocks noGrp="1"/>
          </p:cNvSpPr>
          <p:nvPr>
            <p:ph type="sldNum" sz="quarter" idx="12"/>
          </p:nvPr>
        </p:nvSpPr>
        <p:spPr/>
        <p:txBody>
          <a:bodyPr/>
          <a:lstStyle/>
          <a:p>
            <a:fld id="{94DA5560-7D38-429A-87FF-A402256C76FF}" type="slidenum">
              <a:rPr lang="en-US" altLang="en-US" smtClean="0"/>
              <a:pPr/>
              <a:t>8</a:t>
            </a:fld>
            <a:endParaRPr lang="en-US" altLang="en-US"/>
          </a:p>
        </p:txBody>
      </p:sp>
    </p:spTree>
    <p:extLst>
      <p:ext uri="{BB962C8B-B14F-4D97-AF65-F5344CB8AC3E}">
        <p14:creationId xmlns:p14="http://schemas.microsoft.com/office/powerpoint/2010/main" val="3636186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3F37-734C-49A8-AB8C-F80B537A710A}"/>
              </a:ext>
            </a:extLst>
          </p:cNvPr>
          <p:cNvSpPr>
            <a:spLocks noGrp="1"/>
          </p:cNvSpPr>
          <p:nvPr>
            <p:ph type="title"/>
          </p:nvPr>
        </p:nvSpPr>
        <p:spPr>
          <a:xfrm>
            <a:off x="706074" y="76200"/>
            <a:ext cx="7886700" cy="792561"/>
          </a:xfrm>
        </p:spPr>
        <p:txBody>
          <a:bodyPr/>
          <a:lstStyle/>
          <a:p>
            <a:r>
              <a:rPr lang="en-US" dirty="0"/>
              <a:t>Typical Home Router</a:t>
            </a:r>
          </a:p>
        </p:txBody>
      </p:sp>
      <p:pic>
        <p:nvPicPr>
          <p:cNvPr id="2050" name="Picture 2" descr="See the source image">
            <a:extLst>
              <a:ext uri="{FF2B5EF4-FFF2-40B4-BE49-F238E27FC236}">
                <a16:creationId xmlns:a16="http://schemas.microsoft.com/office/drawing/2014/main" id="{1C5172BD-2D9A-4E6A-B004-92B26C5FC6B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52600" y="1600200"/>
            <a:ext cx="5184048" cy="38880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1AE833A-5EAF-4D45-88E6-FD3D5D2CC305}"/>
              </a:ext>
            </a:extLst>
          </p:cNvPr>
          <p:cNvSpPr txBox="1"/>
          <p:nvPr/>
        </p:nvSpPr>
        <p:spPr>
          <a:xfrm>
            <a:off x="6567736" y="1600200"/>
            <a:ext cx="2895600" cy="461665"/>
          </a:xfrm>
          <a:prstGeom prst="rect">
            <a:avLst/>
          </a:prstGeom>
          <a:noFill/>
        </p:spPr>
        <p:txBody>
          <a:bodyPr wrap="square" rtlCol="0">
            <a:spAutoFit/>
          </a:bodyPr>
          <a:lstStyle/>
          <a:p>
            <a:r>
              <a:rPr lang="en-US" dirty="0"/>
              <a:t>Router (WAN Port)</a:t>
            </a:r>
          </a:p>
        </p:txBody>
      </p:sp>
      <p:sp>
        <p:nvSpPr>
          <p:cNvPr id="5" name="TextBox 4">
            <a:extLst>
              <a:ext uri="{FF2B5EF4-FFF2-40B4-BE49-F238E27FC236}">
                <a16:creationId xmlns:a16="http://schemas.microsoft.com/office/drawing/2014/main" id="{F34F8A53-3924-4407-A894-8B184C218E07}"/>
              </a:ext>
            </a:extLst>
          </p:cNvPr>
          <p:cNvSpPr txBox="1"/>
          <p:nvPr/>
        </p:nvSpPr>
        <p:spPr>
          <a:xfrm>
            <a:off x="3201624" y="1369368"/>
            <a:ext cx="2895600" cy="461665"/>
          </a:xfrm>
          <a:prstGeom prst="rect">
            <a:avLst/>
          </a:prstGeom>
          <a:noFill/>
        </p:spPr>
        <p:txBody>
          <a:bodyPr wrap="square" rtlCol="0">
            <a:spAutoFit/>
          </a:bodyPr>
          <a:lstStyle/>
          <a:p>
            <a:r>
              <a:rPr lang="en-US" dirty="0"/>
              <a:t>Switch (LAN Ports)</a:t>
            </a:r>
          </a:p>
        </p:txBody>
      </p:sp>
      <p:sp>
        <p:nvSpPr>
          <p:cNvPr id="7" name="TextBox 6">
            <a:extLst>
              <a:ext uri="{FF2B5EF4-FFF2-40B4-BE49-F238E27FC236}">
                <a16:creationId xmlns:a16="http://schemas.microsoft.com/office/drawing/2014/main" id="{C21974B7-3A2D-4451-8ABD-0C9E9837D09B}"/>
              </a:ext>
            </a:extLst>
          </p:cNvPr>
          <p:cNvSpPr txBox="1"/>
          <p:nvPr/>
        </p:nvSpPr>
        <p:spPr>
          <a:xfrm>
            <a:off x="280012" y="1230868"/>
            <a:ext cx="2514600" cy="830997"/>
          </a:xfrm>
          <a:prstGeom prst="rect">
            <a:avLst/>
          </a:prstGeom>
          <a:noFill/>
        </p:spPr>
        <p:txBody>
          <a:bodyPr wrap="square" rtlCol="0">
            <a:spAutoFit/>
          </a:bodyPr>
          <a:lstStyle/>
          <a:p>
            <a:r>
              <a:rPr lang="en-US" dirty="0"/>
              <a:t>Wireless Access Point</a:t>
            </a:r>
          </a:p>
        </p:txBody>
      </p:sp>
      <p:sp>
        <p:nvSpPr>
          <p:cNvPr id="9" name="TextBox 8">
            <a:extLst>
              <a:ext uri="{FF2B5EF4-FFF2-40B4-BE49-F238E27FC236}">
                <a16:creationId xmlns:a16="http://schemas.microsoft.com/office/drawing/2014/main" id="{702D5BE3-379A-46D9-8A41-0D9BD87EA779}"/>
              </a:ext>
            </a:extLst>
          </p:cNvPr>
          <p:cNvSpPr txBox="1"/>
          <p:nvPr/>
        </p:nvSpPr>
        <p:spPr>
          <a:xfrm>
            <a:off x="5563824" y="5296347"/>
            <a:ext cx="2895600" cy="1569660"/>
          </a:xfrm>
          <a:prstGeom prst="rect">
            <a:avLst/>
          </a:prstGeom>
          <a:noFill/>
        </p:spPr>
        <p:txBody>
          <a:bodyPr wrap="square" rtlCol="0">
            <a:spAutoFit/>
          </a:bodyPr>
          <a:lstStyle/>
          <a:p>
            <a:r>
              <a:rPr lang="en-US" sz="2400" dirty="0"/>
              <a:t>Firewall</a:t>
            </a:r>
          </a:p>
          <a:p>
            <a:r>
              <a:rPr lang="en-US" sz="2400" dirty="0"/>
              <a:t>NAT</a:t>
            </a:r>
          </a:p>
          <a:p>
            <a:r>
              <a:rPr lang="en-US" sz="2400" dirty="0"/>
              <a:t>DHCP</a:t>
            </a:r>
          </a:p>
          <a:p>
            <a:endParaRPr lang="en-US" sz="2400" dirty="0"/>
          </a:p>
        </p:txBody>
      </p:sp>
      <p:cxnSp>
        <p:nvCxnSpPr>
          <p:cNvPr id="12" name="Straight Connector 11">
            <a:extLst>
              <a:ext uri="{FF2B5EF4-FFF2-40B4-BE49-F238E27FC236}">
                <a16:creationId xmlns:a16="http://schemas.microsoft.com/office/drawing/2014/main" id="{29AADCE8-ADC8-4DBE-9336-0117220B9E6B}"/>
              </a:ext>
            </a:extLst>
          </p:cNvPr>
          <p:cNvCxnSpPr>
            <a:cxnSpLocks/>
            <a:stCxn id="4" idx="1"/>
          </p:cNvCxnSpPr>
          <p:nvPr/>
        </p:nvCxnSpPr>
        <p:spPr>
          <a:xfrm flipH="1">
            <a:off x="4725624" y="1831033"/>
            <a:ext cx="1842112" cy="2733875"/>
          </a:xfrm>
          <a:prstGeom prst="line">
            <a:avLst/>
          </a:prstGeom>
          <a:ln w="508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60A0B9-20DD-41F9-8BD9-C5D6E99EE9A1}"/>
              </a:ext>
            </a:extLst>
          </p:cNvPr>
          <p:cNvCxnSpPr>
            <a:cxnSpLocks/>
            <a:stCxn id="5" idx="2"/>
          </p:cNvCxnSpPr>
          <p:nvPr/>
        </p:nvCxnSpPr>
        <p:spPr>
          <a:xfrm flipH="1">
            <a:off x="4344624" y="1831033"/>
            <a:ext cx="304800" cy="2486497"/>
          </a:xfrm>
          <a:prstGeom prst="line">
            <a:avLst/>
          </a:prstGeom>
          <a:ln w="508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2D4F37-AD31-4850-B541-1DA239184AAE}"/>
              </a:ext>
            </a:extLst>
          </p:cNvPr>
          <p:cNvCxnSpPr>
            <a:cxnSpLocks/>
          </p:cNvCxnSpPr>
          <p:nvPr/>
        </p:nvCxnSpPr>
        <p:spPr>
          <a:xfrm>
            <a:off x="1372824" y="1831032"/>
            <a:ext cx="826112" cy="1713186"/>
          </a:xfrm>
          <a:prstGeom prst="line">
            <a:avLst/>
          </a:prstGeom>
          <a:ln w="508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5DCA1B0-4050-4D00-8E16-FFA0FF8DD2C8}"/>
              </a:ext>
            </a:extLst>
          </p:cNvPr>
          <p:cNvCxnSpPr>
            <a:cxnSpLocks/>
            <a:endCxn id="9" idx="1"/>
          </p:cNvCxnSpPr>
          <p:nvPr/>
        </p:nvCxnSpPr>
        <p:spPr>
          <a:xfrm>
            <a:off x="4255724" y="4795741"/>
            <a:ext cx="1308100" cy="1285436"/>
          </a:xfrm>
          <a:prstGeom prst="line">
            <a:avLst/>
          </a:prstGeom>
          <a:ln w="508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00A9628-6B2B-417F-8D24-C4A64FC72C8E}"/>
              </a:ext>
            </a:extLst>
          </p:cNvPr>
          <p:cNvSpPr>
            <a:spLocks noGrp="1"/>
          </p:cNvSpPr>
          <p:nvPr>
            <p:ph type="sldNum" sz="quarter" idx="12"/>
          </p:nvPr>
        </p:nvSpPr>
        <p:spPr/>
        <p:txBody>
          <a:bodyPr/>
          <a:lstStyle/>
          <a:p>
            <a:fld id="{94DA5560-7D38-429A-87FF-A402256C76FF}" type="slidenum">
              <a:rPr lang="en-US" altLang="en-US" smtClean="0"/>
              <a:pPr/>
              <a:t>9</a:t>
            </a:fld>
            <a:endParaRPr lang="en-US" altLang="en-US"/>
          </a:p>
        </p:txBody>
      </p:sp>
    </p:spTree>
    <p:extLst>
      <p:ext uri="{BB962C8B-B14F-4D97-AF65-F5344CB8AC3E}">
        <p14:creationId xmlns:p14="http://schemas.microsoft.com/office/powerpoint/2010/main" val="3138394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71E2-A9FA-3C3A-6A14-717EA548461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615312F-A317-37BE-597F-A6BFC3F473DB}"/>
              </a:ext>
            </a:extLst>
          </p:cNvPr>
          <p:cNvSpPr>
            <a:spLocks noGrp="1"/>
          </p:cNvSpPr>
          <p:nvPr>
            <p:ph type="title"/>
          </p:nvPr>
        </p:nvSpPr>
        <p:spPr/>
        <p:txBody>
          <a:bodyPr/>
          <a:lstStyle/>
          <a:p>
            <a:r>
              <a:rPr lang="en-US" dirty="0"/>
              <a:t>CIDR</a:t>
            </a:r>
            <a:br>
              <a:rPr lang="en-US" dirty="0"/>
            </a:br>
            <a:r>
              <a:rPr lang="en-US" dirty="0"/>
              <a:t>(Classless Inter-Domain Routing)</a:t>
            </a:r>
          </a:p>
        </p:txBody>
      </p:sp>
      <p:sp>
        <p:nvSpPr>
          <p:cNvPr id="4" name="Slide Number Placeholder 3">
            <a:extLst>
              <a:ext uri="{FF2B5EF4-FFF2-40B4-BE49-F238E27FC236}">
                <a16:creationId xmlns:a16="http://schemas.microsoft.com/office/drawing/2014/main" id="{9FE03E88-A509-7990-F3D5-54383F1630D4}"/>
              </a:ext>
            </a:extLst>
          </p:cNvPr>
          <p:cNvSpPr>
            <a:spLocks noGrp="1"/>
          </p:cNvSpPr>
          <p:nvPr>
            <p:ph type="sldNum" sz="quarter" idx="12"/>
          </p:nvPr>
        </p:nvSpPr>
        <p:spPr/>
        <p:txBody>
          <a:bodyPr/>
          <a:lstStyle/>
          <a:p>
            <a:fld id="{94DA5560-7D38-429A-87FF-A402256C76FF}" type="slidenum">
              <a:rPr lang="en-US" altLang="en-US" smtClean="0"/>
              <a:pPr/>
              <a:t>10</a:t>
            </a:fld>
            <a:endParaRPr lang="en-US" altLang="en-US"/>
          </a:p>
        </p:txBody>
      </p:sp>
    </p:spTree>
    <p:extLst>
      <p:ext uri="{BB962C8B-B14F-4D97-AF65-F5344CB8AC3E}">
        <p14:creationId xmlns:p14="http://schemas.microsoft.com/office/powerpoint/2010/main" val="191659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01420-FFFD-473B-B644-132FE6528889}"/>
              </a:ext>
            </a:extLst>
          </p:cNvPr>
          <p:cNvSpPr>
            <a:spLocks noGrp="1"/>
          </p:cNvSpPr>
          <p:nvPr>
            <p:ph type="title"/>
          </p:nvPr>
        </p:nvSpPr>
        <p:spPr>
          <a:xfrm>
            <a:off x="628650" y="365125"/>
            <a:ext cx="7886700" cy="854075"/>
          </a:xfrm>
        </p:spPr>
        <p:txBody>
          <a:bodyPr/>
          <a:lstStyle/>
          <a:p>
            <a:r>
              <a:rPr lang="en-US" dirty="0"/>
              <a:t>Anatomy of an IPv4 Address</a:t>
            </a:r>
          </a:p>
        </p:txBody>
      </p:sp>
      <p:sp>
        <p:nvSpPr>
          <p:cNvPr id="4" name="TextBox 3">
            <a:extLst>
              <a:ext uri="{FF2B5EF4-FFF2-40B4-BE49-F238E27FC236}">
                <a16:creationId xmlns:a16="http://schemas.microsoft.com/office/drawing/2014/main" id="{334E136E-561C-4942-A99C-3C9AE9F3D936}"/>
              </a:ext>
            </a:extLst>
          </p:cNvPr>
          <p:cNvSpPr txBox="1"/>
          <p:nvPr/>
        </p:nvSpPr>
        <p:spPr>
          <a:xfrm>
            <a:off x="76200" y="1600200"/>
            <a:ext cx="8763000" cy="120032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IP Address:  169.232.46.133    10101001.11101000.00101110.10000101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Subnet Mask: 255.255.240.0     11111111.11111111.11110000.00000000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Network ID:  169.232.32.0      10101001.11101000.00100000.00000000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Host ID:     0.0.14.133        00000000.00000000.00001110.10000101</a:t>
            </a:r>
          </a:p>
        </p:txBody>
      </p:sp>
      <p:sp>
        <p:nvSpPr>
          <p:cNvPr id="9" name="Left Brace 8">
            <a:extLst>
              <a:ext uri="{FF2B5EF4-FFF2-40B4-BE49-F238E27FC236}">
                <a16:creationId xmlns:a16="http://schemas.microsoft.com/office/drawing/2014/main" id="{6FAC3A39-15F0-4240-82E9-4065BED0CBDB}"/>
              </a:ext>
            </a:extLst>
          </p:cNvPr>
          <p:cNvSpPr/>
          <p:nvPr/>
        </p:nvSpPr>
        <p:spPr>
          <a:xfrm rot="16200000">
            <a:off x="5257800" y="1581329"/>
            <a:ext cx="304800" cy="2743200"/>
          </a:xfrm>
          <a:prstGeom prst="leftBrace">
            <a:avLst>
              <a:gd name="adj1" fmla="val 3910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Left Brace 10">
            <a:extLst>
              <a:ext uri="{FF2B5EF4-FFF2-40B4-BE49-F238E27FC236}">
                <a16:creationId xmlns:a16="http://schemas.microsoft.com/office/drawing/2014/main" id="{35F60F27-FAE3-4B30-BA82-F059CABDB59B}"/>
              </a:ext>
            </a:extLst>
          </p:cNvPr>
          <p:cNvSpPr/>
          <p:nvPr/>
        </p:nvSpPr>
        <p:spPr>
          <a:xfrm rot="16200000">
            <a:off x="7513760" y="2103739"/>
            <a:ext cx="304800" cy="1698381"/>
          </a:xfrm>
          <a:prstGeom prst="leftBrace">
            <a:avLst>
              <a:gd name="adj1" fmla="val 3910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5509792A-81D3-4981-BD18-D2A313DD8130}"/>
              </a:ext>
            </a:extLst>
          </p:cNvPr>
          <p:cNvSpPr txBox="1"/>
          <p:nvPr/>
        </p:nvSpPr>
        <p:spPr>
          <a:xfrm>
            <a:off x="4656628" y="3244334"/>
            <a:ext cx="1507144" cy="369332"/>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Network ID</a:t>
            </a:r>
          </a:p>
        </p:txBody>
      </p:sp>
      <p:sp>
        <p:nvSpPr>
          <p:cNvPr id="14" name="TextBox 13">
            <a:extLst>
              <a:ext uri="{FF2B5EF4-FFF2-40B4-BE49-F238E27FC236}">
                <a16:creationId xmlns:a16="http://schemas.microsoft.com/office/drawing/2014/main" id="{B75C3FA3-6634-4538-A80E-52A71A00E51D}"/>
              </a:ext>
            </a:extLst>
          </p:cNvPr>
          <p:cNvSpPr txBox="1"/>
          <p:nvPr/>
        </p:nvSpPr>
        <p:spPr>
          <a:xfrm>
            <a:off x="7133001" y="3244334"/>
            <a:ext cx="1066318" cy="369332"/>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Host ID</a:t>
            </a:r>
          </a:p>
        </p:txBody>
      </p:sp>
      <p:grpSp>
        <p:nvGrpSpPr>
          <p:cNvPr id="21" name="Group 20">
            <a:extLst>
              <a:ext uri="{FF2B5EF4-FFF2-40B4-BE49-F238E27FC236}">
                <a16:creationId xmlns:a16="http://schemas.microsoft.com/office/drawing/2014/main" id="{62C8CE50-A4FA-438B-B147-AEAC85CECE85}"/>
              </a:ext>
            </a:extLst>
          </p:cNvPr>
          <p:cNvGrpSpPr/>
          <p:nvPr/>
        </p:nvGrpSpPr>
        <p:grpSpPr>
          <a:xfrm>
            <a:off x="95250" y="4057473"/>
            <a:ext cx="8698705" cy="2423443"/>
            <a:chOff x="95250" y="4057473"/>
            <a:chExt cx="8698705" cy="2423443"/>
          </a:xfrm>
        </p:grpSpPr>
        <p:sp>
          <p:nvSpPr>
            <p:cNvPr id="15" name="Title 1">
              <a:extLst>
                <a:ext uri="{FF2B5EF4-FFF2-40B4-BE49-F238E27FC236}">
                  <a16:creationId xmlns:a16="http://schemas.microsoft.com/office/drawing/2014/main" id="{99C1924A-126B-4550-8641-51D27908FFBC}"/>
                </a:ext>
              </a:extLst>
            </p:cNvPr>
            <p:cNvSpPr txBox="1">
              <a:spLocks/>
            </p:cNvSpPr>
            <p:nvPr/>
          </p:nvSpPr>
          <p:spPr bwMode="auto">
            <a:xfrm>
              <a:off x="95250" y="4057473"/>
              <a:ext cx="7886700" cy="6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a:lstStyle>
            <a:p>
              <a:pPr marL="0" marR="0" lvl="0" indent="0" algn="l" defTabSz="685800" rtl="0" eaLnBrk="1" fontAlgn="base" latinLnBrk="0" hangingPunct="1">
                <a:lnSpc>
                  <a:spcPct val="90000"/>
                </a:lnSpc>
                <a:spcBef>
                  <a:spcPct val="0"/>
                </a:spcBef>
                <a:spcAft>
                  <a:spcPct val="0"/>
                </a:spcAft>
                <a:buClrTx/>
                <a:buSzTx/>
                <a:buFontTx/>
                <a:buNone/>
                <a:tabLst/>
                <a:defRPr/>
              </a:pPr>
              <a:r>
                <a:rPr kumimoji="0" lang="en-US" sz="3300" b="0" i="0" u="none" strike="noStrike" kern="1200" cap="none" spc="0" normalizeH="0" baseline="0" noProof="0" dirty="0">
                  <a:ln>
                    <a:noFill/>
                  </a:ln>
                  <a:solidFill>
                    <a:prstClr val="black"/>
                  </a:solidFill>
                  <a:effectLst/>
                  <a:uLnTx/>
                  <a:uFillTx/>
                  <a:latin typeface="Calibri Light" panose="020F0302020204030204"/>
                  <a:ea typeface="+mj-ea"/>
                  <a:cs typeface="+mj-cs"/>
                </a:rPr>
                <a:t>CIDR* “Slash” Notation</a:t>
              </a:r>
            </a:p>
          </p:txBody>
        </p:sp>
        <p:sp>
          <p:nvSpPr>
            <p:cNvPr id="17" name="TextBox 16">
              <a:extLst>
                <a:ext uri="{FF2B5EF4-FFF2-40B4-BE49-F238E27FC236}">
                  <a16:creationId xmlns:a16="http://schemas.microsoft.com/office/drawing/2014/main" id="{180A0077-C9AE-4CAF-8C29-C715025642D6}"/>
                </a:ext>
              </a:extLst>
            </p:cNvPr>
            <p:cNvSpPr txBox="1"/>
            <p:nvPr/>
          </p:nvSpPr>
          <p:spPr>
            <a:xfrm>
              <a:off x="250581" y="4867651"/>
              <a:ext cx="4406047"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IP Address:  169.232.46.133/20</a:t>
              </a:r>
            </a:p>
          </p:txBody>
        </p:sp>
        <p:sp>
          <p:nvSpPr>
            <p:cNvPr id="18" name="TextBox 17">
              <a:extLst>
                <a:ext uri="{FF2B5EF4-FFF2-40B4-BE49-F238E27FC236}">
                  <a16:creationId xmlns:a16="http://schemas.microsoft.com/office/drawing/2014/main" id="{9454AFE1-AE53-4063-A454-B061EDAEB82C}"/>
                </a:ext>
              </a:extLst>
            </p:cNvPr>
            <p:cNvSpPr txBox="1"/>
            <p:nvPr/>
          </p:nvSpPr>
          <p:spPr>
            <a:xfrm>
              <a:off x="410308" y="6111584"/>
              <a:ext cx="51054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*CIDR = Classless Inter-Domain Routing</a:t>
              </a:r>
            </a:p>
          </p:txBody>
        </p:sp>
        <p:sp>
          <p:nvSpPr>
            <p:cNvPr id="20" name="TextBox 19">
              <a:extLst>
                <a:ext uri="{FF2B5EF4-FFF2-40B4-BE49-F238E27FC236}">
                  <a16:creationId xmlns:a16="http://schemas.microsoft.com/office/drawing/2014/main" id="{A0C53F4D-B77E-49C6-AEE4-770E93A9E78D}"/>
                </a:ext>
              </a:extLst>
            </p:cNvPr>
            <p:cNvSpPr txBox="1"/>
            <p:nvPr/>
          </p:nvSpPr>
          <p:spPr>
            <a:xfrm>
              <a:off x="4839983" y="4636818"/>
              <a:ext cx="3953972"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Verdana" panose="020B0604030504040204" pitchFamily="34" charset="0"/>
                  <a:ea typeface="+mn-ea"/>
                  <a:cs typeface="+mn-cs"/>
                </a:rPr>
                <a:t>20 = number of 1’s in the subnet mask. May range between 1 (unlikely) and 31.</a:t>
              </a:r>
            </a:p>
          </p:txBody>
        </p:sp>
      </p:grpSp>
      <p:sp>
        <p:nvSpPr>
          <p:cNvPr id="3" name="Slide Number Placeholder 2">
            <a:extLst>
              <a:ext uri="{FF2B5EF4-FFF2-40B4-BE49-F238E27FC236}">
                <a16:creationId xmlns:a16="http://schemas.microsoft.com/office/drawing/2014/main" id="{A94D8DA0-EEE6-4544-A9A8-F0B74C502B74}"/>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B00EF0E-4B5D-4C3F-9E71-13BF928AAA86}" type="slidenum">
              <a:rPr kumimoji="0" lang="en-US" altLang="en-US" sz="900" b="0" i="0" u="none" strike="noStrike" kern="1200" cap="none" spc="0" normalizeH="0" baseline="0" noProof="0" smtClean="0">
                <a:ln>
                  <a:noFill/>
                </a:ln>
                <a:solidFill>
                  <a:srgbClr val="898989"/>
                </a:solidFill>
                <a:effectLst/>
                <a:uLnTx/>
                <a:uFillTx/>
                <a:latin typeface="Verdan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US" altLang="en-US" sz="900" b="0" i="0" u="none" strike="noStrike" kern="1200" cap="none" spc="0" normalizeH="0" baseline="0" noProof="0">
              <a:ln>
                <a:noFill/>
              </a:ln>
              <a:solidFill>
                <a:srgbClr val="898989"/>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96702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4">
            <a:extLst>
              <a:ext uri="{FF2B5EF4-FFF2-40B4-BE49-F238E27FC236}">
                <a16:creationId xmlns:a16="http://schemas.microsoft.com/office/drawing/2014/main" id="{453BFD41-7960-45A3-B999-23954C4A3B7A}"/>
              </a:ext>
            </a:extLst>
          </p:cNvPr>
          <p:cNvSpPr>
            <a:spLocks noGrp="1" noChangeArrowheads="1"/>
          </p:cNvSpPr>
          <p:nvPr>
            <p:ph type="title"/>
          </p:nvPr>
        </p:nvSpPr>
        <p:spPr>
          <a:xfrm>
            <a:off x="330200" y="76200"/>
            <a:ext cx="7886700" cy="854075"/>
          </a:xfrm>
        </p:spPr>
        <p:txBody>
          <a:bodyPr/>
          <a:lstStyle/>
          <a:p>
            <a:r>
              <a:rPr lang="en-US" altLang="en-US" sz="4400" dirty="0"/>
              <a:t>Classful IP Address Assignment</a:t>
            </a:r>
          </a:p>
        </p:txBody>
      </p:sp>
      <p:pic>
        <p:nvPicPr>
          <p:cNvPr id="15362" name="Picture 5">
            <a:extLst>
              <a:ext uri="{FF2B5EF4-FFF2-40B4-BE49-F238E27FC236}">
                <a16:creationId xmlns:a16="http://schemas.microsoft.com/office/drawing/2014/main" id="{EC126773-156D-4211-B4FA-7B95C00C2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1600200"/>
            <a:ext cx="3433763" cy="506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7" descr="http://3.bp.blogspot.com/_1kbnvyyPqq0/SKJdS_rHOsI/AAAAAAAAAAs/1i2u0VsqHyQ/s400/untitled.JPG">
            <a:extLst>
              <a:ext uri="{FF2B5EF4-FFF2-40B4-BE49-F238E27FC236}">
                <a16:creationId xmlns:a16="http://schemas.microsoft.com/office/drawing/2014/main" id="{F3A42A72-B178-479C-90D5-22376A034C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 y="3295650"/>
            <a:ext cx="523240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6472648-0240-48E7-BAD0-AA6D7AE69F67}"/>
              </a:ext>
            </a:extLst>
          </p:cNvPr>
          <p:cNvSpPr txBox="1"/>
          <p:nvPr/>
        </p:nvSpPr>
        <p:spPr>
          <a:xfrm>
            <a:off x="609600" y="930275"/>
            <a:ext cx="4114800" cy="923330"/>
          </a:xfrm>
          <a:prstGeom prst="rect">
            <a:avLst/>
          </a:prstGeom>
          <a:noFill/>
        </p:spPr>
        <p:txBody>
          <a:bodyPr wrap="square" rtlCol="0">
            <a:spAutoFit/>
          </a:bodyPr>
          <a:lstStyle/>
          <a:p>
            <a:r>
              <a:rPr lang="en-US" i="1" dirty="0"/>
              <a:t>Abandoned in 1993 in favor of CIDR in order to avoid wasting so many IP addresses.</a:t>
            </a:r>
          </a:p>
        </p:txBody>
      </p:sp>
      <p:sp>
        <p:nvSpPr>
          <p:cNvPr id="3" name="Slide Number Placeholder 2">
            <a:extLst>
              <a:ext uri="{FF2B5EF4-FFF2-40B4-BE49-F238E27FC236}">
                <a16:creationId xmlns:a16="http://schemas.microsoft.com/office/drawing/2014/main" id="{4BFED84D-E970-4462-AD98-AB4B72DB4BFD}"/>
              </a:ext>
            </a:extLst>
          </p:cNvPr>
          <p:cNvSpPr>
            <a:spLocks noGrp="1"/>
          </p:cNvSpPr>
          <p:nvPr>
            <p:ph type="sldNum" sz="quarter" idx="12"/>
          </p:nvPr>
        </p:nvSpPr>
        <p:spPr/>
        <p:txBody>
          <a:bodyPr/>
          <a:lstStyle/>
          <a:p>
            <a:fld id="{1B00EF0E-4B5D-4C3F-9E71-13BF928AAA86}" type="slidenum">
              <a:rPr lang="en-US" altLang="en-US" smtClean="0"/>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593F94-E6D4-4317-9800-3621E79C3785}"/>
              </a:ext>
            </a:extLst>
          </p:cNvPr>
          <p:cNvSpPr>
            <a:spLocks noGrp="1"/>
          </p:cNvSpPr>
          <p:nvPr>
            <p:ph type="title"/>
          </p:nvPr>
        </p:nvSpPr>
        <p:spPr/>
        <p:txBody>
          <a:bodyPr/>
          <a:lstStyle/>
          <a:p>
            <a:r>
              <a:rPr lang="en-US" dirty="0"/>
              <a:t>Classless Inter-Domain Routing (CIDR</a:t>
            </a:r>
          </a:p>
        </p:txBody>
      </p:sp>
      <p:sp>
        <p:nvSpPr>
          <p:cNvPr id="5" name="Text Placeholder 4">
            <a:extLst>
              <a:ext uri="{FF2B5EF4-FFF2-40B4-BE49-F238E27FC236}">
                <a16:creationId xmlns:a16="http://schemas.microsoft.com/office/drawing/2014/main" id="{16E6679B-644E-4270-AE49-AE7E08CC4429}"/>
              </a:ext>
            </a:extLst>
          </p:cNvPr>
          <p:cNvSpPr>
            <a:spLocks noGrp="1"/>
          </p:cNvSpPr>
          <p:nvPr>
            <p:ph type="body" idx="1"/>
          </p:nvPr>
        </p:nvSpPr>
        <p:spPr/>
        <p:txBody>
          <a:bodyPr anchor="t" anchorCtr="0">
            <a:normAutofit/>
          </a:bodyPr>
          <a:lstStyle/>
          <a:p>
            <a:r>
              <a:rPr lang="en-US" sz="2400" dirty="0"/>
              <a:t>CIDR</a:t>
            </a:r>
            <a:br>
              <a:rPr lang="en-US" sz="2400" dirty="0"/>
            </a:br>
            <a:r>
              <a:rPr lang="en-US" sz="2400" dirty="0"/>
              <a:t>(Classless Routing)</a:t>
            </a:r>
          </a:p>
        </p:txBody>
      </p:sp>
      <p:sp>
        <p:nvSpPr>
          <p:cNvPr id="6" name="Content Placeholder 5">
            <a:extLst>
              <a:ext uri="{FF2B5EF4-FFF2-40B4-BE49-F238E27FC236}">
                <a16:creationId xmlns:a16="http://schemas.microsoft.com/office/drawing/2014/main" id="{DDF8AF5F-087C-409C-ADBB-3EC886EABAFD}"/>
              </a:ext>
            </a:extLst>
          </p:cNvPr>
          <p:cNvSpPr>
            <a:spLocks noGrp="1"/>
          </p:cNvSpPr>
          <p:nvPr>
            <p:ph sz="half" idx="2"/>
          </p:nvPr>
        </p:nvSpPr>
        <p:spPr/>
        <p:txBody>
          <a:bodyPr/>
          <a:lstStyle/>
          <a:p>
            <a:r>
              <a:rPr lang="en-US" dirty="0"/>
              <a:t>Each subnet has a custom subnet mask.</a:t>
            </a:r>
          </a:p>
          <a:p>
            <a:r>
              <a:rPr lang="en-US" dirty="0"/>
              <a:t>Subnet mask can be any size between 1 and 31 bits.</a:t>
            </a:r>
          </a:p>
          <a:p>
            <a:r>
              <a:rPr lang="en-US" dirty="0"/>
              <a:t>Allows network administrators to optimize address allocations within their space.</a:t>
            </a:r>
          </a:p>
          <a:p>
            <a:r>
              <a:rPr lang="en-US" dirty="0"/>
              <a:t>Current state of the practice</a:t>
            </a:r>
          </a:p>
        </p:txBody>
      </p:sp>
      <p:sp>
        <p:nvSpPr>
          <p:cNvPr id="7" name="Text Placeholder 6">
            <a:extLst>
              <a:ext uri="{FF2B5EF4-FFF2-40B4-BE49-F238E27FC236}">
                <a16:creationId xmlns:a16="http://schemas.microsoft.com/office/drawing/2014/main" id="{D37EC242-35BE-4024-BF9B-696F679A31B7}"/>
              </a:ext>
            </a:extLst>
          </p:cNvPr>
          <p:cNvSpPr>
            <a:spLocks noGrp="1"/>
          </p:cNvSpPr>
          <p:nvPr>
            <p:ph type="body" sz="quarter" idx="3"/>
          </p:nvPr>
        </p:nvSpPr>
        <p:spPr/>
        <p:txBody>
          <a:bodyPr anchor="t" anchorCtr="0">
            <a:normAutofit/>
          </a:bodyPr>
          <a:lstStyle/>
          <a:p>
            <a:r>
              <a:rPr lang="en-US" sz="2400" dirty="0"/>
              <a:t>Subnet Classes</a:t>
            </a:r>
            <a:br>
              <a:rPr lang="en-US" sz="2400" dirty="0"/>
            </a:br>
            <a:r>
              <a:rPr lang="en-US" sz="2400" dirty="0"/>
              <a:t>(Classful Routing)</a:t>
            </a:r>
          </a:p>
        </p:txBody>
      </p:sp>
      <p:sp>
        <p:nvSpPr>
          <p:cNvPr id="8" name="Content Placeholder 7">
            <a:extLst>
              <a:ext uri="{FF2B5EF4-FFF2-40B4-BE49-F238E27FC236}">
                <a16:creationId xmlns:a16="http://schemas.microsoft.com/office/drawing/2014/main" id="{66F616C9-E768-495E-A2AF-29CEBC3DB221}"/>
              </a:ext>
            </a:extLst>
          </p:cNvPr>
          <p:cNvSpPr>
            <a:spLocks noGrp="1"/>
          </p:cNvSpPr>
          <p:nvPr>
            <p:ph sz="quarter" idx="4"/>
          </p:nvPr>
        </p:nvSpPr>
        <p:spPr/>
        <p:txBody>
          <a:bodyPr/>
          <a:lstStyle/>
          <a:p>
            <a:r>
              <a:rPr lang="en-US" dirty="0"/>
              <a:t>Three pre-defined subnet classes (8, 16, and 24 bits).</a:t>
            </a:r>
          </a:p>
          <a:p>
            <a:r>
              <a:rPr lang="en-US" dirty="0"/>
              <a:t>Subnet class is dictated by the first 8 bits of the IP address.</a:t>
            </a:r>
          </a:p>
          <a:p>
            <a:r>
              <a:rPr lang="en-US" dirty="0"/>
              <a:t>Fixed-size allocations leads to wasted addresses.</a:t>
            </a:r>
          </a:p>
          <a:p>
            <a:r>
              <a:rPr lang="en-US" dirty="0"/>
              <a:t>Abandoned in 1993</a:t>
            </a:r>
          </a:p>
        </p:txBody>
      </p:sp>
      <p:sp>
        <p:nvSpPr>
          <p:cNvPr id="3" name="Slide Number Placeholder 2">
            <a:extLst>
              <a:ext uri="{FF2B5EF4-FFF2-40B4-BE49-F238E27FC236}">
                <a16:creationId xmlns:a16="http://schemas.microsoft.com/office/drawing/2014/main" id="{6205EF62-757A-487C-B791-2CBEB7F821B0}"/>
              </a:ext>
            </a:extLst>
          </p:cNvPr>
          <p:cNvSpPr>
            <a:spLocks noGrp="1"/>
          </p:cNvSpPr>
          <p:nvPr>
            <p:ph type="sldNum" sz="quarter" idx="12"/>
          </p:nvPr>
        </p:nvSpPr>
        <p:spPr/>
        <p:txBody>
          <a:bodyPr/>
          <a:lstStyle/>
          <a:p>
            <a:fld id="{1B00EF0E-4B5D-4C3F-9E71-13BF928AAA86}" type="slidenum">
              <a:rPr lang="en-US" altLang="en-US" smtClean="0"/>
              <a:pPr/>
              <a:t>13</a:t>
            </a:fld>
            <a:endParaRPr lang="en-US" altLang="en-US"/>
          </a:p>
        </p:txBody>
      </p:sp>
    </p:spTree>
    <p:extLst>
      <p:ext uri="{BB962C8B-B14F-4D97-AF65-F5344CB8AC3E}">
        <p14:creationId xmlns:p14="http://schemas.microsoft.com/office/powerpoint/2010/main" val="655828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C3668-5275-3151-4272-1A81FB9C48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7D8EF-FE30-3EF8-1589-F74D2CC7AF51}"/>
              </a:ext>
            </a:extLst>
          </p:cNvPr>
          <p:cNvSpPr>
            <a:spLocks noGrp="1"/>
          </p:cNvSpPr>
          <p:nvPr>
            <p:ph type="title"/>
          </p:nvPr>
        </p:nvSpPr>
        <p:spPr/>
        <p:txBody>
          <a:bodyPr/>
          <a:lstStyle/>
          <a:p>
            <a:r>
              <a:rPr lang="en-US" dirty="0"/>
              <a:t>IPv6</a:t>
            </a:r>
            <a:br>
              <a:rPr lang="en-US" dirty="0"/>
            </a:br>
            <a:r>
              <a:rPr lang="en-US" dirty="0"/>
              <a:t>Internet Protocol Version 6</a:t>
            </a:r>
          </a:p>
        </p:txBody>
      </p:sp>
      <p:sp>
        <p:nvSpPr>
          <p:cNvPr id="4" name="Slide Number Placeholder 3">
            <a:extLst>
              <a:ext uri="{FF2B5EF4-FFF2-40B4-BE49-F238E27FC236}">
                <a16:creationId xmlns:a16="http://schemas.microsoft.com/office/drawing/2014/main" id="{140EA962-5FEF-5DD2-2BF3-861EC511E3B7}"/>
              </a:ext>
            </a:extLst>
          </p:cNvPr>
          <p:cNvSpPr>
            <a:spLocks noGrp="1"/>
          </p:cNvSpPr>
          <p:nvPr>
            <p:ph type="sldNum" sz="quarter" idx="12"/>
          </p:nvPr>
        </p:nvSpPr>
        <p:spPr/>
        <p:txBody>
          <a:bodyPr/>
          <a:lstStyle/>
          <a:p>
            <a:fld id="{94DA5560-7D38-429A-87FF-A402256C76FF}" type="slidenum">
              <a:rPr lang="en-US" altLang="en-US" smtClean="0"/>
              <a:pPr/>
              <a:t>14</a:t>
            </a:fld>
            <a:endParaRPr lang="en-US" altLang="en-US"/>
          </a:p>
        </p:txBody>
      </p:sp>
    </p:spTree>
    <p:extLst>
      <p:ext uri="{BB962C8B-B14F-4D97-AF65-F5344CB8AC3E}">
        <p14:creationId xmlns:p14="http://schemas.microsoft.com/office/powerpoint/2010/main" val="1473985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99DF-9D72-4988-BEEF-0D6C95AE6FBB}"/>
              </a:ext>
            </a:extLst>
          </p:cNvPr>
          <p:cNvSpPr>
            <a:spLocks noGrp="1"/>
          </p:cNvSpPr>
          <p:nvPr>
            <p:ph type="title"/>
          </p:nvPr>
        </p:nvSpPr>
        <p:spPr>
          <a:xfrm>
            <a:off x="628650" y="365125"/>
            <a:ext cx="7886700" cy="777875"/>
          </a:xfrm>
        </p:spPr>
        <p:txBody>
          <a:bodyPr/>
          <a:lstStyle/>
          <a:p>
            <a:r>
              <a:rPr lang="en-US" dirty="0"/>
              <a:t>IPv6: More Addresses</a:t>
            </a:r>
          </a:p>
        </p:txBody>
      </p:sp>
      <p:sp>
        <p:nvSpPr>
          <p:cNvPr id="3" name="Content Placeholder 2">
            <a:extLst>
              <a:ext uri="{FF2B5EF4-FFF2-40B4-BE49-F238E27FC236}">
                <a16:creationId xmlns:a16="http://schemas.microsoft.com/office/drawing/2014/main" id="{85830458-45EF-4ACC-A796-EDF47D153299}"/>
              </a:ext>
            </a:extLst>
          </p:cNvPr>
          <p:cNvSpPr>
            <a:spLocks noGrp="1"/>
          </p:cNvSpPr>
          <p:nvPr>
            <p:ph idx="1"/>
          </p:nvPr>
        </p:nvSpPr>
        <p:spPr>
          <a:xfrm>
            <a:off x="628650" y="1219201"/>
            <a:ext cx="7886700" cy="2057400"/>
          </a:xfrm>
        </p:spPr>
        <p:txBody>
          <a:bodyPr>
            <a:normAutofit lnSpcReduction="10000"/>
          </a:bodyPr>
          <a:lstStyle/>
          <a:p>
            <a:r>
              <a:rPr lang="en-US" dirty="0"/>
              <a:t>IETF Draft Standard since 1998</a:t>
            </a:r>
          </a:p>
          <a:p>
            <a:r>
              <a:rPr lang="en-US" dirty="0"/>
              <a:t>IP addresses are expanded to 128 bits</a:t>
            </a:r>
          </a:p>
          <a:p>
            <a:r>
              <a:rPr lang="en-US" dirty="0"/>
              <a:t>Yields a possible 2.4 x 10</a:t>
            </a:r>
            <a:r>
              <a:rPr lang="en-US" baseline="30000" dirty="0"/>
              <a:t>38</a:t>
            </a:r>
            <a:r>
              <a:rPr lang="en-US" dirty="0"/>
              <a:t> Possible addresses.</a:t>
            </a:r>
          </a:p>
          <a:p>
            <a:r>
              <a:rPr lang="en-US" dirty="0"/>
              <a:t>In comparison, there are roughly 7.4 x 10</a:t>
            </a:r>
            <a:r>
              <a:rPr lang="en-US" baseline="30000" dirty="0"/>
              <a:t>27</a:t>
            </a:r>
            <a:r>
              <a:rPr lang="en-US" dirty="0"/>
              <a:t> grains of sand on earth.</a:t>
            </a:r>
          </a:p>
          <a:p>
            <a:r>
              <a:rPr lang="en-US" dirty="0"/>
              <a:t>Subnet mask is fixed. The first 64 bits are the Network ID and the second 64 bits are the Host ID. </a:t>
            </a:r>
          </a:p>
        </p:txBody>
      </p:sp>
      <p:sp>
        <p:nvSpPr>
          <p:cNvPr id="4" name="Title 1">
            <a:extLst>
              <a:ext uri="{FF2B5EF4-FFF2-40B4-BE49-F238E27FC236}">
                <a16:creationId xmlns:a16="http://schemas.microsoft.com/office/drawing/2014/main" id="{3E239E06-95B5-451E-8C80-58B156E759EC}"/>
              </a:ext>
            </a:extLst>
          </p:cNvPr>
          <p:cNvSpPr txBox="1">
            <a:spLocks/>
          </p:cNvSpPr>
          <p:nvPr/>
        </p:nvSpPr>
        <p:spPr bwMode="auto">
          <a:xfrm>
            <a:off x="628650" y="3352803"/>
            <a:ext cx="7886700" cy="609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a:lstStyle>
          <a:p>
            <a:pPr eaLnBrk="1" hangingPunct="1"/>
            <a:r>
              <a:rPr lang="en-US" dirty="0"/>
              <a:t>Address Notation</a:t>
            </a:r>
          </a:p>
        </p:txBody>
      </p:sp>
      <p:sp>
        <p:nvSpPr>
          <p:cNvPr id="5" name="Content Placeholder 2">
            <a:extLst>
              <a:ext uri="{FF2B5EF4-FFF2-40B4-BE49-F238E27FC236}">
                <a16:creationId xmlns:a16="http://schemas.microsoft.com/office/drawing/2014/main" id="{8DF55568-413F-49FA-BD7D-1F4AE2F74AF4}"/>
              </a:ext>
            </a:extLst>
          </p:cNvPr>
          <p:cNvSpPr txBox="1">
            <a:spLocks/>
          </p:cNvSpPr>
          <p:nvPr/>
        </p:nvSpPr>
        <p:spPr>
          <a:xfrm>
            <a:off x="646235" y="4114800"/>
            <a:ext cx="5144965" cy="457200"/>
          </a:xfrm>
          <a:prstGeom prst="rect">
            <a:avLst/>
          </a:prstGeom>
        </p:spPr>
        <p:txBody>
          <a:bodyPr vert="horz" lIns="91440" tIns="45720" rIns="91440" bIns="45720" rtlCol="0">
            <a:normAutofit/>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buNone/>
            </a:pPr>
            <a:r>
              <a:rPr lang="en-US" dirty="0"/>
              <a:t>2001:0db8:0000:0000:0000:8a2e:0370:7334</a:t>
            </a:r>
          </a:p>
        </p:txBody>
      </p:sp>
      <p:sp>
        <p:nvSpPr>
          <p:cNvPr id="8" name="Left Brace 7">
            <a:extLst>
              <a:ext uri="{FF2B5EF4-FFF2-40B4-BE49-F238E27FC236}">
                <a16:creationId xmlns:a16="http://schemas.microsoft.com/office/drawing/2014/main" id="{BC2940A2-A69C-419B-A04B-5C0160982505}"/>
              </a:ext>
            </a:extLst>
          </p:cNvPr>
          <p:cNvSpPr/>
          <p:nvPr/>
        </p:nvSpPr>
        <p:spPr>
          <a:xfrm rot="16200000">
            <a:off x="1790700" y="3467100"/>
            <a:ext cx="304800" cy="2362200"/>
          </a:xfrm>
          <a:prstGeom prst="leftBrace">
            <a:avLst>
              <a:gd name="adj1" fmla="val 3910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58ABBEDF-C0C1-4FCD-8B97-86FC321018E8}"/>
              </a:ext>
            </a:extLst>
          </p:cNvPr>
          <p:cNvSpPr/>
          <p:nvPr/>
        </p:nvSpPr>
        <p:spPr>
          <a:xfrm rot="16200000">
            <a:off x="4152906" y="3467099"/>
            <a:ext cx="304800" cy="2362203"/>
          </a:xfrm>
          <a:prstGeom prst="leftBrace">
            <a:avLst>
              <a:gd name="adj1" fmla="val 3910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FD99AB72-8BBA-4A61-A34C-B0F44A7EFE79}"/>
              </a:ext>
            </a:extLst>
          </p:cNvPr>
          <p:cNvSpPr txBox="1"/>
          <p:nvPr/>
        </p:nvSpPr>
        <p:spPr>
          <a:xfrm>
            <a:off x="1189527" y="4932126"/>
            <a:ext cx="1507144" cy="369332"/>
          </a:xfrm>
          <a:prstGeom prst="rect">
            <a:avLst/>
          </a:prstGeom>
          <a:noFill/>
        </p:spPr>
        <p:txBody>
          <a:bodyPr wrap="none" rtlCol="0">
            <a:spAutoFit/>
          </a:bodyPr>
          <a:lstStyle/>
          <a:p>
            <a:pPr algn="ctr"/>
            <a:r>
              <a:rPr lang="en-US" dirty="0"/>
              <a:t>Network ID</a:t>
            </a:r>
          </a:p>
        </p:txBody>
      </p:sp>
      <p:sp>
        <p:nvSpPr>
          <p:cNvPr id="14" name="TextBox 13">
            <a:extLst>
              <a:ext uri="{FF2B5EF4-FFF2-40B4-BE49-F238E27FC236}">
                <a16:creationId xmlns:a16="http://schemas.microsoft.com/office/drawing/2014/main" id="{AC7B4C10-E546-407D-87AE-B4B6E9253A1F}"/>
              </a:ext>
            </a:extLst>
          </p:cNvPr>
          <p:cNvSpPr txBox="1"/>
          <p:nvPr/>
        </p:nvSpPr>
        <p:spPr>
          <a:xfrm>
            <a:off x="3772147" y="4932126"/>
            <a:ext cx="1066318" cy="369332"/>
          </a:xfrm>
          <a:prstGeom prst="rect">
            <a:avLst/>
          </a:prstGeom>
          <a:noFill/>
        </p:spPr>
        <p:txBody>
          <a:bodyPr wrap="none" rtlCol="0">
            <a:spAutoFit/>
          </a:bodyPr>
          <a:lstStyle/>
          <a:p>
            <a:pPr algn="ctr"/>
            <a:r>
              <a:rPr lang="en-US" dirty="0"/>
              <a:t>Host ID</a:t>
            </a:r>
          </a:p>
        </p:txBody>
      </p:sp>
      <p:sp>
        <p:nvSpPr>
          <p:cNvPr id="15" name="TextBox 14">
            <a:extLst>
              <a:ext uri="{FF2B5EF4-FFF2-40B4-BE49-F238E27FC236}">
                <a16:creationId xmlns:a16="http://schemas.microsoft.com/office/drawing/2014/main" id="{D3B3AAE2-D2A0-4BB1-A233-30C838BE888E}"/>
              </a:ext>
            </a:extLst>
          </p:cNvPr>
          <p:cNvSpPr txBox="1"/>
          <p:nvPr/>
        </p:nvSpPr>
        <p:spPr>
          <a:xfrm>
            <a:off x="5906964" y="3962401"/>
            <a:ext cx="2889984" cy="830997"/>
          </a:xfrm>
          <a:prstGeom prst="rect">
            <a:avLst/>
          </a:prstGeom>
          <a:noFill/>
        </p:spPr>
        <p:txBody>
          <a:bodyPr wrap="square" rtlCol="0">
            <a:spAutoFit/>
          </a:bodyPr>
          <a:lstStyle/>
          <a:p>
            <a:r>
              <a:rPr lang="en-US" sz="1600" i="1" dirty="0"/>
              <a:t>Numbers are hexadecimal where IPv4 notation uses decimal. </a:t>
            </a:r>
          </a:p>
        </p:txBody>
      </p:sp>
      <p:sp>
        <p:nvSpPr>
          <p:cNvPr id="17" name="Content Placeholder 2">
            <a:extLst>
              <a:ext uri="{FF2B5EF4-FFF2-40B4-BE49-F238E27FC236}">
                <a16:creationId xmlns:a16="http://schemas.microsoft.com/office/drawing/2014/main" id="{43DB630C-4A04-4B8C-9089-B590F65FE576}"/>
              </a:ext>
            </a:extLst>
          </p:cNvPr>
          <p:cNvSpPr txBox="1">
            <a:spLocks/>
          </p:cNvSpPr>
          <p:nvPr/>
        </p:nvSpPr>
        <p:spPr>
          <a:xfrm>
            <a:off x="646235" y="5791200"/>
            <a:ext cx="5144965" cy="457200"/>
          </a:xfrm>
          <a:prstGeom prst="rect">
            <a:avLst/>
          </a:prstGeom>
        </p:spPr>
        <p:txBody>
          <a:bodyPr vert="horz" lIns="91440" tIns="45720" rIns="91440" bIns="45720" rtlCol="0">
            <a:normAutofit/>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buNone/>
            </a:pPr>
            <a:r>
              <a:rPr lang="en-US" dirty="0"/>
              <a:t>2001:0db8::8a2e:0370:7334</a:t>
            </a:r>
          </a:p>
        </p:txBody>
      </p:sp>
      <p:sp>
        <p:nvSpPr>
          <p:cNvPr id="19" name="TextBox 18">
            <a:extLst>
              <a:ext uri="{FF2B5EF4-FFF2-40B4-BE49-F238E27FC236}">
                <a16:creationId xmlns:a16="http://schemas.microsoft.com/office/drawing/2014/main" id="{02CB27CC-C625-40D9-B1E9-352E729FCB39}"/>
              </a:ext>
            </a:extLst>
          </p:cNvPr>
          <p:cNvSpPr txBox="1"/>
          <p:nvPr/>
        </p:nvSpPr>
        <p:spPr>
          <a:xfrm>
            <a:off x="4953000" y="5604301"/>
            <a:ext cx="3276600" cy="830997"/>
          </a:xfrm>
          <a:prstGeom prst="rect">
            <a:avLst/>
          </a:prstGeom>
          <a:noFill/>
        </p:spPr>
        <p:txBody>
          <a:bodyPr wrap="square" rtlCol="0">
            <a:spAutoFit/>
          </a:bodyPr>
          <a:lstStyle/>
          <a:p>
            <a:r>
              <a:rPr lang="en-US" sz="1600" i="1" dirty="0"/>
              <a:t>You can omit one string of zeros from the address. This is the same as above. </a:t>
            </a:r>
          </a:p>
        </p:txBody>
      </p:sp>
      <p:sp>
        <p:nvSpPr>
          <p:cNvPr id="6" name="Slide Number Placeholder 5">
            <a:extLst>
              <a:ext uri="{FF2B5EF4-FFF2-40B4-BE49-F238E27FC236}">
                <a16:creationId xmlns:a16="http://schemas.microsoft.com/office/drawing/2014/main" id="{3039D738-C6A8-4834-92ED-74E2EF9DC54F}"/>
              </a:ext>
            </a:extLst>
          </p:cNvPr>
          <p:cNvSpPr>
            <a:spLocks noGrp="1"/>
          </p:cNvSpPr>
          <p:nvPr>
            <p:ph type="sldNum" sz="quarter" idx="12"/>
          </p:nvPr>
        </p:nvSpPr>
        <p:spPr/>
        <p:txBody>
          <a:bodyPr/>
          <a:lstStyle/>
          <a:p>
            <a:fld id="{94DA5560-7D38-429A-87FF-A402256C76FF}" type="slidenum">
              <a:rPr lang="en-US" altLang="en-US" smtClean="0"/>
              <a:pPr/>
              <a:t>15</a:t>
            </a:fld>
            <a:endParaRPr lang="en-US" altLang="en-US"/>
          </a:p>
        </p:txBody>
      </p:sp>
    </p:spTree>
    <p:extLst>
      <p:ext uri="{BB962C8B-B14F-4D97-AF65-F5344CB8AC3E}">
        <p14:creationId xmlns:p14="http://schemas.microsoft.com/office/powerpoint/2010/main" val="4227207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AF9F-E77F-49CB-8567-04CAD0682DA9}"/>
              </a:ext>
            </a:extLst>
          </p:cNvPr>
          <p:cNvSpPr>
            <a:spLocks noGrp="1"/>
          </p:cNvSpPr>
          <p:nvPr>
            <p:ph type="title"/>
          </p:nvPr>
        </p:nvSpPr>
        <p:spPr/>
        <p:txBody>
          <a:bodyPr/>
          <a:lstStyle/>
          <a:p>
            <a:r>
              <a:rPr lang="en-US" dirty="0"/>
              <a:t>If it’s been around for more than 20 years, why hasn’t IPv6 caught on?</a:t>
            </a:r>
          </a:p>
        </p:txBody>
      </p:sp>
      <p:sp>
        <p:nvSpPr>
          <p:cNvPr id="3" name="Content Placeholder 2">
            <a:extLst>
              <a:ext uri="{FF2B5EF4-FFF2-40B4-BE49-F238E27FC236}">
                <a16:creationId xmlns:a16="http://schemas.microsoft.com/office/drawing/2014/main" id="{FD6AC627-DD5D-4242-BE19-F3200BB64776}"/>
              </a:ext>
            </a:extLst>
          </p:cNvPr>
          <p:cNvSpPr>
            <a:spLocks noGrp="1"/>
          </p:cNvSpPr>
          <p:nvPr>
            <p:ph idx="1"/>
          </p:nvPr>
        </p:nvSpPr>
        <p:spPr/>
        <p:txBody>
          <a:bodyPr/>
          <a:lstStyle/>
          <a:p>
            <a:r>
              <a:rPr lang="en-US" dirty="0"/>
              <a:t>Requires expensive upgrades to every router on the internet.</a:t>
            </a:r>
          </a:p>
          <a:p>
            <a:pPr lvl="1"/>
            <a:r>
              <a:rPr lang="en-US" dirty="0"/>
              <a:t>Core routers, ISP routers, home routers and more.</a:t>
            </a:r>
          </a:p>
          <a:p>
            <a:r>
              <a:rPr lang="en-US" dirty="0"/>
              <a:t>Early deployments were plagued by bugs and incompatibility.</a:t>
            </a:r>
          </a:p>
          <a:p>
            <a:r>
              <a:rPr lang="en-US" dirty="0"/>
              <a:t>IPv4 is familiar and convenient.</a:t>
            </a:r>
          </a:p>
          <a:p>
            <a:r>
              <a:rPr lang="en-US" dirty="0"/>
              <a:t>Network Address Translation alleviated the pressure to convert.</a:t>
            </a:r>
          </a:p>
          <a:p>
            <a:pPr marL="0" indent="0">
              <a:buNone/>
            </a:pPr>
            <a:r>
              <a:rPr lang="en-US" dirty="0"/>
              <a:t>Nevertheless:</a:t>
            </a:r>
          </a:p>
          <a:p>
            <a:r>
              <a:rPr lang="en-US" dirty="0"/>
              <a:t>A majority of core traffic on the internet now goes over IPv6. </a:t>
            </a:r>
            <a:r>
              <a:rPr lang="en-US"/>
              <a:t>It’s usually </a:t>
            </a:r>
            <a:r>
              <a:rPr lang="en-US" dirty="0"/>
              <a:t>translated to IPv4 at the edges.</a:t>
            </a:r>
          </a:p>
          <a:p>
            <a:r>
              <a:rPr lang="en-US" dirty="0"/>
              <a:t>The IANA has essentially run out of IPv4 addresses to give to Internet Service providers. So, new providers will be moving to IPv6.</a:t>
            </a:r>
          </a:p>
          <a:p>
            <a:r>
              <a:rPr lang="en-US" dirty="0"/>
              <a:t>June 6, 2012, the Internet Society held the “World IPv6 Launch Day” where IPv6 went from isolated tests to permanent deployment.</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8D050D09-6C05-4C89-82B7-5A3E6A6673FF}"/>
              </a:ext>
            </a:extLst>
          </p:cNvPr>
          <p:cNvSpPr>
            <a:spLocks noGrp="1"/>
          </p:cNvSpPr>
          <p:nvPr>
            <p:ph type="sldNum" sz="quarter" idx="12"/>
          </p:nvPr>
        </p:nvSpPr>
        <p:spPr/>
        <p:txBody>
          <a:bodyPr/>
          <a:lstStyle/>
          <a:p>
            <a:fld id="{94DA5560-7D38-429A-87FF-A402256C76FF}" type="slidenum">
              <a:rPr lang="en-US" altLang="en-US" smtClean="0"/>
              <a:pPr/>
              <a:t>16</a:t>
            </a:fld>
            <a:endParaRPr lang="en-US" altLang="en-US"/>
          </a:p>
        </p:txBody>
      </p:sp>
    </p:spTree>
    <p:extLst>
      <p:ext uri="{BB962C8B-B14F-4D97-AF65-F5344CB8AC3E}">
        <p14:creationId xmlns:p14="http://schemas.microsoft.com/office/powerpoint/2010/main" val="1783477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DA656-1C7D-4EA4-B181-1266358B3F3D}"/>
              </a:ext>
            </a:extLst>
          </p:cNvPr>
          <p:cNvSpPr>
            <a:spLocks noGrp="1"/>
          </p:cNvSpPr>
          <p:nvPr>
            <p:ph type="title"/>
          </p:nvPr>
        </p:nvSpPr>
        <p:spPr>
          <a:xfrm>
            <a:off x="628650" y="365125"/>
            <a:ext cx="7886700" cy="854075"/>
          </a:xfrm>
        </p:spPr>
        <p:txBody>
          <a:bodyPr/>
          <a:lstStyle/>
          <a:p>
            <a:r>
              <a:rPr lang="en-US" dirty="0"/>
              <a:t>Summary: Addressing a Shortage of IPv4 Addresses</a:t>
            </a:r>
          </a:p>
        </p:txBody>
      </p:sp>
      <p:sp>
        <p:nvSpPr>
          <p:cNvPr id="3" name="Content Placeholder 2">
            <a:extLst>
              <a:ext uri="{FF2B5EF4-FFF2-40B4-BE49-F238E27FC236}">
                <a16:creationId xmlns:a16="http://schemas.microsoft.com/office/drawing/2014/main" id="{DC754FF3-0EA3-4233-BAAF-F2773ED8B546}"/>
              </a:ext>
            </a:extLst>
          </p:cNvPr>
          <p:cNvSpPr>
            <a:spLocks noGrp="1"/>
          </p:cNvSpPr>
          <p:nvPr>
            <p:ph idx="1"/>
          </p:nvPr>
        </p:nvSpPr>
        <p:spPr>
          <a:xfrm>
            <a:off x="628650" y="1371600"/>
            <a:ext cx="7886700" cy="4805363"/>
          </a:xfrm>
        </p:spPr>
        <p:txBody>
          <a:bodyPr/>
          <a:lstStyle/>
          <a:p>
            <a:r>
              <a:rPr lang="en-US" dirty="0"/>
              <a:t>Network Address Translation (NAT)</a:t>
            </a:r>
          </a:p>
          <a:p>
            <a:pPr lvl="1"/>
            <a:r>
              <a:rPr lang="en-US" dirty="0"/>
              <a:t>Many devices share the same public IP address</a:t>
            </a:r>
          </a:p>
          <a:p>
            <a:r>
              <a:rPr lang="en-US" dirty="0"/>
              <a:t>Dynamic Address Assignment (DHCP)</a:t>
            </a:r>
          </a:p>
          <a:p>
            <a:pPr lvl="1"/>
            <a:r>
              <a:rPr lang="en-US" dirty="0"/>
              <a:t>Only give addresses to devices that are actively connected.</a:t>
            </a:r>
          </a:p>
          <a:p>
            <a:pPr lvl="1"/>
            <a:r>
              <a:rPr lang="en-US" dirty="0"/>
              <a:t>Limit the period (lease time) for which the device owns the address.</a:t>
            </a:r>
          </a:p>
          <a:p>
            <a:pPr lvl="1"/>
            <a:r>
              <a:rPr lang="en-US" dirty="0"/>
              <a:t>More efficient use of addresses.</a:t>
            </a:r>
          </a:p>
          <a:p>
            <a:r>
              <a:rPr lang="en-US" dirty="0"/>
              <a:t>Classless Inter-Domain Routing (CIDR)</a:t>
            </a:r>
          </a:p>
          <a:p>
            <a:pPr lvl="1"/>
            <a:r>
              <a:rPr lang="en-US" dirty="0"/>
              <a:t>Recovers wasted IP addresses letting organizations customize subnet sizes as needed.</a:t>
            </a:r>
          </a:p>
          <a:p>
            <a:r>
              <a:rPr lang="en-US" dirty="0"/>
              <a:t>IPv6 – Change the Address Space</a:t>
            </a:r>
          </a:p>
          <a:p>
            <a:pPr lvl="1"/>
            <a:r>
              <a:rPr lang="en-US" dirty="0"/>
              <a:t>Enough addresses to last a very long time.</a:t>
            </a:r>
          </a:p>
        </p:txBody>
      </p:sp>
      <p:sp>
        <p:nvSpPr>
          <p:cNvPr id="4" name="Slide Number Placeholder 3">
            <a:extLst>
              <a:ext uri="{FF2B5EF4-FFF2-40B4-BE49-F238E27FC236}">
                <a16:creationId xmlns:a16="http://schemas.microsoft.com/office/drawing/2014/main" id="{48AA1583-9A87-4100-B583-6F1DF4355B24}"/>
              </a:ext>
            </a:extLst>
          </p:cNvPr>
          <p:cNvSpPr>
            <a:spLocks noGrp="1"/>
          </p:cNvSpPr>
          <p:nvPr>
            <p:ph type="sldNum" sz="quarter" idx="12"/>
          </p:nvPr>
        </p:nvSpPr>
        <p:spPr/>
        <p:txBody>
          <a:bodyPr/>
          <a:lstStyle/>
          <a:p>
            <a:fld id="{94DA5560-7D38-429A-87FF-A402256C76FF}" type="slidenum">
              <a:rPr lang="en-US" altLang="en-US" smtClean="0"/>
              <a:pPr/>
              <a:t>17</a:t>
            </a:fld>
            <a:endParaRPr lang="en-US" altLang="en-US"/>
          </a:p>
        </p:txBody>
      </p:sp>
    </p:spTree>
    <p:extLst>
      <p:ext uri="{BB962C8B-B14F-4D97-AF65-F5344CB8AC3E}">
        <p14:creationId xmlns:p14="http://schemas.microsoft.com/office/powerpoint/2010/main" val="1922556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87DE72-2220-443E-9F46-9632D3BEEC7F}"/>
              </a:ext>
            </a:extLst>
          </p:cNvPr>
          <p:cNvSpPr>
            <a:spLocks noGrp="1"/>
          </p:cNvSpPr>
          <p:nvPr>
            <p:ph type="title"/>
          </p:nvPr>
        </p:nvSpPr>
        <p:spPr/>
        <p:txBody>
          <a:bodyPr/>
          <a:lstStyle/>
          <a:p>
            <a:r>
              <a:rPr lang="en-US" dirty="0"/>
              <a:t>IP Addressing Demo</a:t>
            </a:r>
          </a:p>
        </p:txBody>
      </p:sp>
      <p:sp>
        <p:nvSpPr>
          <p:cNvPr id="2" name="Slide Number Placeholder 1">
            <a:extLst>
              <a:ext uri="{FF2B5EF4-FFF2-40B4-BE49-F238E27FC236}">
                <a16:creationId xmlns:a16="http://schemas.microsoft.com/office/drawing/2014/main" id="{918CE736-9399-49CF-83D6-ADC915F17F62}"/>
              </a:ext>
            </a:extLst>
          </p:cNvPr>
          <p:cNvSpPr>
            <a:spLocks noGrp="1"/>
          </p:cNvSpPr>
          <p:nvPr>
            <p:ph type="sldNum" sz="quarter" idx="12"/>
          </p:nvPr>
        </p:nvSpPr>
        <p:spPr/>
        <p:txBody>
          <a:bodyPr/>
          <a:lstStyle/>
          <a:p>
            <a:fld id="{79E56963-3B0D-4BD2-8747-6EAB086FC719}" type="slidenum">
              <a:rPr lang="en-US" altLang="en-US" smtClean="0"/>
              <a:pPr/>
              <a:t>18</a:t>
            </a:fld>
            <a:endParaRPr lang="en-US" altLang="en-US"/>
          </a:p>
        </p:txBody>
      </p:sp>
    </p:spTree>
    <p:extLst>
      <p:ext uri="{BB962C8B-B14F-4D97-AF65-F5344CB8AC3E}">
        <p14:creationId xmlns:p14="http://schemas.microsoft.com/office/powerpoint/2010/main" val="891585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A6DB-AD0F-4689-9B22-13B3DE3479E4}"/>
              </a:ext>
            </a:extLst>
          </p:cNvPr>
          <p:cNvSpPr>
            <a:spLocks noGrp="1"/>
          </p:cNvSpPr>
          <p:nvPr>
            <p:ph type="title"/>
          </p:nvPr>
        </p:nvSpPr>
        <p:spPr>
          <a:xfrm>
            <a:off x="628650" y="365125"/>
            <a:ext cx="7886700" cy="854075"/>
          </a:xfrm>
        </p:spPr>
        <p:txBody>
          <a:bodyPr/>
          <a:lstStyle/>
          <a:p>
            <a:pPr algn="ctr"/>
            <a:r>
              <a:rPr lang="en-US" dirty="0"/>
              <a:t>Demo</a:t>
            </a:r>
          </a:p>
        </p:txBody>
      </p:sp>
      <p:sp>
        <p:nvSpPr>
          <p:cNvPr id="3" name="Content Placeholder 2">
            <a:extLst>
              <a:ext uri="{FF2B5EF4-FFF2-40B4-BE49-F238E27FC236}">
                <a16:creationId xmlns:a16="http://schemas.microsoft.com/office/drawing/2014/main" id="{98BD72FA-8BAF-49E9-88A3-8310D2CE94AE}"/>
              </a:ext>
            </a:extLst>
          </p:cNvPr>
          <p:cNvSpPr>
            <a:spLocks noGrp="1"/>
          </p:cNvSpPr>
          <p:nvPr>
            <p:ph idx="1"/>
          </p:nvPr>
        </p:nvSpPr>
        <p:spPr>
          <a:xfrm>
            <a:off x="628650" y="1371600"/>
            <a:ext cx="7886700" cy="4805363"/>
          </a:xfrm>
        </p:spPr>
        <p:txBody>
          <a:bodyPr/>
          <a:lstStyle/>
          <a:p>
            <a:r>
              <a:rPr lang="en-US" dirty="0"/>
              <a:t>ipconfig (Windows)</a:t>
            </a:r>
          </a:p>
          <a:p>
            <a:pPr lvl="1"/>
            <a:r>
              <a:rPr lang="en-US" dirty="0"/>
              <a:t>ipconfig</a:t>
            </a:r>
          </a:p>
          <a:p>
            <a:pPr lvl="1"/>
            <a:r>
              <a:rPr lang="en-US" dirty="0"/>
              <a:t>ipconfig /?                  (displays help)</a:t>
            </a:r>
          </a:p>
          <a:p>
            <a:pPr lvl="1"/>
            <a:r>
              <a:rPr lang="en-US" dirty="0"/>
              <a:t>ipconfig /all</a:t>
            </a:r>
          </a:p>
          <a:p>
            <a:pPr lvl="1"/>
            <a:r>
              <a:rPr lang="en-US" dirty="0"/>
              <a:t>ipconfig /release       (releases all DHCP address reservations)</a:t>
            </a:r>
          </a:p>
          <a:p>
            <a:pPr lvl="1"/>
            <a:r>
              <a:rPr lang="en-US" dirty="0"/>
              <a:t>ipconfig /renew         (renews all DHCP address reservations)</a:t>
            </a:r>
          </a:p>
          <a:p>
            <a:pPr lvl="1"/>
            <a:r>
              <a:rPr lang="en-US" dirty="0"/>
              <a:t>ipconfig /</a:t>
            </a:r>
            <a:r>
              <a:rPr lang="en-US" dirty="0" err="1"/>
              <a:t>flushdns</a:t>
            </a:r>
            <a:r>
              <a:rPr lang="en-US" dirty="0"/>
              <a:t>     (clears the local DNS cache)</a:t>
            </a:r>
          </a:p>
          <a:p>
            <a:pPr lvl="1"/>
            <a:r>
              <a:rPr lang="en-US" dirty="0"/>
              <a:t>ipconfig /</a:t>
            </a:r>
            <a:r>
              <a:rPr lang="en-US" dirty="0" err="1"/>
              <a:t>displaydns</a:t>
            </a:r>
            <a:r>
              <a:rPr lang="en-US" dirty="0"/>
              <a:t> (displays the cache of DNS lookups)</a:t>
            </a:r>
          </a:p>
          <a:p>
            <a:pPr lvl="1"/>
            <a:endParaRPr lang="en-US" dirty="0"/>
          </a:p>
          <a:p>
            <a:r>
              <a:rPr lang="en-US" dirty="0" err="1"/>
              <a:t>ifconfig</a:t>
            </a:r>
            <a:r>
              <a:rPr lang="en-US" dirty="0"/>
              <a:t> (Linux)</a:t>
            </a:r>
          </a:p>
          <a:p>
            <a:r>
              <a:rPr lang="en-US" dirty="0"/>
              <a:t>route print (windows)</a:t>
            </a:r>
          </a:p>
          <a:p>
            <a:r>
              <a:rPr lang="en-US"/>
              <a:t>route (Linux)</a:t>
            </a:r>
            <a:endParaRPr lang="en-US" dirty="0"/>
          </a:p>
        </p:txBody>
      </p:sp>
      <p:sp>
        <p:nvSpPr>
          <p:cNvPr id="4" name="Slide Number Placeholder 3">
            <a:extLst>
              <a:ext uri="{FF2B5EF4-FFF2-40B4-BE49-F238E27FC236}">
                <a16:creationId xmlns:a16="http://schemas.microsoft.com/office/drawing/2014/main" id="{61252597-AB40-42D1-AFBF-9DDADB3F2D87}"/>
              </a:ext>
            </a:extLst>
          </p:cNvPr>
          <p:cNvSpPr>
            <a:spLocks noGrp="1"/>
          </p:cNvSpPr>
          <p:nvPr>
            <p:ph type="sldNum" sz="quarter" idx="12"/>
          </p:nvPr>
        </p:nvSpPr>
        <p:spPr/>
        <p:txBody>
          <a:bodyPr/>
          <a:lstStyle/>
          <a:p>
            <a:fld id="{94DA5560-7D38-429A-87FF-A402256C76FF}" type="slidenum">
              <a:rPr lang="en-US" altLang="en-US" smtClean="0"/>
              <a:pPr/>
              <a:t>19</a:t>
            </a:fld>
            <a:endParaRPr lang="en-US" altLang="en-US"/>
          </a:p>
        </p:txBody>
      </p:sp>
    </p:spTree>
    <p:extLst>
      <p:ext uri="{BB962C8B-B14F-4D97-AF65-F5344CB8AC3E}">
        <p14:creationId xmlns:p14="http://schemas.microsoft.com/office/powerpoint/2010/main" val="2192293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76F61-3052-4327-B9F8-C2C94688705D}"/>
              </a:ext>
            </a:extLst>
          </p:cNvPr>
          <p:cNvSpPr>
            <a:spLocks noGrp="1"/>
          </p:cNvSpPr>
          <p:nvPr>
            <p:ph type="title"/>
          </p:nvPr>
        </p:nvSpPr>
        <p:spPr/>
        <p:txBody>
          <a:bodyPr/>
          <a:lstStyle/>
          <a:p>
            <a:r>
              <a:rPr lang="en-US" dirty="0"/>
              <a:t>What your computer needs to know in order to connect to the internet.</a:t>
            </a:r>
          </a:p>
        </p:txBody>
      </p:sp>
      <p:sp>
        <p:nvSpPr>
          <p:cNvPr id="3" name="Content Placeholder 2">
            <a:extLst>
              <a:ext uri="{FF2B5EF4-FFF2-40B4-BE49-F238E27FC236}">
                <a16:creationId xmlns:a16="http://schemas.microsoft.com/office/drawing/2014/main" id="{B33AD63B-0730-4CCF-A8FF-46903E25F850}"/>
              </a:ext>
            </a:extLst>
          </p:cNvPr>
          <p:cNvSpPr>
            <a:spLocks noGrp="1"/>
          </p:cNvSpPr>
          <p:nvPr>
            <p:ph idx="1"/>
          </p:nvPr>
        </p:nvSpPr>
        <p:spPr>
          <a:xfrm>
            <a:off x="1676400" y="1813143"/>
            <a:ext cx="5486400" cy="1984375"/>
          </a:xfrm>
          <a:solidFill>
            <a:schemeClr val="tx1"/>
          </a:solidFill>
        </p:spPr>
        <p:txBody>
          <a:bodyPr/>
          <a:lstStyle/>
          <a:p>
            <a:pPr marL="0" indent="0">
              <a:lnSpc>
                <a:spcPct val="100000"/>
              </a:lnSpc>
              <a:spcBef>
                <a:spcPts val="0"/>
              </a:spcBef>
              <a:buNone/>
            </a:pPr>
            <a:r>
              <a:rPr lang="en-US" dirty="0">
                <a:solidFill>
                  <a:schemeClr val="bg1"/>
                </a:solidFill>
                <a:latin typeface="Consolas" panose="020B0609020204030204" pitchFamily="49" charset="0"/>
              </a:rPr>
              <a:t>IP Address:      192.168.123.48</a:t>
            </a:r>
          </a:p>
          <a:p>
            <a:pPr marL="0" indent="0">
              <a:lnSpc>
                <a:spcPct val="100000"/>
              </a:lnSpc>
              <a:spcBef>
                <a:spcPts val="0"/>
              </a:spcBef>
              <a:buNone/>
            </a:pPr>
            <a:r>
              <a:rPr lang="en-US" dirty="0">
                <a:solidFill>
                  <a:schemeClr val="bg1"/>
                </a:solidFill>
                <a:latin typeface="Consolas" panose="020B0609020204030204" pitchFamily="49" charset="0"/>
              </a:rPr>
              <a:t>Subnet Mask:     255.255.255.0</a:t>
            </a:r>
          </a:p>
          <a:p>
            <a:pPr marL="0" indent="0">
              <a:lnSpc>
                <a:spcPct val="100000"/>
              </a:lnSpc>
              <a:spcBef>
                <a:spcPts val="0"/>
              </a:spcBef>
              <a:buNone/>
            </a:pPr>
            <a:r>
              <a:rPr lang="en-US" dirty="0">
                <a:solidFill>
                  <a:schemeClr val="bg1"/>
                </a:solidFill>
                <a:latin typeface="Consolas" panose="020B0609020204030204" pitchFamily="49" charset="0"/>
              </a:rPr>
              <a:t>Default Gateway: 192.168.123.1</a:t>
            </a:r>
          </a:p>
          <a:p>
            <a:pPr marL="0" indent="0">
              <a:lnSpc>
                <a:spcPct val="100000"/>
              </a:lnSpc>
              <a:spcBef>
                <a:spcPts val="0"/>
              </a:spcBef>
              <a:buNone/>
            </a:pPr>
            <a:r>
              <a:rPr lang="en-US" dirty="0">
                <a:solidFill>
                  <a:schemeClr val="bg1"/>
                </a:solidFill>
                <a:latin typeface="Consolas" panose="020B0609020204030204" pitchFamily="49" charset="0"/>
              </a:rPr>
              <a:t>DNS Servers:     208.67.222.222</a:t>
            </a:r>
            <a:br>
              <a:rPr lang="en-US" dirty="0">
                <a:solidFill>
                  <a:schemeClr val="bg1"/>
                </a:solidFill>
                <a:latin typeface="Consolas" panose="020B0609020204030204" pitchFamily="49" charset="0"/>
              </a:rPr>
            </a:br>
            <a:r>
              <a:rPr lang="en-US" dirty="0">
                <a:solidFill>
                  <a:schemeClr val="bg1"/>
                </a:solidFill>
                <a:latin typeface="Consolas" panose="020B0609020204030204" pitchFamily="49" charset="0"/>
              </a:rPr>
              <a:t>                 208.67.220.220</a:t>
            </a:r>
          </a:p>
        </p:txBody>
      </p:sp>
      <p:sp>
        <p:nvSpPr>
          <p:cNvPr id="4" name="TextBox 3">
            <a:extLst>
              <a:ext uri="{FF2B5EF4-FFF2-40B4-BE49-F238E27FC236}">
                <a16:creationId xmlns:a16="http://schemas.microsoft.com/office/drawing/2014/main" id="{17F3FD2C-F45D-48E8-9B77-FC0DB802FE45}"/>
              </a:ext>
            </a:extLst>
          </p:cNvPr>
          <p:cNvSpPr txBox="1"/>
          <p:nvPr/>
        </p:nvSpPr>
        <p:spPr>
          <a:xfrm>
            <a:off x="838200" y="4068284"/>
            <a:ext cx="7162800" cy="646331"/>
          </a:xfrm>
          <a:prstGeom prst="rect">
            <a:avLst/>
          </a:prstGeom>
          <a:noFill/>
        </p:spPr>
        <p:txBody>
          <a:bodyPr wrap="square" rtlCol="0">
            <a:spAutoFit/>
          </a:bodyPr>
          <a:lstStyle/>
          <a:p>
            <a:r>
              <a:rPr lang="en-US" i="1" dirty="0"/>
              <a:t>You can configure these manually, but your computer typically gets them from a DHCP server.</a:t>
            </a:r>
          </a:p>
        </p:txBody>
      </p:sp>
      <p:sp>
        <p:nvSpPr>
          <p:cNvPr id="6" name="TextBox 5">
            <a:extLst>
              <a:ext uri="{FF2B5EF4-FFF2-40B4-BE49-F238E27FC236}">
                <a16:creationId xmlns:a16="http://schemas.microsoft.com/office/drawing/2014/main" id="{099AE4CA-FB37-45B9-99A4-D88183A759F6}"/>
              </a:ext>
            </a:extLst>
          </p:cNvPr>
          <p:cNvSpPr txBox="1"/>
          <p:nvPr/>
        </p:nvSpPr>
        <p:spPr>
          <a:xfrm>
            <a:off x="838200" y="4985381"/>
            <a:ext cx="7162800" cy="1477328"/>
          </a:xfrm>
          <a:prstGeom prst="rect">
            <a:avLst/>
          </a:prstGeom>
          <a:noFill/>
        </p:spPr>
        <p:txBody>
          <a:bodyPr wrap="square" rtlCol="0">
            <a:spAutoFit/>
          </a:bodyPr>
          <a:lstStyle/>
          <a:p>
            <a:r>
              <a:rPr lang="en-US" i="1" dirty="0"/>
              <a:t>Look at your own address, is it public or private?</a:t>
            </a:r>
          </a:p>
          <a:p>
            <a:r>
              <a:rPr lang="en-US" i="1" dirty="0"/>
              <a:t>Now go to </a:t>
            </a:r>
            <a:r>
              <a:rPr lang="en-US" i="1" dirty="0">
                <a:hlinkClick r:id="rId2"/>
              </a:rPr>
              <a:t>http://www.whatismyip.com</a:t>
            </a:r>
            <a:r>
              <a:rPr lang="en-US" i="1" dirty="0"/>
              <a:t> and see if your public address is the same. If they’re different (most likely) it will be the address of a router performing Network Address Translation (NAT) on your connection.</a:t>
            </a:r>
          </a:p>
        </p:txBody>
      </p:sp>
      <p:sp>
        <p:nvSpPr>
          <p:cNvPr id="5" name="Slide Number Placeholder 4">
            <a:extLst>
              <a:ext uri="{FF2B5EF4-FFF2-40B4-BE49-F238E27FC236}">
                <a16:creationId xmlns:a16="http://schemas.microsoft.com/office/drawing/2014/main" id="{84325C31-F158-48DD-A0A6-80F212907475}"/>
              </a:ext>
            </a:extLst>
          </p:cNvPr>
          <p:cNvSpPr>
            <a:spLocks noGrp="1"/>
          </p:cNvSpPr>
          <p:nvPr>
            <p:ph type="sldNum" sz="quarter" idx="12"/>
          </p:nvPr>
        </p:nvSpPr>
        <p:spPr/>
        <p:txBody>
          <a:bodyPr/>
          <a:lstStyle/>
          <a:p>
            <a:fld id="{94DA5560-7D38-429A-87FF-A402256C76FF}" type="slidenum">
              <a:rPr lang="en-US" altLang="en-US" smtClean="0"/>
              <a:pPr/>
              <a:t>20</a:t>
            </a:fld>
            <a:endParaRPr lang="en-US" altLang="en-US"/>
          </a:p>
        </p:txBody>
      </p:sp>
    </p:spTree>
    <p:extLst>
      <p:ext uri="{BB962C8B-B14F-4D97-AF65-F5344CB8AC3E}">
        <p14:creationId xmlns:p14="http://schemas.microsoft.com/office/powerpoint/2010/main" val="2372364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F2E3B-2FF5-492C-B170-DDC664A5E7B1}"/>
              </a:ext>
            </a:extLst>
          </p:cNvPr>
          <p:cNvSpPr>
            <a:spLocks noGrp="1"/>
          </p:cNvSpPr>
          <p:nvPr>
            <p:ph type="title"/>
          </p:nvPr>
        </p:nvSpPr>
        <p:spPr/>
        <p:txBody>
          <a:bodyPr/>
          <a:lstStyle/>
          <a:p>
            <a:r>
              <a:rPr lang="en-US" dirty="0"/>
              <a:t>What if my computer is connected to more than one network?</a:t>
            </a:r>
          </a:p>
        </p:txBody>
      </p:sp>
      <p:sp>
        <p:nvSpPr>
          <p:cNvPr id="3" name="Content Placeholder 2">
            <a:extLst>
              <a:ext uri="{FF2B5EF4-FFF2-40B4-BE49-F238E27FC236}">
                <a16:creationId xmlns:a16="http://schemas.microsoft.com/office/drawing/2014/main" id="{D71F22CC-F096-4ECF-BDA3-5430A2346713}"/>
              </a:ext>
            </a:extLst>
          </p:cNvPr>
          <p:cNvSpPr>
            <a:spLocks noGrp="1"/>
          </p:cNvSpPr>
          <p:nvPr>
            <p:ph idx="1"/>
          </p:nvPr>
        </p:nvSpPr>
        <p:spPr/>
        <p:txBody>
          <a:bodyPr>
            <a:normAutofit/>
          </a:bodyPr>
          <a:lstStyle/>
          <a:p>
            <a:r>
              <a:rPr lang="en-US" sz="2800" dirty="0"/>
              <a:t>It will have one address for each network it is connected to.</a:t>
            </a:r>
          </a:p>
          <a:p>
            <a:r>
              <a:rPr lang="en-US" sz="2800" dirty="0"/>
              <a:t>An internal software router decides which network each packet should go to.</a:t>
            </a:r>
          </a:p>
          <a:p>
            <a:r>
              <a:rPr lang="en-US" sz="2800" dirty="0"/>
              <a:t>Routers always have multiple IP addresses, one for each port.</a:t>
            </a:r>
          </a:p>
        </p:txBody>
      </p:sp>
      <p:sp>
        <p:nvSpPr>
          <p:cNvPr id="4" name="Slide Number Placeholder 3">
            <a:extLst>
              <a:ext uri="{FF2B5EF4-FFF2-40B4-BE49-F238E27FC236}">
                <a16:creationId xmlns:a16="http://schemas.microsoft.com/office/drawing/2014/main" id="{02B37CC0-2B87-47E8-A8C2-A149794467A1}"/>
              </a:ext>
            </a:extLst>
          </p:cNvPr>
          <p:cNvSpPr>
            <a:spLocks noGrp="1"/>
          </p:cNvSpPr>
          <p:nvPr>
            <p:ph type="sldNum" sz="quarter" idx="12"/>
          </p:nvPr>
        </p:nvSpPr>
        <p:spPr/>
        <p:txBody>
          <a:bodyPr/>
          <a:lstStyle/>
          <a:p>
            <a:fld id="{94DA5560-7D38-429A-87FF-A402256C76FF}" type="slidenum">
              <a:rPr lang="en-US" altLang="en-US" smtClean="0"/>
              <a:pPr/>
              <a:t>21</a:t>
            </a:fld>
            <a:endParaRPr lang="en-US" altLang="en-US"/>
          </a:p>
        </p:txBody>
      </p:sp>
    </p:spTree>
    <p:extLst>
      <p:ext uri="{BB962C8B-B14F-4D97-AF65-F5344CB8AC3E}">
        <p14:creationId xmlns:p14="http://schemas.microsoft.com/office/powerpoint/2010/main" val="3547029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CB471-07EC-455C-A0C3-68AF0DE43722}"/>
              </a:ext>
            </a:extLst>
          </p:cNvPr>
          <p:cNvSpPr>
            <a:spLocks noGrp="1"/>
          </p:cNvSpPr>
          <p:nvPr>
            <p:ph type="title"/>
          </p:nvPr>
        </p:nvSpPr>
        <p:spPr>
          <a:xfrm>
            <a:off x="628650" y="365125"/>
            <a:ext cx="7886700" cy="701675"/>
          </a:xfrm>
        </p:spPr>
        <p:txBody>
          <a:bodyPr/>
          <a:lstStyle/>
          <a:p>
            <a:r>
              <a:rPr lang="en-US" dirty="0"/>
              <a:t>Internal Routing</a:t>
            </a:r>
          </a:p>
        </p:txBody>
      </p:sp>
      <p:sp>
        <p:nvSpPr>
          <p:cNvPr id="3" name="Content Placeholder 2">
            <a:extLst>
              <a:ext uri="{FF2B5EF4-FFF2-40B4-BE49-F238E27FC236}">
                <a16:creationId xmlns:a16="http://schemas.microsoft.com/office/drawing/2014/main" id="{2B05238D-5853-4FD6-A6DD-E905F02F1585}"/>
              </a:ext>
            </a:extLst>
          </p:cNvPr>
          <p:cNvSpPr>
            <a:spLocks noGrp="1"/>
          </p:cNvSpPr>
          <p:nvPr>
            <p:ph idx="1"/>
          </p:nvPr>
        </p:nvSpPr>
        <p:spPr>
          <a:xfrm>
            <a:off x="628650" y="1295401"/>
            <a:ext cx="7886700" cy="1447799"/>
          </a:xfrm>
        </p:spPr>
        <p:txBody>
          <a:bodyPr/>
          <a:lstStyle/>
          <a:p>
            <a:pPr marL="0" indent="0">
              <a:buNone/>
            </a:pPr>
            <a:r>
              <a:rPr lang="en-US" dirty="0"/>
              <a:t>Layer 3: Which Network Adapter should be used by this packet?</a:t>
            </a:r>
          </a:p>
          <a:p>
            <a:pPr lvl="1"/>
            <a:r>
              <a:rPr lang="en-US" dirty="0"/>
              <a:t>Is the address local to one of my adapters?</a:t>
            </a:r>
          </a:p>
          <a:p>
            <a:pPr lvl="1"/>
            <a:r>
              <a:rPr lang="en-US" dirty="0"/>
              <a:t>Can the adapter deliver to this address?</a:t>
            </a:r>
          </a:p>
          <a:p>
            <a:pPr lvl="1"/>
            <a:r>
              <a:rPr lang="en-US" dirty="0"/>
              <a:t>Is it the lowest metric of those that can deliver?</a:t>
            </a:r>
          </a:p>
        </p:txBody>
      </p:sp>
      <p:sp>
        <p:nvSpPr>
          <p:cNvPr id="5" name="Content Placeholder 2">
            <a:extLst>
              <a:ext uri="{FF2B5EF4-FFF2-40B4-BE49-F238E27FC236}">
                <a16:creationId xmlns:a16="http://schemas.microsoft.com/office/drawing/2014/main" id="{10E289AD-DBFD-4ACD-A9D1-BE38C4C0741F}"/>
              </a:ext>
            </a:extLst>
          </p:cNvPr>
          <p:cNvSpPr txBox="1">
            <a:spLocks/>
          </p:cNvSpPr>
          <p:nvPr/>
        </p:nvSpPr>
        <p:spPr>
          <a:xfrm>
            <a:off x="381000" y="2971800"/>
            <a:ext cx="3790950" cy="3809999"/>
          </a:xfrm>
          <a:prstGeom prst="rect">
            <a:avLst/>
          </a:prstGeom>
        </p:spPr>
        <p:txBody>
          <a:bodyPr vert="horz" lIns="91440" tIns="45720" rIns="91440" bIns="45720" rtlCol="0">
            <a:normAutofit lnSpcReduction="10000"/>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buFont typeface="Arial" panose="020B0604020202020204" pitchFamily="34" charset="0"/>
              <a:buNone/>
            </a:pPr>
            <a:r>
              <a:rPr lang="en-US" dirty="0"/>
              <a:t>Layer 2: Shared Medium</a:t>
            </a:r>
            <a:br>
              <a:rPr lang="en-US" dirty="0"/>
            </a:br>
            <a:r>
              <a:rPr lang="en-US" dirty="0"/>
              <a:t>(Ethernet, Wi-Fi, CSMA/CD)</a:t>
            </a:r>
          </a:p>
          <a:p>
            <a:pPr marL="0" indent="0" eaLnBrk="1" hangingPunct="1">
              <a:buFont typeface="Arial" panose="020B0604020202020204" pitchFamily="34" charset="0"/>
              <a:buNone/>
            </a:pPr>
            <a:r>
              <a:rPr lang="en-US" b="1" dirty="0"/>
              <a:t>Which MAC address should I send the packet to?</a:t>
            </a:r>
            <a:endParaRPr lang="en-US" dirty="0"/>
          </a:p>
          <a:p>
            <a:pPr eaLnBrk="1" hangingPunct="1"/>
            <a:r>
              <a:rPr lang="en-US" dirty="0"/>
              <a:t>Sending direct or to a gateway?</a:t>
            </a:r>
          </a:p>
          <a:p>
            <a:pPr lvl="1" eaLnBrk="1" hangingPunct="1"/>
            <a:r>
              <a:rPr lang="en-US" dirty="0"/>
              <a:t>If on the local network use the IP address of the packet.</a:t>
            </a:r>
          </a:p>
          <a:p>
            <a:pPr lvl="1" eaLnBrk="1" hangingPunct="1"/>
            <a:r>
              <a:rPr lang="en-US" dirty="0"/>
              <a:t>If not, use the IP address of the default gateway.</a:t>
            </a:r>
          </a:p>
          <a:p>
            <a:pPr eaLnBrk="1" hangingPunct="1"/>
            <a:r>
              <a:rPr lang="en-US" dirty="0"/>
              <a:t>Check the MAC address cache.</a:t>
            </a:r>
          </a:p>
          <a:p>
            <a:pPr eaLnBrk="1" hangingPunct="1"/>
            <a:r>
              <a:rPr lang="en-US" dirty="0"/>
              <a:t>Broadcast an ARP query (Address Resolution Protocol)</a:t>
            </a:r>
          </a:p>
        </p:txBody>
      </p:sp>
      <p:sp>
        <p:nvSpPr>
          <p:cNvPr id="6" name="Content Placeholder 2">
            <a:extLst>
              <a:ext uri="{FF2B5EF4-FFF2-40B4-BE49-F238E27FC236}">
                <a16:creationId xmlns:a16="http://schemas.microsoft.com/office/drawing/2014/main" id="{9ADB8FB9-4207-4E97-9064-4A3263DD0938}"/>
              </a:ext>
            </a:extLst>
          </p:cNvPr>
          <p:cNvSpPr txBox="1">
            <a:spLocks/>
          </p:cNvSpPr>
          <p:nvPr/>
        </p:nvSpPr>
        <p:spPr>
          <a:xfrm>
            <a:off x="4991806" y="2971801"/>
            <a:ext cx="3790950" cy="2133600"/>
          </a:xfrm>
          <a:prstGeom prst="rect">
            <a:avLst/>
          </a:prstGeom>
        </p:spPr>
        <p:txBody>
          <a:bodyPr vert="horz" lIns="91440" tIns="45720" rIns="91440" bIns="45720" rtlCol="0">
            <a:normAutofit/>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buFont typeface="Arial" panose="020B0604020202020204" pitchFamily="34" charset="0"/>
              <a:buNone/>
            </a:pPr>
            <a:r>
              <a:rPr lang="en-US" dirty="0"/>
              <a:t>Layer 2: Point to Point Protocol</a:t>
            </a:r>
            <a:br>
              <a:rPr lang="en-US" dirty="0"/>
            </a:br>
            <a:r>
              <a:rPr lang="en-US" dirty="0"/>
              <a:t>(PPP)</a:t>
            </a:r>
          </a:p>
          <a:p>
            <a:pPr eaLnBrk="1" hangingPunct="1"/>
            <a:r>
              <a:rPr lang="en-US" dirty="0"/>
              <a:t>Just send the packet and let the router at the other end figure out the next hop.</a:t>
            </a:r>
          </a:p>
        </p:txBody>
      </p:sp>
      <p:sp>
        <p:nvSpPr>
          <p:cNvPr id="4" name="Slide Number Placeholder 3">
            <a:extLst>
              <a:ext uri="{FF2B5EF4-FFF2-40B4-BE49-F238E27FC236}">
                <a16:creationId xmlns:a16="http://schemas.microsoft.com/office/drawing/2014/main" id="{B8F0ACEF-94C9-4D2F-A740-E04E6807B4FA}"/>
              </a:ext>
            </a:extLst>
          </p:cNvPr>
          <p:cNvSpPr>
            <a:spLocks noGrp="1"/>
          </p:cNvSpPr>
          <p:nvPr>
            <p:ph type="sldNum" sz="quarter" idx="12"/>
          </p:nvPr>
        </p:nvSpPr>
        <p:spPr/>
        <p:txBody>
          <a:bodyPr/>
          <a:lstStyle/>
          <a:p>
            <a:fld id="{94DA5560-7D38-429A-87FF-A402256C76FF}" type="slidenum">
              <a:rPr lang="en-US" altLang="en-US" smtClean="0"/>
              <a:pPr/>
              <a:t>22</a:t>
            </a:fld>
            <a:endParaRPr lang="en-US" altLang="en-US"/>
          </a:p>
        </p:txBody>
      </p:sp>
    </p:spTree>
    <p:extLst>
      <p:ext uri="{BB962C8B-B14F-4D97-AF65-F5344CB8AC3E}">
        <p14:creationId xmlns:p14="http://schemas.microsoft.com/office/powerpoint/2010/main" val="2322385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73C8E7A8-94F5-4816-949C-4475048ABD1A}"/>
              </a:ext>
            </a:extLst>
          </p:cNvPr>
          <p:cNvSpPr>
            <a:spLocks noGrp="1" noChangeArrowheads="1"/>
          </p:cNvSpPr>
          <p:nvPr>
            <p:ph type="title"/>
          </p:nvPr>
        </p:nvSpPr>
        <p:spPr/>
        <p:txBody>
          <a:bodyPr/>
          <a:lstStyle/>
          <a:p>
            <a:r>
              <a:rPr lang="en-US" altLang="en-US" sz="4400"/>
              <a:t>References</a:t>
            </a:r>
          </a:p>
        </p:txBody>
      </p:sp>
      <p:sp>
        <p:nvSpPr>
          <p:cNvPr id="21506" name="Rectangle 3">
            <a:extLst>
              <a:ext uri="{FF2B5EF4-FFF2-40B4-BE49-F238E27FC236}">
                <a16:creationId xmlns:a16="http://schemas.microsoft.com/office/drawing/2014/main" id="{BFEEA01A-AB82-412A-B205-DACD48576F57}"/>
              </a:ext>
            </a:extLst>
          </p:cNvPr>
          <p:cNvSpPr>
            <a:spLocks noGrp="1" noChangeArrowheads="1"/>
          </p:cNvSpPr>
          <p:nvPr>
            <p:ph idx="1"/>
          </p:nvPr>
        </p:nvSpPr>
        <p:spPr bwMode="auto"/>
        <p:txBody>
          <a:bodyPr wrap="square" numCol="1" anchor="t" anchorCtr="0" compatLnSpc="1">
            <a:prstTxWarp prst="textNoShape">
              <a:avLst/>
            </a:prstTxWarp>
          </a:bodyPr>
          <a:lstStyle/>
          <a:p>
            <a:r>
              <a:rPr lang="en-US" altLang="en-US" sz="2800">
                <a:hlinkClick r:id="rId3" tooltip="http://tools.ietf.org/html/rfc1518"/>
              </a:rPr>
              <a:t>RFC 1518</a:t>
            </a:r>
            <a:r>
              <a:rPr lang="en-US" altLang="en-US" sz="2800"/>
              <a:t> - An Architecture for IP Address Allocation with CIDR </a:t>
            </a:r>
          </a:p>
          <a:p>
            <a:r>
              <a:rPr lang="en-US" altLang="en-US" sz="2800">
                <a:hlinkClick r:id="rId4" tooltip="http://tools.ietf.org/html/rfc1519"/>
              </a:rPr>
              <a:t>RFC 1519</a:t>
            </a:r>
            <a:r>
              <a:rPr lang="en-US" altLang="en-US" sz="2800"/>
              <a:t> - Classless Inter-Domain Routing (CIDR): an Address Assignment and Aggregation Strategy </a:t>
            </a:r>
          </a:p>
          <a:p>
            <a:r>
              <a:rPr lang="en-US" altLang="en-US" sz="2800">
                <a:hlinkClick r:id="rId5" tooltip="http://tools.ietf.org/html/rfc2373"/>
              </a:rPr>
              <a:t>RFC 2373</a:t>
            </a:r>
            <a:r>
              <a:rPr lang="en-US" altLang="en-US" sz="2800"/>
              <a:t> - IP Version 6 Addressing Architecture </a:t>
            </a:r>
          </a:p>
        </p:txBody>
      </p:sp>
      <p:sp>
        <p:nvSpPr>
          <p:cNvPr id="2" name="Slide Number Placeholder 1">
            <a:extLst>
              <a:ext uri="{FF2B5EF4-FFF2-40B4-BE49-F238E27FC236}">
                <a16:creationId xmlns:a16="http://schemas.microsoft.com/office/drawing/2014/main" id="{3714068A-0E7F-4FD6-88D9-AFAAA024595B}"/>
              </a:ext>
            </a:extLst>
          </p:cNvPr>
          <p:cNvSpPr>
            <a:spLocks noGrp="1"/>
          </p:cNvSpPr>
          <p:nvPr>
            <p:ph type="sldNum" sz="quarter" idx="12"/>
          </p:nvPr>
        </p:nvSpPr>
        <p:spPr/>
        <p:txBody>
          <a:bodyPr/>
          <a:lstStyle/>
          <a:p>
            <a:fld id="{94DA5560-7D38-429A-87FF-A402256C76FF}" type="slidenum">
              <a:rPr lang="en-US" altLang="en-US" smtClean="0"/>
              <a:pPr/>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0E49-26A6-4D2E-AD5D-FC8484361747}"/>
              </a:ext>
            </a:extLst>
          </p:cNvPr>
          <p:cNvSpPr>
            <a:spLocks noGrp="1"/>
          </p:cNvSpPr>
          <p:nvPr>
            <p:ph type="title"/>
          </p:nvPr>
        </p:nvSpPr>
        <p:spPr/>
        <p:txBody>
          <a:bodyPr/>
          <a:lstStyle/>
          <a:p>
            <a:r>
              <a:rPr lang="en-US" dirty="0"/>
              <a:t>Study Questions</a:t>
            </a:r>
          </a:p>
        </p:txBody>
      </p:sp>
      <p:sp>
        <p:nvSpPr>
          <p:cNvPr id="3" name="Content Placeholder 2">
            <a:extLst>
              <a:ext uri="{FF2B5EF4-FFF2-40B4-BE49-F238E27FC236}">
                <a16:creationId xmlns:a16="http://schemas.microsoft.com/office/drawing/2014/main" id="{641F7A26-C335-462B-AB3E-7AD989A0686E}"/>
              </a:ext>
            </a:extLst>
          </p:cNvPr>
          <p:cNvSpPr>
            <a:spLocks noGrp="1"/>
          </p:cNvSpPr>
          <p:nvPr>
            <p:ph idx="1"/>
          </p:nvPr>
        </p:nvSpPr>
        <p:spPr>
          <a:xfrm>
            <a:off x="628650" y="1447800"/>
            <a:ext cx="7886700" cy="4351338"/>
          </a:xfrm>
        </p:spPr>
        <p:txBody>
          <a:bodyPr>
            <a:normAutofit fontScale="92500"/>
          </a:bodyPr>
          <a:lstStyle/>
          <a:p>
            <a:r>
              <a:rPr lang="en-US" altLang="en-US" sz="2400" dirty="0"/>
              <a:t>What are the two parts of an IP address?</a:t>
            </a:r>
          </a:p>
          <a:p>
            <a:r>
              <a:rPr lang="en-US" altLang="en-US" sz="2400" dirty="0"/>
              <a:t>How do you divide the IP address into the two parts?</a:t>
            </a:r>
          </a:p>
          <a:p>
            <a:r>
              <a:rPr lang="en-US" altLang="en-US" sz="2400" dirty="0"/>
              <a:t>What are four ways for dealing with the shortage of IPv4 addresses?</a:t>
            </a:r>
          </a:p>
          <a:p>
            <a:r>
              <a:rPr lang="en-US" altLang="en-US" sz="2400" dirty="0"/>
              <a:t>Does the classless inter-domain routing (CIDR) system save or waste more IP addresses when compared with the “classful” system.</a:t>
            </a:r>
          </a:p>
          <a:p>
            <a:r>
              <a:rPr lang="en-US" altLang="en-US" sz="2400" dirty="0"/>
              <a:t>What organization coordinates the assignment of IP addresses?</a:t>
            </a:r>
          </a:p>
          <a:p>
            <a:r>
              <a:rPr lang="en-US" altLang="en-US" sz="2400" dirty="0"/>
              <a:t>Can you keep your IP address when your computer moves between networks?</a:t>
            </a:r>
          </a:p>
          <a:p>
            <a:r>
              <a:rPr lang="en-US" altLang="en-US" sz="2400" dirty="0"/>
              <a:t>How many unique IP addresses are there in IPv4 and IPv6 (roughly)?</a:t>
            </a:r>
          </a:p>
        </p:txBody>
      </p:sp>
      <p:sp>
        <p:nvSpPr>
          <p:cNvPr id="4" name="Slide Number Placeholder 3">
            <a:extLst>
              <a:ext uri="{FF2B5EF4-FFF2-40B4-BE49-F238E27FC236}">
                <a16:creationId xmlns:a16="http://schemas.microsoft.com/office/drawing/2014/main" id="{256981E1-22CE-4838-A51B-E131E89F5986}"/>
              </a:ext>
            </a:extLst>
          </p:cNvPr>
          <p:cNvSpPr>
            <a:spLocks noGrp="1"/>
          </p:cNvSpPr>
          <p:nvPr>
            <p:ph type="sldNum" sz="quarter" idx="12"/>
          </p:nvPr>
        </p:nvSpPr>
        <p:spPr/>
        <p:txBody>
          <a:bodyPr/>
          <a:lstStyle/>
          <a:p>
            <a:fld id="{94DA5560-7D38-429A-87FF-A402256C76FF}" type="slidenum">
              <a:rPr lang="en-US" altLang="en-US" smtClean="0"/>
              <a:pPr/>
              <a:t>24</a:t>
            </a:fld>
            <a:endParaRPr lang="en-US" altLang="en-US"/>
          </a:p>
        </p:txBody>
      </p:sp>
    </p:spTree>
    <p:extLst>
      <p:ext uri="{BB962C8B-B14F-4D97-AF65-F5344CB8AC3E}">
        <p14:creationId xmlns:p14="http://schemas.microsoft.com/office/powerpoint/2010/main" val="672954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2252</TotalTime>
  <Words>1809</Words>
  <Application>Microsoft Office PowerPoint</Application>
  <PresentationFormat>On-screen Show (4:3)</PresentationFormat>
  <Paragraphs>211</Paragraphs>
  <Slides>24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Consolas</vt:lpstr>
      <vt:lpstr>Verdana</vt:lpstr>
      <vt:lpstr>Office Theme</vt:lpstr>
      <vt:lpstr>Addressing the IP Address Shortage</vt:lpstr>
      <vt:lpstr>Problem</vt:lpstr>
      <vt:lpstr>Four Ways to Remedy IP Address Shortage</vt:lpstr>
      <vt:lpstr>Network Address Translation (NAT) “hide” lots of devices behind one Public IP  Typically uses the port number on the router to determine which internal host.</vt:lpstr>
      <vt:lpstr>Private IP Address Ranges</vt:lpstr>
      <vt:lpstr>DHCP (Dynamic Host Configuration Protocol)</vt:lpstr>
      <vt:lpstr>DHCP* Dynamically Assigns an Address to a Computer.</vt:lpstr>
      <vt:lpstr>DHCP Supplies to the Computer…</vt:lpstr>
      <vt:lpstr>Typical Home Router</vt:lpstr>
      <vt:lpstr>CIDR (Classless Inter-Domain Routing)</vt:lpstr>
      <vt:lpstr>Anatomy of an IPv4 Address</vt:lpstr>
      <vt:lpstr>Classful IP Address Assignment</vt:lpstr>
      <vt:lpstr>Classless Inter-Domain Routing (CIDR</vt:lpstr>
      <vt:lpstr>IPv6 Internet Protocol Version 6</vt:lpstr>
      <vt:lpstr>IPv6: More Addresses</vt:lpstr>
      <vt:lpstr>If it’s been around for more than 20 years, why hasn’t IPv6 caught on?</vt:lpstr>
      <vt:lpstr>Summary: Addressing a Shortage of IPv4 Addresses</vt:lpstr>
      <vt:lpstr>IP Addressing Demo</vt:lpstr>
      <vt:lpstr>Demo</vt:lpstr>
      <vt:lpstr>What your computer needs to know in order to connect to the internet.</vt:lpstr>
      <vt:lpstr>What if my computer is connected to more than one network?</vt:lpstr>
      <vt:lpstr>Internal Routing</vt:lpstr>
      <vt:lpstr>References</vt:lpstr>
      <vt:lpstr>Study Questions</vt:lpstr>
    </vt:vector>
  </TitlesOfParts>
  <Company>BYU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 HTTP Details</dc:title>
  <dc:creator>Brandt</dc:creator>
  <cp:keywords>IT210; HTTP</cp:keywords>
  <cp:lastModifiedBy>Brandt Redd</cp:lastModifiedBy>
  <cp:revision>79</cp:revision>
  <dcterms:created xsi:type="dcterms:W3CDTF">2003-01-07T18:41:00Z</dcterms:created>
  <dcterms:modified xsi:type="dcterms:W3CDTF">2024-05-23T22:39:49Z</dcterms:modified>
</cp:coreProperties>
</file>